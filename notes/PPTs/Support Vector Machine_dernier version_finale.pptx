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5" r:id="rId1"/>
  </p:sldMasterIdLst>
  <p:sldIdLst>
    <p:sldId id="278" r:id="rId2"/>
    <p:sldId id="279" r:id="rId3"/>
    <p:sldId id="267" r:id="rId4"/>
    <p:sldId id="292" r:id="rId5"/>
    <p:sldId id="28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1" r:id="rId14"/>
    <p:sldId id="307" r:id="rId15"/>
    <p:sldId id="275" r:id="rId16"/>
    <p:sldId id="283" r:id="rId17"/>
    <p:sldId id="286" r:id="rId18"/>
    <p:sldId id="287" r:id="rId19"/>
    <p:sldId id="289" r:id="rId20"/>
    <p:sldId id="277" r:id="rId21"/>
    <p:sldId id="290" r:id="rId22"/>
    <p:sldId id="302" r:id="rId23"/>
    <p:sldId id="303" r:id="rId24"/>
    <p:sldId id="304" r:id="rId25"/>
    <p:sldId id="305" r:id="rId26"/>
    <p:sldId id="306" r:id="rId27"/>
  </p:sldIdLst>
  <p:sldSz cx="12192000" cy="6858000"/>
  <p:notesSz cx="7772400" cy="10058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44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1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06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4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3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</a:pPr>
            <a:fld id="{61ACAD40-4AF7-41C8-A915-236A96E833F8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9583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</a:pPr>
            <a:fld id="{AB203499-4336-4D00-97A7-BA6CBE84EE36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1175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8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58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42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868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0210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3412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103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674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521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38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1443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30C4-57E9-4C01-A77C-DD1B809D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17" y="2336825"/>
            <a:ext cx="11154420" cy="966978"/>
          </a:xfrm>
        </p:spPr>
        <p:txBody>
          <a:bodyPr/>
          <a:lstStyle/>
          <a:p>
            <a:pPr algn="ctr"/>
            <a:r>
              <a:rPr lang="en-US" sz="4400" b="1" u="none" strike="noStrike" dirty="0">
                <a:solidFill>
                  <a:schemeClr val="tx1"/>
                </a:solidFill>
                <a:effectLst/>
                <a:uFillTx/>
                <a:latin typeface="Calibri Light"/>
              </a:rPr>
              <a:t>Support Vector Machine (SVM) Algorithm</a:t>
            </a:r>
            <a:endParaRPr lang="en-US" sz="44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F48B5-7A6D-4514-ADE4-E104B2348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156" y="3429000"/>
            <a:ext cx="8946541" cy="61671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000" b="0" u="none" strike="noStrike" dirty="0">
                <a:effectLst/>
                <a:uFillTx/>
                <a:latin typeface="Calibri"/>
              </a:rPr>
              <a:t>An </a:t>
            </a:r>
            <a:r>
              <a:rPr lang="en-US" sz="3500" b="0" u="none" strike="noStrike" dirty="0">
                <a:effectLst/>
                <a:uFillTx/>
                <a:latin typeface="Calibri"/>
              </a:rPr>
              <a:t>Introduction</a:t>
            </a:r>
            <a:endParaRPr lang="en-US" sz="3500" b="0" u="none" strike="noStrike" dirty="0">
              <a:effectLst/>
              <a:uFillTx/>
              <a:latin typeface="Arial"/>
            </a:endParaRPr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95896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2">
            <a:extLst>
              <a:ext uri="{FF2B5EF4-FFF2-40B4-BE49-F238E27FC236}">
                <a16:creationId xmlns:a16="http://schemas.microsoft.com/office/drawing/2014/main" id="{494B33D4-8566-4CCE-95DB-863703FC9EF7}"/>
              </a:ext>
            </a:extLst>
          </p:cNvPr>
          <p:cNvSpPr txBox="1">
            <a:spLocks/>
          </p:cNvSpPr>
          <p:nvPr/>
        </p:nvSpPr>
        <p:spPr>
          <a:xfrm>
            <a:off x="838380" y="915426"/>
            <a:ext cx="10305353" cy="5591061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endParaRPr lang="en-US" sz="26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FF3E2402-1D08-48EE-BFEB-FEB7520C8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380" y="122212"/>
            <a:ext cx="9404723" cy="67100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tx1"/>
                </a:solidFill>
                <a:effectLst/>
                <a:uFillTx/>
                <a:latin typeface="Calibri Light"/>
              </a:rPr>
              <a:t>CONTENTS</a:t>
            </a:r>
            <a:endParaRPr lang="en-US" sz="4400" b="1" u="none" strike="noStrike" dirty="0">
              <a:solidFill>
                <a:schemeClr val="tx1"/>
              </a:solidFill>
              <a:effectLst/>
              <a:uFillTx/>
              <a:latin typeface="Calibri"/>
            </a:endParaRP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526FB699-54E2-442C-4AAF-8B1536089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8267" y="1144726"/>
            <a:ext cx="4396339" cy="523176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1. Theoretical Overview: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1.1 Classifications Models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1.2 Decision Boundaries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1.3 Margins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1.4 Support Vectors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1.5 Slack Parameter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1.6 Regularization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1.7 The Kernel Trick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1.8 How to find the extremum (learning)</a:t>
            </a:r>
          </a:p>
          <a:p>
            <a:endParaRPr lang="en-US" dirty="0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C922C67D-74E6-C986-BAED-3E9BE70ED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1144726"/>
            <a:ext cx="5489240" cy="559106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2. </a:t>
            </a:r>
            <a:r>
              <a:rPr lang="fr-FR" sz="2200" dirty="0" err="1"/>
              <a:t>Practical</a:t>
            </a:r>
            <a:r>
              <a:rPr lang="fr-FR" sz="2200" dirty="0"/>
              <a:t> Example: Classification </a:t>
            </a:r>
            <a:r>
              <a:rPr lang="fr-FR" sz="2200" dirty="0" err="1"/>
              <a:t>Problem</a:t>
            </a:r>
            <a:endParaRPr lang="fr-FR" sz="2200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2.1 </a:t>
            </a:r>
            <a:r>
              <a:rPr lang="fr-FR" sz="2200" dirty="0" err="1"/>
              <a:t>Heart</a:t>
            </a:r>
            <a:r>
              <a:rPr lang="fr-FR" sz="2200" dirty="0"/>
              <a:t> </a:t>
            </a:r>
            <a:r>
              <a:rPr lang="fr-FR" sz="2200" dirty="0" err="1"/>
              <a:t>Disease</a:t>
            </a:r>
            <a:r>
              <a:rPr lang="fr-FR" sz="2200" dirty="0"/>
              <a:t> </a:t>
            </a:r>
            <a:r>
              <a:rPr lang="fr-FR" sz="2200" dirty="0" err="1"/>
              <a:t>Dataset</a:t>
            </a:r>
            <a:endParaRPr lang="fr-FR" sz="2200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2.2 </a:t>
            </a:r>
            <a:r>
              <a:rPr lang="fr-FR" sz="2200" dirty="0" err="1"/>
              <a:t>Features</a:t>
            </a:r>
            <a:r>
              <a:rPr lang="fr-FR" sz="2200" dirty="0"/>
              <a:t> Description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2.3 Implémentation de l’algorithme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2.3.1 En utilisant la bibliothèque prédéfinie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2.3.2  En implémentation native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2..3.3 Explication du principe de fonctionnement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2.4 Evaluation </a:t>
            </a:r>
            <a:r>
              <a:rPr lang="fr-FR" sz="2200" dirty="0" err="1"/>
              <a:t>methods</a:t>
            </a:r>
            <a:endParaRPr lang="fr-FR" sz="2200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2.4.1 Évaluation du modèle prédéfini (</a:t>
            </a:r>
            <a:r>
              <a:rPr lang="fr-FR" sz="2200" dirty="0" err="1"/>
              <a:t>scikit-learn</a:t>
            </a:r>
            <a:r>
              <a:rPr lang="fr-FR" sz="2200" dirty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2.4.2 Évaluation du modèle native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2.4.3 Évaluation de deux approches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2.5 Conclusion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18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055CADA-6E0F-444B-934E-8562850C4FD8}"/>
              </a:ext>
            </a:extLst>
          </p:cNvPr>
          <p:cNvSpPr txBox="1"/>
          <p:nvPr/>
        </p:nvSpPr>
        <p:spPr>
          <a:xfrm>
            <a:off x="606852" y="1923476"/>
            <a:ext cx="1125658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In this section, we will:</a:t>
            </a:r>
          </a:p>
          <a:p>
            <a:endParaRPr lang="en-US" sz="2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Go over the basic ML concepts that the SVM algorithm is built upon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Explain how SVM differs from other margin classifiers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Explain the concepts that make the SVM algorithm so powerful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D498DF-2D88-4B9D-A21E-85F2F2543BD5}"/>
              </a:ext>
            </a:extLst>
          </p:cNvPr>
          <p:cNvSpPr/>
          <p:nvPr/>
        </p:nvSpPr>
        <p:spPr>
          <a:xfrm>
            <a:off x="350668" y="402769"/>
            <a:ext cx="7826887" cy="121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1. THEORITICAL OVERVIEW</a:t>
            </a:r>
          </a:p>
        </p:txBody>
      </p:sp>
    </p:spTree>
    <p:extLst>
      <p:ext uri="{BB962C8B-B14F-4D97-AF65-F5344CB8AC3E}">
        <p14:creationId xmlns:p14="http://schemas.microsoft.com/office/powerpoint/2010/main" val="1840724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055CADA-6E0F-444B-934E-8562850C4FD8}"/>
              </a:ext>
            </a:extLst>
          </p:cNvPr>
          <p:cNvSpPr txBox="1"/>
          <p:nvPr/>
        </p:nvSpPr>
        <p:spPr>
          <a:xfrm>
            <a:off x="606852" y="1923476"/>
            <a:ext cx="1158514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classification model learns a function					  such that when given an input feature vector `</a:t>
            </a:r>
            <a:r>
              <a:rPr lang="en-US" i="1" dirty="0"/>
              <a:t>x`</a:t>
            </a:r>
            <a:r>
              <a:rPr lang="en-US" dirty="0"/>
              <a:t>, it predicts a </a:t>
            </a:r>
            <a:r>
              <a:rPr lang="en-US" b="1" dirty="0"/>
              <a:t>discrete</a:t>
            </a:r>
            <a:r>
              <a:rPr lang="en-US" dirty="0"/>
              <a:t> output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0 or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Cat / Dog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Class A, B, C</a:t>
            </a:r>
          </a:p>
          <a:p>
            <a:endParaRPr lang="en-US" dirty="0"/>
          </a:p>
          <a:p>
            <a:r>
              <a:rPr lang="en-US" b="1" dirty="0"/>
              <a:t>Mathematical View</a:t>
            </a:r>
          </a:p>
          <a:p>
            <a:r>
              <a:rPr lang="en-US" dirty="0"/>
              <a:t>In SVMs, the model’s equation is defined as a linear function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      is a </a:t>
            </a:r>
            <a:r>
              <a:rPr lang="en-US" b="1" dirty="0"/>
              <a:t>weight vector </a:t>
            </a:r>
            <a:r>
              <a:rPr lang="en-US" dirty="0"/>
              <a:t>and      is called a </a:t>
            </a:r>
            <a:r>
              <a:rPr lang="en-US" b="1" dirty="0"/>
              <a:t>bias</a:t>
            </a:r>
            <a:r>
              <a:rPr lang="en-US" dirty="0"/>
              <a:t>. The operation between    and     is a </a:t>
            </a:r>
            <a:r>
              <a:rPr lang="en-US" b="1" dirty="0"/>
              <a:t>dot product</a:t>
            </a:r>
          </a:p>
          <a:p>
            <a:endParaRPr lang="en-US" b="1" dirty="0"/>
          </a:p>
          <a:p>
            <a:r>
              <a:rPr lang="en-US" b="1" dirty="0"/>
              <a:t>•</a:t>
            </a:r>
          </a:p>
          <a:p>
            <a:r>
              <a:rPr lang="en-US" b="1" dirty="0"/>
              <a:t>										</a:t>
            </a:r>
            <a:r>
              <a:rPr lang="en-US" dirty="0"/>
              <a:t>and, </a:t>
            </a:r>
            <a:endParaRPr lang="en-US" b="1" dirty="0"/>
          </a:p>
          <a:p>
            <a:r>
              <a:rPr lang="en-US" b="1" dirty="0"/>
              <a:t>									</a:t>
            </a:r>
          </a:p>
          <a:p>
            <a:r>
              <a:rPr lang="en-US" dirty="0"/>
              <a:t>•</a:t>
            </a:r>
          </a:p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D498DF-2D88-4B9D-A21E-85F2F2543BD5}"/>
              </a:ext>
            </a:extLst>
          </p:cNvPr>
          <p:cNvSpPr/>
          <p:nvPr/>
        </p:nvSpPr>
        <p:spPr>
          <a:xfrm>
            <a:off x="350668" y="402769"/>
            <a:ext cx="8022152" cy="121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1.1 CLASSIFICATION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45477-BE64-4C4A-9078-8E2C046B70E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146087" y="1993183"/>
            <a:ext cx="2023872" cy="227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B91D8F-B06D-4D46-862D-DAEFD31797C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022038" y="4318210"/>
            <a:ext cx="2426208" cy="319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F7B8B4-7C9E-4C3F-8BD9-3E44B45613E7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495137" y="4784336"/>
            <a:ext cx="256032" cy="1666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7F2841-0409-4F65-AD50-BC94612B14B2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350727" y="4699628"/>
            <a:ext cx="199136" cy="2479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F1A50A-CF6D-4AD0-86C5-2930E46DF45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48346" y="5169225"/>
            <a:ext cx="3601517" cy="5340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248F0B-9624-425D-94A5-851D9CF288C9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48346" y="5911007"/>
            <a:ext cx="3268726" cy="5332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23A750-5075-49ED-9849-A108B77A7E63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235142" y="5411772"/>
            <a:ext cx="5039360" cy="538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6FD85E-EDF7-4761-8B7D-DCDB22C3AB96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9084522" y="4819516"/>
            <a:ext cx="148336" cy="1280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04E67E-DB39-44B8-8607-138DE3843541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784203" y="4819516"/>
            <a:ext cx="203200" cy="13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666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6EF1FF-2AC8-4760-8D8C-49111F5C54B4}"/>
              </a:ext>
            </a:extLst>
          </p:cNvPr>
          <p:cNvSpPr/>
          <p:nvPr/>
        </p:nvSpPr>
        <p:spPr>
          <a:xfrm>
            <a:off x="339651" y="402769"/>
            <a:ext cx="7923000" cy="121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1.2 DECISION BOUNDARIES</a:t>
            </a:r>
          </a:p>
        </p:txBody>
      </p:sp>
      <p:pic>
        <p:nvPicPr>
          <p:cNvPr id="6" name="Espace réservé du contenu 3" descr="Une image contenant léger, obscurité, flou, cercle&#10;&#10;Le contenu généré par l’IA peut être incorrect.">
            <a:extLst>
              <a:ext uri="{FF2B5EF4-FFF2-40B4-BE49-F238E27FC236}">
                <a16:creationId xmlns:a16="http://schemas.microsoft.com/office/drawing/2014/main" id="{5A44E93D-8F1C-44E3-8571-9C64044F5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924" y="3992571"/>
            <a:ext cx="5010874" cy="26665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B0A1D7-38AF-451C-B70E-569FAAB69DA1}"/>
              </a:ext>
            </a:extLst>
          </p:cNvPr>
          <p:cNvSpPr txBox="1"/>
          <p:nvPr/>
        </p:nvSpPr>
        <p:spPr>
          <a:xfrm>
            <a:off x="339651" y="1817783"/>
            <a:ext cx="65018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might intuitively think about it like a line separating two sets of points in a plane such that positive and negative examples would respectively be above and below it. More formally, The </a:t>
            </a:r>
            <a:r>
              <a:rPr lang="en-US" b="1" dirty="0"/>
              <a:t>decision boundary </a:t>
            </a:r>
            <a:r>
              <a:rPr lang="en-US" dirty="0"/>
              <a:t>is the set of all points where the model is </a:t>
            </a:r>
            <a:r>
              <a:rPr lang="en-US" i="1" dirty="0"/>
              <a:t>exactly undecided, </a:t>
            </a:r>
            <a:r>
              <a:rPr lang="en-US" dirty="0"/>
              <a:t>such that,</a:t>
            </a:r>
          </a:p>
          <a:p>
            <a:endParaRPr lang="en-US" i="1" dirty="0"/>
          </a:p>
          <a:p>
            <a:endParaRPr lang="en-US" dirty="0"/>
          </a:p>
          <a:p>
            <a:r>
              <a:rPr lang="en-US" dirty="0"/>
              <a:t>`positive and negative examples` here refers to the </a:t>
            </a:r>
            <a:r>
              <a:rPr lang="en-US" b="1" dirty="0"/>
              <a:t>sign</a:t>
            </a:r>
            <a:r>
              <a:rPr lang="en-US" dirty="0"/>
              <a:t> of 					 such that:</a:t>
            </a:r>
          </a:p>
          <a:p>
            <a:endParaRPr lang="en-US" dirty="0"/>
          </a:p>
          <a:p>
            <a:r>
              <a:rPr lang="en-US" dirty="0"/>
              <a:t>If point x is above the boundary: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Else, If it is below it: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BB1AED7-66A6-4B8B-B80A-18C429CB63C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45835" y="3594129"/>
            <a:ext cx="1489456" cy="2235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536059-335B-4814-8896-E77791E3B26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51576" y="4371946"/>
            <a:ext cx="1973072" cy="2214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BADE7F4-52D9-445B-BDFC-2FDD6E7836A6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724648" y="5358900"/>
            <a:ext cx="1237488" cy="18694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C789F4D-2411-410B-9CCA-3812AEB202A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724648" y="6151736"/>
            <a:ext cx="1237488" cy="1869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CC7C8B7-17B2-4403-B993-DD37A6007856}"/>
              </a:ext>
            </a:extLst>
          </p:cNvPr>
          <p:cNvSpPr txBox="1"/>
          <p:nvPr/>
        </p:nvSpPr>
        <p:spPr>
          <a:xfrm>
            <a:off x="7048924" y="1861851"/>
            <a:ext cx="49153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non-linear models, the function of boundary would be some complicated function with exponents like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994A011-C1C9-4F97-8098-E7C24AA08643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131502" y="3013075"/>
            <a:ext cx="4447354" cy="41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343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6EF1FF-2AC8-4760-8D8C-49111F5C54B4}"/>
              </a:ext>
            </a:extLst>
          </p:cNvPr>
          <p:cNvSpPr/>
          <p:nvPr/>
        </p:nvSpPr>
        <p:spPr>
          <a:xfrm>
            <a:off x="339651" y="402769"/>
            <a:ext cx="7826887" cy="121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1.3 MARGINS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D4C976-D75B-402D-9411-755E4B43E948}"/>
              </a:ext>
            </a:extLst>
          </p:cNvPr>
          <p:cNvSpPr txBox="1"/>
          <p:nvPr/>
        </p:nvSpPr>
        <p:spPr>
          <a:xfrm>
            <a:off x="339651" y="1839817"/>
            <a:ext cx="82535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margin</a:t>
            </a:r>
            <a:r>
              <a:rPr lang="en-US" dirty="0"/>
              <a:t> is the </a:t>
            </a:r>
            <a:r>
              <a:rPr lang="en-US" b="1" dirty="0"/>
              <a:t>distance</a:t>
            </a:r>
            <a:r>
              <a:rPr lang="en-US" dirty="0"/>
              <a:t> between: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point and the decision boundary, 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For SVM: distance between the boundary and the closest points</a:t>
            </a:r>
          </a:p>
          <a:p>
            <a:endParaRPr lang="en-US" dirty="0"/>
          </a:p>
          <a:p>
            <a:r>
              <a:rPr lang="en-US" b="1" dirty="0"/>
              <a:t>Distance from a point     to the boundary: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Is a geometric distance if</a:t>
            </a:r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D2AEB2-0F6C-4241-991C-999C35109CC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900607" y="3066319"/>
            <a:ext cx="148336" cy="1280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34201D-0A6E-4192-B5DB-09A11504650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21606" y="3602414"/>
            <a:ext cx="3479808" cy="79388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46AEEEA-B384-4281-9556-F0F295CEB6F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21606" y="5187263"/>
            <a:ext cx="7808570" cy="126796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C49F33F-AB52-4B80-9C0C-CEDD488FAE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08" y="2861307"/>
            <a:ext cx="5181233" cy="306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20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6EF1FF-2AC8-4760-8D8C-49111F5C54B4}"/>
              </a:ext>
            </a:extLst>
          </p:cNvPr>
          <p:cNvSpPr/>
          <p:nvPr/>
        </p:nvSpPr>
        <p:spPr>
          <a:xfrm>
            <a:off x="339651" y="402769"/>
            <a:ext cx="7826887" cy="121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1.4 SUPPORT VECTORS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D4C976-D75B-402D-9411-755E4B43E948}"/>
              </a:ext>
            </a:extLst>
          </p:cNvPr>
          <p:cNvSpPr txBox="1"/>
          <p:nvPr/>
        </p:nvSpPr>
        <p:spPr>
          <a:xfrm>
            <a:off x="339651" y="1839817"/>
            <a:ext cx="85179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SVM tries to find the boundary that </a:t>
            </a:r>
            <a:r>
              <a:rPr lang="en-US" b="1" dirty="0"/>
              <a:t>maximizes the margin</a:t>
            </a:r>
            <a:r>
              <a:rPr lang="en-US" dirty="0"/>
              <a:t>, i.e., separates classes </a:t>
            </a:r>
            <a:r>
              <a:rPr lang="en-US" i="1" dirty="0"/>
              <a:t>as widely as possible</a:t>
            </a:r>
            <a:r>
              <a:rPr lang="en-US" dirty="0"/>
              <a:t>. For that, SVM defines two support boundaries: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				   </a:t>
            </a:r>
            <a:r>
              <a:rPr lang="en-US" dirty="0"/>
              <a:t>as the slope of the </a:t>
            </a:r>
            <a:r>
              <a:rPr lang="en-US" b="1" dirty="0"/>
              <a:t>closest</a:t>
            </a:r>
            <a:r>
              <a:rPr lang="en-US" dirty="0"/>
              <a:t> example from the boundary</a:t>
            </a:r>
            <a:endParaRPr lang="en-US" b="1" dirty="0"/>
          </a:p>
          <a:p>
            <a:r>
              <a:rPr lang="en-US" b="1" dirty="0"/>
              <a:t>					</a:t>
            </a:r>
          </a:p>
          <a:p>
            <a:r>
              <a:rPr lang="en-US" b="1" dirty="0"/>
              <a:t>				   </a:t>
            </a:r>
            <a:r>
              <a:rPr lang="en-US" dirty="0"/>
              <a:t>as the slope of the </a:t>
            </a:r>
            <a:r>
              <a:rPr lang="en-US" b="1" dirty="0"/>
              <a:t>furthest</a:t>
            </a:r>
            <a:r>
              <a:rPr lang="en-US" dirty="0"/>
              <a:t> example from the boundary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The </a:t>
            </a:r>
            <a:r>
              <a:rPr lang="en-US" b="1" dirty="0"/>
              <a:t>margin width</a:t>
            </a:r>
            <a:r>
              <a:rPr lang="en-US" dirty="0"/>
              <a:t> is the distance between these two lines.</a:t>
            </a:r>
          </a:p>
          <a:p>
            <a:r>
              <a:rPr lang="en-US" dirty="0"/>
              <a:t>Computing it, we find the </a:t>
            </a:r>
            <a:r>
              <a:rPr lang="en-US" b="1" dirty="0"/>
              <a:t>Distance between parallel </a:t>
            </a:r>
          </a:p>
          <a:p>
            <a:r>
              <a:rPr lang="en-US" b="1" dirty="0"/>
              <a:t>hyperplanes: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Important: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Large margin → small ∥w∥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SVM optimization tries to </a:t>
            </a:r>
            <a:r>
              <a:rPr lang="en-US" b="1" dirty="0"/>
              <a:t>minimize 			</a:t>
            </a:r>
            <a:r>
              <a:rPr lang="en-US" dirty="0"/>
              <a:t>because it has a</a:t>
            </a:r>
          </a:p>
          <a:p>
            <a:r>
              <a:rPr lang="en-US" dirty="0"/>
              <a:t>clean gradient: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C0177D6-BD8F-4F75-BE40-8689E6820371}"/>
              </a:ext>
            </a:extLst>
          </p:cNvPr>
          <p:cNvGrpSpPr/>
          <p:nvPr/>
        </p:nvGrpSpPr>
        <p:grpSpPr>
          <a:xfrm>
            <a:off x="339651" y="2733345"/>
            <a:ext cx="2002093" cy="841248"/>
            <a:chOff x="339651" y="2733345"/>
            <a:chExt cx="2002093" cy="84124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32E4BD2-580F-4069-B828-DC7464F52E93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9651" y="2733345"/>
              <a:ext cx="508000" cy="841248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7826C5B-DF15-4B6F-B310-5F0B850E0B8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264" y="3279832"/>
              <a:ext cx="1808480" cy="22352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39E043A-0C0E-4399-83B5-EECA808CE149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264" y="2743719"/>
              <a:ext cx="1808480" cy="223520"/>
            </a:xfrm>
            <a:prstGeom prst="rect">
              <a:avLst/>
            </a:prstGeom>
          </p:spPr>
        </p:pic>
      </p:grpSp>
      <p:pic>
        <p:nvPicPr>
          <p:cNvPr id="14" name="Espace réservé du contenu 3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A5077AE2-ADD2-4843-AB5D-52C2223154F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"/>
                    </a14:imgEffect>
                  </a14:imgLayer>
                </a14:imgProps>
              </a:ext>
            </a:extLst>
          </a:blip>
          <a:srcRect l="14257" r="19874"/>
          <a:stretch/>
        </p:blipFill>
        <p:spPr>
          <a:xfrm>
            <a:off x="7589333" y="3773318"/>
            <a:ext cx="4189228" cy="2812037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1D84E3-5E3C-4BD7-ADAD-ABAD277CC137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413154" y="5626518"/>
            <a:ext cx="924560" cy="5201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76A9EBB-1590-4627-9679-59572FFD9D0A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2416714" y="6170756"/>
            <a:ext cx="2458720" cy="583184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41C2A37-9F6D-472B-B28B-E15F6845DE8C}"/>
              </a:ext>
            </a:extLst>
          </p:cNvPr>
          <p:cNvCxnSpPr>
            <a:cxnSpLocks/>
          </p:cNvCxnSpPr>
          <p:nvPr/>
        </p:nvCxnSpPr>
        <p:spPr>
          <a:xfrm flipH="1">
            <a:off x="8718698" y="2573079"/>
            <a:ext cx="754911" cy="48909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4FD4D7E-0BFD-49F2-8C84-8D81FE717322}"/>
              </a:ext>
            </a:extLst>
          </p:cNvPr>
          <p:cNvSpPr txBox="1"/>
          <p:nvPr/>
        </p:nvSpPr>
        <p:spPr>
          <a:xfrm>
            <a:off x="8857561" y="2093136"/>
            <a:ext cx="3072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THE GENIUS IDEA OF SVM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05E7773-B3A0-4002-8ECB-A0C020D26531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2511742" y="4581223"/>
            <a:ext cx="2086864" cy="68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28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970ECF-A799-4568-9BE6-0AD10B50DD71}"/>
              </a:ext>
            </a:extLst>
          </p:cNvPr>
          <p:cNvSpPr/>
          <p:nvPr/>
        </p:nvSpPr>
        <p:spPr>
          <a:xfrm>
            <a:off x="163286" y="1621971"/>
            <a:ext cx="11802670" cy="50727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Espace réservé du contenu 8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A2EA04F6-6801-4BD9-BDF7-EDE694C9A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983" y="1621971"/>
            <a:ext cx="5181854" cy="1844634"/>
          </a:xfrm>
          <a:prstGeom prst="rect">
            <a:avLst/>
          </a:prstGeom>
          <a:ln>
            <a:noFill/>
          </a:ln>
        </p:spPr>
      </p:pic>
      <p:pic>
        <p:nvPicPr>
          <p:cNvPr id="9" name="Espace réservé du contenu 9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058D754-C343-4440-95DD-DDB76DF8DF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20" r="6196"/>
          <a:stretch/>
        </p:blipFill>
        <p:spPr>
          <a:xfrm>
            <a:off x="253362" y="1621972"/>
            <a:ext cx="5364545" cy="4571483"/>
          </a:xfrm>
          <a:prstGeom prst="rect">
            <a:avLst/>
          </a:prstGeom>
          <a:ln>
            <a:noFill/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DCFEEF-E2F1-41BD-B7E5-3AF2363EB36C}"/>
              </a:ext>
            </a:extLst>
          </p:cNvPr>
          <p:cNvSpPr/>
          <p:nvPr/>
        </p:nvSpPr>
        <p:spPr>
          <a:xfrm>
            <a:off x="198933" y="207346"/>
            <a:ext cx="7826887" cy="121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1.5 SLACK PARAMETER</a:t>
            </a:r>
          </a:p>
        </p:txBody>
      </p:sp>
      <p:pic>
        <p:nvPicPr>
          <p:cNvPr id="13" name="Espace réservé du contenu 3" descr="Une image contenant texte, diagramm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A742494-4205-4514-9C6C-AA5DCE4945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" t="17830" b="4255"/>
          <a:stretch/>
        </p:blipFill>
        <p:spPr>
          <a:xfrm>
            <a:off x="5627914" y="3262667"/>
            <a:ext cx="6338042" cy="343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1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F5777F-1E99-4D71-8B4E-04A1EFDB5C91}"/>
              </a:ext>
            </a:extLst>
          </p:cNvPr>
          <p:cNvSpPr txBox="1"/>
          <p:nvPr/>
        </p:nvSpPr>
        <p:spPr>
          <a:xfrm>
            <a:off x="198933" y="1666396"/>
            <a:ext cx="1141347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implementing a </a:t>
            </a:r>
            <a:r>
              <a:rPr lang="en-US" b="1" dirty="0"/>
              <a:t>linear SVM using gradient descent</a:t>
            </a:r>
            <a:r>
              <a:rPr lang="en-US" dirty="0"/>
              <a:t>, the objective function (to minimize) often looks like this: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That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λ controls how strongly you penalize large weights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Larger λ ⇒ </a:t>
            </a:r>
            <a:r>
              <a:rPr lang="en-US" b="1" dirty="0"/>
              <a:t>more regularization</a:t>
            </a:r>
            <a:r>
              <a:rPr lang="en-US" dirty="0"/>
              <a:t> (simpler model, less overfitting)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Smaller λ ⇒ </a:t>
            </a:r>
            <a:r>
              <a:rPr lang="en-US" b="1" dirty="0"/>
              <a:t>less regularization</a:t>
            </a:r>
            <a:r>
              <a:rPr lang="en-US" dirty="0"/>
              <a:t> (more flexible model, but may overfit)</a:t>
            </a:r>
          </a:p>
          <a:p>
            <a:endParaRPr lang="en-US" dirty="0"/>
          </a:p>
          <a:p>
            <a:r>
              <a:rPr lang="en-US" dirty="0"/>
              <a:t>And since weight update (gradient decent, we will see it shortly) usually 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contains C, λ is basically the SVM's </a:t>
            </a:r>
            <a:r>
              <a:rPr lang="en-US" b="1" dirty="0"/>
              <a:t>"C" inverse. </a:t>
            </a:r>
            <a:r>
              <a:rPr lang="en-US" dirty="0"/>
              <a:t>That is why many gradient-descent formulations use </a:t>
            </a:r>
            <a:r>
              <a:rPr lang="en-US" b="1" dirty="0"/>
              <a:t>λ = 1/C</a:t>
            </a:r>
            <a:endParaRPr lang="en-US" dirty="0"/>
          </a:p>
          <a:p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DCFEEF-E2F1-41BD-B7E5-3AF2363EB36C}"/>
              </a:ext>
            </a:extLst>
          </p:cNvPr>
          <p:cNvSpPr/>
          <p:nvPr/>
        </p:nvSpPr>
        <p:spPr>
          <a:xfrm>
            <a:off x="198933" y="207346"/>
            <a:ext cx="8519765" cy="121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1.6 REGULARIZATION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67F276-F99E-4EF5-8969-A0E3428D550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655764" y="2179801"/>
            <a:ext cx="4880472" cy="9040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690C93-C8E4-442D-ABB5-0D62AB99BEC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042032" y="4945961"/>
            <a:ext cx="6438443" cy="24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30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C30378F-DF35-40E9-88AE-963D90B417E1}"/>
              </a:ext>
            </a:extLst>
          </p:cNvPr>
          <p:cNvSpPr/>
          <p:nvPr/>
        </p:nvSpPr>
        <p:spPr>
          <a:xfrm>
            <a:off x="1178805" y="3885126"/>
            <a:ext cx="9454697" cy="2762107"/>
          </a:xfrm>
          <a:prstGeom prst="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DCFEEF-E2F1-41BD-B7E5-3AF2363EB36C}"/>
              </a:ext>
            </a:extLst>
          </p:cNvPr>
          <p:cNvSpPr/>
          <p:nvPr/>
        </p:nvSpPr>
        <p:spPr>
          <a:xfrm>
            <a:off x="198933" y="207346"/>
            <a:ext cx="8519765" cy="121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1.7 THE KERNEL TRICK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44CB27-2072-4F19-BBCF-0A078DD70312}"/>
              </a:ext>
            </a:extLst>
          </p:cNvPr>
          <p:cNvSpPr txBox="1"/>
          <p:nvPr/>
        </p:nvSpPr>
        <p:spPr>
          <a:xfrm>
            <a:off x="312144" y="1759278"/>
            <a:ext cx="11567711" cy="48879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55C7A3-818C-4EE1-9315-8495AD37C842}"/>
              </a:ext>
            </a:extLst>
          </p:cNvPr>
          <p:cNvSpPr txBox="1"/>
          <p:nvPr/>
        </p:nvSpPr>
        <p:spPr>
          <a:xfrm>
            <a:off x="297455" y="1762699"/>
            <a:ext cx="110939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it’s possible to transform a two-dimensional non-linearly-separable data into a linearly-separable three-dimensional data using a specific mapping				   where 	     is a vector if higher dimensionality than 	 .  For example, take this mapping from 2D to 3D space for each point</a:t>
            </a:r>
          </a:p>
          <a:p>
            <a:r>
              <a:rPr lang="en-US" dirty="0"/>
              <a:t> and transforms it using: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 Illustrated below: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40D3A-23BA-4FF1-8908-0F702C9F7D2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947198" y="2139092"/>
            <a:ext cx="1487424" cy="2479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5CC928-4062-456B-BFF8-31AF2D4B7FD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259517" y="2130829"/>
            <a:ext cx="674624" cy="247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AB8640-53BD-4A2D-AE4E-532302E86428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595586" y="2466869"/>
            <a:ext cx="148336" cy="1280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FEDE15-C155-4916-B061-5D897561E6D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483919" y="2349172"/>
            <a:ext cx="1052576" cy="3413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4430BB-4652-4EDA-BE11-47726E1FEDA0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025965" y="2957278"/>
            <a:ext cx="3754120" cy="444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1DFBE5-F676-418F-B98D-823497907E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8646" y="3932337"/>
            <a:ext cx="3526273" cy="26978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AC3500-478C-4117-A6BD-1D5DB21031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1420" y="3917555"/>
            <a:ext cx="4262082" cy="2692030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C121BB8E-AB8F-4E0C-98D1-84A4E708D201}"/>
              </a:ext>
            </a:extLst>
          </p:cNvPr>
          <p:cNvSpPr/>
          <p:nvPr/>
        </p:nvSpPr>
        <p:spPr>
          <a:xfrm>
            <a:off x="5313802" y="4814104"/>
            <a:ext cx="1377108" cy="870332"/>
          </a:xfrm>
          <a:prstGeom prst="rightArrow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44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DCFEEF-E2F1-41BD-B7E5-3AF2363EB36C}"/>
              </a:ext>
            </a:extLst>
          </p:cNvPr>
          <p:cNvSpPr/>
          <p:nvPr/>
        </p:nvSpPr>
        <p:spPr>
          <a:xfrm>
            <a:off x="198933" y="207346"/>
            <a:ext cx="8519765" cy="10118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1.7 THE KERNEL TRICK</a:t>
            </a:r>
          </a:p>
        </p:txBody>
      </p:sp>
      <p:pic>
        <p:nvPicPr>
          <p:cNvPr id="16" name="Espace réservé du contenu 5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4501A591-1AAF-491B-96E3-04E4F74C8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36" y="1849821"/>
            <a:ext cx="10025673" cy="392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55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DCFEEF-E2F1-41BD-B7E5-3AF2363EB36C}"/>
              </a:ext>
            </a:extLst>
          </p:cNvPr>
          <p:cNvSpPr/>
          <p:nvPr/>
        </p:nvSpPr>
        <p:spPr>
          <a:xfrm>
            <a:off x="198933" y="207346"/>
            <a:ext cx="8519765" cy="10118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1.7 THE KERNEL TRICK</a:t>
            </a:r>
          </a:p>
        </p:txBody>
      </p:sp>
      <p:pic>
        <p:nvPicPr>
          <p:cNvPr id="4" name="Espace réservé du contenu 4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58B5E2D2-DCDC-4E22-9EE4-8BC37D188F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86174" y="1732146"/>
            <a:ext cx="8169162" cy="464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540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DCFEEF-E2F1-41BD-B7E5-3AF2363EB36C}"/>
              </a:ext>
            </a:extLst>
          </p:cNvPr>
          <p:cNvSpPr/>
          <p:nvPr/>
        </p:nvSpPr>
        <p:spPr>
          <a:xfrm>
            <a:off x="198933" y="207346"/>
            <a:ext cx="9113233" cy="1115582"/>
          </a:xfrm>
          <a:prstGeom prst="roundRect">
            <a:avLst/>
          </a:prstGeom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1.8 HOW TO FIND THE EXTREMUM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EC029-E887-43E6-B283-DA75787A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725" y="1629562"/>
            <a:ext cx="11456550" cy="2185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TERMINOLOGY ALERT: we are looking for the gradient vector (</a:t>
            </a:r>
            <a:r>
              <a:rPr lang="en-US" sz="2600" b="1" dirty="0" err="1">
                <a:solidFill>
                  <a:schemeClr val="accent1"/>
                </a:solidFill>
              </a:rPr>
              <a:t>dw</a:t>
            </a:r>
            <a:r>
              <a:rPr lang="en-US" sz="2600" b="1" dirty="0">
                <a:solidFill>
                  <a:schemeClr val="accent1"/>
                </a:solidFill>
              </a:rPr>
              <a:t>, </a:t>
            </a:r>
            <a:r>
              <a:rPr lang="en-US" sz="2600" b="1" dirty="0" err="1">
                <a:solidFill>
                  <a:schemeClr val="accent1"/>
                </a:solidFill>
              </a:rPr>
              <a:t>db</a:t>
            </a:r>
            <a:r>
              <a:rPr lang="en-US" sz="2600" b="1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1800" b="1" dirty="0"/>
              <a:t>sub gradient </a:t>
            </a:r>
            <a:r>
              <a:rPr lang="en-US" sz="1800" dirty="0"/>
              <a:t>form of the </a:t>
            </a:r>
            <a:r>
              <a:rPr lang="en-US" sz="1800" b="1" dirty="0"/>
              <a:t>SVM primal hinge loss with L2 regularization</a:t>
            </a:r>
            <a:r>
              <a:rPr lang="en-US" sz="1800" dirty="0"/>
              <a:t> function is</a:t>
            </a:r>
          </a:p>
          <a:p>
            <a:pPr marL="0" indent="0">
              <a:buNone/>
            </a:pPr>
            <a:endParaRPr lang="en-US" sz="1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800" dirty="0"/>
              <a:t>it is a mouthful, but it is only a matter of definition. The hinge loss for a point ‘</a:t>
            </a:r>
            <a:r>
              <a:rPr lang="en-US" sz="1800" dirty="0" err="1"/>
              <a:t>i</a:t>
            </a:r>
            <a:r>
              <a:rPr lang="en-US" sz="1800" dirty="0"/>
              <a:t>’ is: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B388C-B681-4A4A-A672-CA580EB9AEA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855955" y="2638098"/>
            <a:ext cx="6182942" cy="6072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832755-7F49-4F1C-A21D-DF5AB49D240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95715" y="4007795"/>
            <a:ext cx="4880017" cy="42874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4446F14-ADB9-45E6-A07F-57DE9B39ECAC}"/>
              </a:ext>
            </a:extLst>
          </p:cNvPr>
          <p:cNvGrpSpPr/>
          <p:nvPr/>
        </p:nvGrpSpPr>
        <p:grpSpPr>
          <a:xfrm>
            <a:off x="569608" y="4455414"/>
            <a:ext cx="5791474" cy="2195240"/>
            <a:chOff x="304526" y="4455414"/>
            <a:chExt cx="5791474" cy="21952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A71E93-E840-47C4-BCD0-F68D1B4F309E}"/>
                </a:ext>
              </a:extLst>
            </p:cNvPr>
            <p:cNvSpPr txBox="1"/>
            <p:nvPr/>
          </p:nvSpPr>
          <p:spPr>
            <a:xfrm>
              <a:off x="338031" y="4455414"/>
              <a:ext cx="546785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/>
                <a:t>Case 1: </a:t>
              </a:r>
              <a:r>
                <a:rPr lang="en-US" sz="1800" dirty="0"/>
                <a:t>Margin satisfied</a:t>
              </a:r>
            </a:p>
            <a:p>
              <a:endParaRPr lang="en-US" dirty="0"/>
            </a:p>
            <a:p>
              <a:endParaRPr lang="en-US" sz="1800" dirty="0"/>
            </a:p>
            <a:p>
              <a:r>
                <a:rPr lang="en-US" dirty="0"/>
                <a:t>Which means that the point is correctly classified </a:t>
              </a:r>
              <a:r>
                <a:rPr lang="en-US" b="1" dirty="0"/>
                <a:t>and </a:t>
              </a:r>
              <a:r>
                <a:rPr lang="en-US" dirty="0"/>
                <a:t>outside the margin. So,</a:t>
              </a:r>
              <a:endParaRPr lang="en-US" sz="1800" dirty="0"/>
            </a:p>
            <a:p>
              <a:endParaRPr lang="en-US" sz="2000" dirty="0"/>
            </a:p>
            <a:p>
              <a:r>
                <a:rPr lang="en-US" dirty="0"/>
                <a:t>						and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DA19F0-0A06-4750-93AC-C74AF73B99B7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1470" y="4936025"/>
              <a:ext cx="2212848" cy="31292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7E9C4E4-38F4-42A6-894F-03D3A76727DA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4526" y="6010574"/>
              <a:ext cx="2657856" cy="64008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89C739D-989B-4A82-ABCA-FBBCCCFC14AF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16096" y="6012606"/>
              <a:ext cx="2279904" cy="63804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FA9749B-AAF2-411E-82EC-F5AA7A0E6FC6}"/>
              </a:ext>
            </a:extLst>
          </p:cNvPr>
          <p:cNvGrpSpPr/>
          <p:nvPr/>
        </p:nvGrpSpPr>
        <p:grpSpPr>
          <a:xfrm>
            <a:off x="7112517" y="4528981"/>
            <a:ext cx="4957590" cy="1768725"/>
            <a:chOff x="6643171" y="4329629"/>
            <a:chExt cx="4957590" cy="176872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5FF15DC-AF7C-4B02-AA30-A7A17033C351}"/>
                </a:ext>
              </a:extLst>
            </p:cNvPr>
            <p:cNvSpPr txBox="1"/>
            <p:nvPr/>
          </p:nvSpPr>
          <p:spPr>
            <a:xfrm>
              <a:off x="6643171" y="4329629"/>
              <a:ext cx="495759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Case 2: </a:t>
              </a:r>
              <a:r>
                <a:rPr lang="en-US" dirty="0"/>
                <a:t>Margin violated</a:t>
              </a:r>
            </a:p>
            <a:p>
              <a:endParaRPr lang="en-US" dirty="0"/>
            </a:p>
            <a:p>
              <a:endParaRPr lang="en-US" dirty="0"/>
            </a:p>
            <a:p>
              <a:r>
                <a:rPr lang="en-US" dirty="0"/>
                <a:t>Now hinge loss is active:</a:t>
              </a:r>
            </a:p>
            <a:p>
              <a:endParaRPr lang="en-US" dirty="0"/>
            </a:p>
            <a:p>
              <a:r>
                <a:rPr lang="en-US" dirty="0"/>
                <a:t>					and 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79686DB-8525-416B-9ABB-80A2706FF06F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06386" y="4842524"/>
              <a:ext cx="2160016" cy="31292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6AB94B7-49C4-4A77-A135-28323A082CEC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49714" y="5729925"/>
              <a:ext cx="1940560" cy="31292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285ABDD-FA80-4E1D-9140-731DBAFF4B3B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27556" y="5785426"/>
              <a:ext cx="778256" cy="3129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2526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8DED81-19C9-E200-7B22-724B29235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798F8DD6-D11E-8153-ED50-D874C78A2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3" y="452437"/>
            <a:ext cx="9116568" cy="1216152"/>
          </a:xfrm>
          <a:prstGeom prst="roundRect">
            <a:avLst/>
          </a:prstGeom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 sz="4400" b="1" dirty="0">
                <a:solidFill>
                  <a:schemeClr val="tx1"/>
                </a:solidFill>
                <a:latin typeface="gg sans"/>
              </a:rPr>
            </a:br>
            <a:r>
              <a:rPr lang="en-US" sz="4400" b="1" dirty="0">
                <a:solidFill>
                  <a:schemeClr val="tx1"/>
                </a:solidFill>
                <a:latin typeface="gg sans"/>
              </a:rPr>
              <a:t>2 Practical Example: </a:t>
            </a:r>
            <a:r>
              <a:rPr lang="en-US" sz="4400" dirty="0">
                <a:solidFill>
                  <a:schemeClr val="tx1"/>
                </a:solidFill>
                <a:latin typeface="gg sans"/>
              </a:rPr>
              <a:t>Classification Problem</a:t>
            </a:r>
            <a:br>
              <a:rPr lang="en-US" sz="4400" dirty="0">
                <a:solidFill>
                  <a:schemeClr val="tx1"/>
                </a:solidFill>
                <a:latin typeface="Calibri"/>
              </a:rPr>
            </a:b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939381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/>
        </p:nvSpPr>
        <p:spPr>
          <a:xfrm>
            <a:off x="827182" y="193072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en-US" dirty="0">
                <a:sym typeface="+mn-ea"/>
              </a:rPr>
              <a:t>M</a:t>
            </a:r>
            <a:r>
              <a:rPr lang="en-US" altLang="en-US" dirty="0" err="1">
                <a:sym typeface="+mn-ea"/>
              </a:rPr>
              <a:t>edical</a:t>
            </a:r>
            <a:r>
              <a:rPr lang="en-US" altLang="en-US" dirty="0">
                <a:sym typeface="+mn-ea"/>
              </a:rPr>
              <a:t> dataset designed for binary classification tasks.</a:t>
            </a:r>
          </a:p>
          <a:p>
            <a:r>
              <a:rPr lang="en-US" altLang="en-US" dirty="0">
                <a:sym typeface="+mn-ea"/>
              </a:rPr>
              <a:t>The dataset is organized in a structured tabular data suitable for SVM</a:t>
            </a:r>
          </a:p>
          <a:p>
            <a:r>
              <a:rPr lang="en-US" altLang="en-US" dirty="0"/>
              <a:t>It includes </a:t>
            </a:r>
            <a:r>
              <a:rPr lang="en-US" altLang="en-US" b="1" dirty="0"/>
              <a:t>298 </a:t>
            </a:r>
            <a:r>
              <a:rPr lang="en-US" altLang="en-US" dirty="0"/>
              <a:t>patient records with </a:t>
            </a:r>
            <a:r>
              <a:rPr lang="en-US" altLang="en-US" b="1" dirty="0"/>
              <a:t>13 </a:t>
            </a:r>
            <a:r>
              <a:rPr lang="en-US" altLang="en-US" dirty="0"/>
              <a:t>medical attributes and 1 target </a:t>
            </a:r>
          </a:p>
          <a:p>
            <a:r>
              <a:rPr lang="en-US" altLang="en-US" dirty="0"/>
              <a:t>The attributes cover demographic information, clinical test results, and physiological measurements</a:t>
            </a:r>
          </a:p>
          <a:p>
            <a:r>
              <a:rPr lang="en-US" altLang="en-US" sz="2800" dirty="0"/>
              <a:t>Most attributes are numeric or can be easily encoded, which is required for SVM-based models.</a:t>
            </a:r>
          </a:p>
          <a:p>
            <a:endParaRPr lang="en-US" altLang="en-US" dirty="0"/>
          </a:p>
        </p:txBody>
      </p:sp>
      <p:sp>
        <p:nvSpPr>
          <p:cNvPr id="14" name="Rectangle: Rounded Corners 11">
            <a:extLst>
              <a:ext uri="{FF2B5EF4-FFF2-40B4-BE49-F238E27FC236}">
                <a16:creationId xmlns:a16="http://schemas.microsoft.com/office/drawing/2014/main" id="{D9D87C31-61C8-9EFE-08EA-384689509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6" y="206567"/>
            <a:ext cx="9116568" cy="1115568"/>
          </a:xfrm>
          <a:prstGeom prst="roundRect">
            <a:avLst/>
          </a:prstGeom>
          <a:ln cap="rnd">
            <a:solidFill>
              <a:schemeClr val="accent1">
                <a:shade val="50000"/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2.1 Heart Disease Dataset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3520" y="1952625"/>
            <a:ext cx="5278755" cy="4613910"/>
          </a:xfrm>
        </p:spPr>
        <p:txBody>
          <a:bodyPr>
            <a:noAutofit/>
          </a:bodyPr>
          <a:lstStyle/>
          <a:p>
            <a:r>
              <a:rPr lang="en-US" altLang="en-US" dirty="0"/>
              <a:t>Maximum heart rate (numeric)</a:t>
            </a:r>
          </a:p>
          <a:p>
            <a:r>
              <a:rPr lang="en-US" altLang="en-US" dirty="0"/>
              <a:t>Exercise-induced angina (binary)</a:t>
            </a:r>
          </a:p>
          <a:p>
            <a:r>
              <a:rPr lang="en-US" altLang="en-US" dirty="0"/>
              <a:t>Old peak (numeric)</a:t>
            </a:r>
          </a:p>
          <a:p>
            <a:r>
              <a:rPr lang="en-US" altLang="en-US" dirty="0"/>
              <a:t>Slope (categorical)</a:t>
            </a:r>
          </a:p>
          <a:p>
            <a:r>
              <a:rPr lang="en-US" altLang="en-US" dirty="0"/>
              <a:t>CA </a:t>
            </a:r>
            <a:r>
              <a:rPr lang="fr-FR" altLang="en-US" dirty="0" err="1"/>
              <a:t>nbr</a:t>
            </a:r>
            <a:r>
              <a:rPr lang="fr-FR" altLang="en-US" dirty="0"/>
              <a:t> </a:t>
            </a:r>
            <a:r>
              <a:rPr lang="en-US" altLang="en-US" dirty="0"/>
              <a:t>of major vessels (numeric)</a:t>
            </a:r>
          </a:p>
          <a:p>
            <a:r>
              <a:rPr lang="en-US" altLang="en-US" dirty="0" err="1"/>
              <a:t>Thal</a:t>
            </a:r>
            <a:r>
              <a:rPr lang="en-US" altLang="en-US" dirty="0"/>
              <a:t> (categorical)</a:t>
            </a: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965200" y="1952625"/>
            <a:ext cx="5502275" cy="4631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800" dirty="0"/>
              <a:t>Age (numeric)</a:t>
            </a:r>
          </a:p>
          <a:p>
            <a:r>
              <a:rPr lang="en-US" altLang="en-US" sz="1800" dirty="0"/>
              <a:t>Sex (binary)</a:t>
            </a:r>
          </a:p>
          <a:p>
            <a:r>
              <a:rPr lang="en-US" altLang="en-US" sz="1800" dirty="0"/>
              <a:t>Chest pain (categorical)</a:t>
            </a:r>
          </a:p>
          <a:p>
            <a:r>
              <a:rPr lang="en-US" altLang="en-US" sz="1800" dirty="0"/>
              <a:t>Resting blood pressure (numeric)</a:t>
            </a:r>
          </a:p>
          <a:p>
            <a:r>
              <a:rPr lang="en-US" altLang="en-US" sz="1800" dirty="0"/>
              <a:t>Cholesterol level (numeric)</a:t>
            </a:r>
          </a:p>
          <a:p>
            <a:r>
              <a:rPr lang="en-US" altLang="en-US" sz="1800" dirty="0"/>
              <a:t>Fasting blood sugar (binary)</a:t>
            </a:r>
          </a:p>
          <a:p>
            <a:r>
              <a:rPr lang="en-US" altLang="en-US" sz="1800" dirty="0"/>
              <a:t>ECG results (categorical)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39956-5AB4-4FDA-9F52-B1A61AE0E511}"/>
              </a:ext>
            </a:extLst>
          </p:cNvPr>
          <p:cNvSpPr txBox="1"/>
          <p:nvPr/>
        </p:nvSpPr>
        <p:spPr>
          <a:xfrm>
            <a:off x="2754652" y="4786991"/>
            <a:ext cx="60854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The target </a:t>
            </a:r>
            <a:r>
              <a:rPr lang="fr-FR" altLang="en-US" dirty="0"/>
              <a:t>i</a:t>
            </a:r>
            <a:r>
              <a:rPr lang="en-US" altLang="en-US" dirty="0" err="1"/>
              <a:t>ndicates</a:t>
            </a:r>
            <a:r>
              <a:rPr lang="en-US" altLang="en-US" dirty="0"/>
              <a:t> the presence or absence of heart disease and it’s values are binary: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0 → No heart disease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1 → Heart disease detected</a:t>
            </a:r>
          </a:p>
          <a:p>
            <a:endParaRPr lang="en-US" dirty="0"/>
          </a:p>
        </p:txBody>
      </p:sp>
      <p:sp>
        <p:nvSpPr>
          <p:cNvPr id="5" name="Rectangle: Rounded Corners 11">
            <a:extLst>
              <a:ext uri="{FF2B5EF4-FFF2-40B4-BE49-F238E27FC236}">
                <a16:creationId xmlns:a16="http://schemas.microsoft.com/office/drawing/2014/main" id="{BDED19A1-F287-2281-540D-BF9D74B8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04" y="208218"/>
            <a:ext cx="9116568" cy="1115568"/>
          </a:xfrm>
          <a:prstGeom prst="roundRect">
            <a:avLst/>
          </a:prstGeom>
          <a:ln cap="rnd">
            <a:solidFill>
              <a:schemeClr val="accent1">
                <a:shade val="50000"/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2.2 Features Description</a:t>
            </a:r>
          </a:p>
        </p:txBody>
      </p:sp>
    </p:spTree>
    <p:extLst>
      <p:ext uri="{BB962C8B-B14F-4D97-AF65-F5344CB8AC3E}">
        <p14:creationId xmlns:p14="http://schemas.microsoft.com/office/powerpoint/2010/main" val="1868262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Pour cette partie, nous avons développé deux programmes :</a:t>
            </a:r>
            <a:br>
              <a:rPr lang="fr-FR" sz="2800" dirty="0"/>
            </a:br>
            <a:r>
              <a:rPr lang="fr-FR" sz="2800" dirty="0"/>
              <a:t>– En utilisant la bibliothèque prédéfinie              (</a:t>
            </a:r>
            <a:r>
              <a:rPr lang="fr-FR" sz="2800" dirty="0" err="1"/>
              <a:t>sklearn.svm</a:t>
            </a:r>
            <a:r>
              <a:rPr lang="fr-FR" sz="2800" dirty="0"/>
              <a:t>)</a:t>
            </a:r>
          </a:p>
          <a:p>
            <a:pPr marL="0" indent="0">
              <a:buNone/>
            </a:pPr>
            <a:r>
              <a:rPr lang="fr-FR" sz="2800" dirty="0"/>
              <a:t>– En implémentation native </a:t>
            </a:r>
            <a:br>
              <a:rPr lang="en-US" altLang="en-US" dirty="0"/>
            </a:br>
            <a:r>
              <a:rPr lang="en-US" altLang="en-US" dirty="0"/>
              <a:t>                         </a:t>
            </a:r>
          </a:p>
        </p:txBody>
      </p:sp>
      <p:sp>
        <p:nvSpPr>
          <p:cNvPr id="5" name="Rectangle: Rounded Corners 11">
            <a:extLst>
              <a:ext uri="{FF2B5EF4-FFF2-40B4-BE49-F238E27FC236}">
                <a16:creationId xmlns:a16="http://schemas.microsoft.com/office/drawing/2014/main" id="{AD2CFBE1-352B-C39E-34C4-D7AC9273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70" y="239917"/>
            <a:ext cx="9116568" cy="1478713"/>
          </a:xfrm>
          <a:prstGeom prst="roundRect">
            <a:avLst/>
          </a:prstGeom>
          <a:ln cap="rnd">
            <a:solidFill>
              <a:schemeClr val="accent1">
                <a:shade val="50000"/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2.3 </a:t>
            </a:r>
            <a:r>
              <a:rPr lang="en-US" sz="4400" b="1" dirty="0" err="1"/>
              <a:t>Implémentation</a:t>
            </a:r>
            <a:r>
              <a:rPr lang="en-US" sz="4400" b="1" dirty="0"/>
              <a:t> de </a:t>
            </a:r>
            <a:r>
              <a:rPr lang="en-US" sz="4400" b="1" dirty="0" err="1"/>
              <a:t>l’algorithme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06594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960" y="1895215"/>
            <a:ext cx="1115568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Dans cette partie, nous avons utilisé la bibliothèque </a:t>
            </a:r>
            <a:r>
              <a:rPr lang="fr-FR" sz="2800" dirty="0" err="1"/>
              <a:t>sklearn.svm</a:t>
            </a:r>
            <a:r>
              <a:rPr lang="fr-FR" sz="2800" dirty="0"/>
              <a:t>, en particulier le modèle </a:t>
            </a:r>
            <a:r>
              <a:rPr lang="fr-FR" sz="2800" dirty="0" err="1"/>
              <a:t>LinearSVC</a:t>
            </a:r>
            <a:r>
              <a:rPr lang="fr-FR" sz="2800" dirty="0"/>
              <a:t>.</a:t>
            </a:r>
          </a:p>
          <a:p>
            <a:pPr marL="0" indent="0">
              <a:buNone/>
            </a:pPr>
            <a:r>
              <a:rPr lang="fr-FR" sz="2800" dirty="0"/>
              <a:t>Avant d’entraîner le modèle, nous avons normalisé les donner (en utilisant </a:t>
            </a:r>
            <a:r>
              <a:rPr lang="en-US" sz="2800" dirty="0" err="1"/>
              <a:t>StandardScaler</a:t>
            </a:r>
            <a:r>
              <a:rPr lang="fr-FR" sz="2800" dirty="0"/>
              <a:t>)</a:t>
            </a:r>
          </a:p>
          <a:p>
            <a:pPr marL="0" indent="0">
              <a:buNone/>
            </a:pPr>
            <a:r>
              <a:rPr lang="fr-FR" sz="2800" dirty="0"/>
              <a:t>Ensuite, le modèle a été paramétré comme suit :</a:t>
            </a:r>
          </a:p>
          <a:p>
            <a:pPr marL="0" indent="0">
              <a:buNone/>
            </a:pPr>
            <a:r>
              <a:rPr lang="fr-FR" sz="2800" dirty="0" err="1"/>
              <a:t>LinearSVC</a:t>
            </a:r>
            <a:r>
              <a:rPr lang="fr-FR" sz="2800" dirty="0"/>
              <a:t>(</a:t>
            </a:r>
            <a:r>
              <a:rPr lang="fr-FR" sz="2800" dirty="0" err="1"/>
              <a:t>loss</a:t>
            </a:r>
            <a:r>
              <a:rPr lang="fr-FR" sz="2800" dirty="0"/>
              <a:t> = '</a:t>
            </a:r>
            <a:r>
              <a:rPr lang="fr-FR" sz="2800" dirty="0" err="1"/>
              <a:t>hinge</a:t>
            </a:r>
            <a:r>
              <a:rPr lang="fr-FR" sz="2800" dirty="0"/>
              <a:t>', C = 1.0, </a:t>
            </a:r>
            <a:r>
              <a:rPr lang="fr-FR" sz="2800" dirty="0" err="1"/>
              <a:t>max_iter</a:t>
            </a:r>
            <a:r>
              <a:rPr lang="fr-FR" sz="2800" dirty="0"/>
              <a:t> = 5000)</a:t>
            </a:r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5" name="Rectangle: Rounded Corners 11">
            <a:extLst>
              <a:ext uri="{FF2B5EF4-FFF2-40B4-BE49-F238E27FC236}">
                <a16:creationId xmlns:a16="http://schemas.microsoft.com/office/drawing/2014/main" id="{D9501C0D-9C5E-6F2C-018D-F03FE85C1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67" y="141793"/>
            <a:ext cx="9116568" cy="1477686"/>
          </a:xfrm>
          <a:prstGeom prst="roundRect">
            <a:avLst/>
          </a:prstGeom>
          <a:ln cap="rnd">
            <a:solidFill>
              <a:schemeClr val="accent1">
                <a:shade val="50000"/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4400" b="1" dirty="0"/>
              <a:t>2.3.1 En utilisant la bibliothèque prédéfinie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987772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960" y="1895214"/>
            <a:ext cx="11155680" cy="47810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200" dirty="0"/>
              <a:t>Pour implémenter la conception du SVM, nous avons créé une classe nommée </a:t>
            </a:r>
            <a:r>
              <a:rPr lang="fr-FR" sz="2200" dirty="0" err="1"/>
              <a:t>SVM_Classifier</a:t>
            </a:r>
            <a:r>
              <a:rPr lang="fr-FR" sz="2200" dirty="0"/>
              <a:t>() qui possède la structure suivante: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en-US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184" y="2802691"/>
            <a:ext cx="6470066" cy="3753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6AE719FD-68CE-6878-572C-E66EEDA89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79" y="301456"/>
            <a:ext cx="9116568" cy="1115568"/>
          </a:xfrm>
          <a:prstGeom prst="roundRect">
            <a:avLst/>
          </a:prstGeom>
          <a:ln cap="rnd">
            <a:solidFill>
              <a:schemeClr val="accent1">
                <a:shade val="50000"/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2.3.2 En </a:t>
            </a:r>
            <a:r>
              <a:rPr lang="en-US" sz="4400" b="1" dirty="0" err="1"/>
              <a:t>implémentation</a:t>
            </a:r>
            <a:r>
              <a:rPr lang="en-US" sz="4400" b="1" dirty="0"/>
              <a:t> native </a:t>
            </a:r>
          </a:p>
        </p:txBody>
      </p:sp>
    </p:spTree>
    <p:extLst>
      <p:ext uri="{BB962C8B-B14F-4D97-AF65-F5344CB8AC3E}">
        <p14:creationId xmlns:p14="http://schemas.microsoft.com/office/powerpoint/2010/main" val="3342365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37" y="2004846"/>
            <a:ext cx="5470474" cy="2288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257" y="2004846"/>
            <a:ext cx="4787900" cy="478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E23E4D4E-95B0-FC3D-E270-485264DDF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4" y="276002"/>
            <a:ext cx="9116568" cy="1398793"/>
          </a:xfrm>
          <a:prstGeom prst="roundRect">
            <a:avLst/>
          </a:prstGeom>
          <a:ln cap="rnd">
            <a:solidFill>
              <a:schemeClr val="accent1">
                <a:shade val="50000"/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4400" b="1" dirty="0"/>
              <a:t>2.3.3 Explication du principe de fonctionnement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415759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92" y="1100121"/>
            <a:ext cx="6127165" cy="5127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797" y="1093319"/>
            <a:ext cx="4385895" cy="3016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8573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fr-FR" sz="7100" dirty="0"/>
              <a:t>Pour évaluer la performance de chaque modèle, nous avons utilisé les métriques suivantes :</a:t>
            </a:r>
          </a:p>
          <a:p>
            <a:r>
              <a:rPr lang="fr-FR" sz="7100" dirty="0" err="1"/>
              <a:t>Accuracy</a:t>
            </a:r>
            <a:r>
              <a:rPr lang="fr-FR" sz="7100" dirty="0"/>
              <a:t>   </a:t>
            </a:r>
            <a:r>
              <a:rPr lang="fr-FR" sz="7100" dirty="0" err="1"/>
              <a:t>Accuracy</a:t>
            </a:r>
            <a:r>
              <a:rPr lang="fr-FR" sz="7100" dirty="0"/>
              <a:t>=(TP+TN)/(TP+TN+FN+FT)</a:t>
            </a:r>
          </a:p>
          <a:p>
            <a:r>
              <a:rPr lang="fr-FR" sz="7100" dirty="0" err="1"/>
              <a:t>Precision</a:t>
            </a:r>
            <a:r>
              <a:rPr lang="fr-FR" sz="7100" dirty="0"/>
              <a:t> =TP/(TP+FP)</a:t>
            </a:r>
          </a:p>
          <a:p>
            <a:r>
              <a:rPr lang="fr-FR" sz="7100" dirty="0" err="1"/>
              <a:t>Recall</a:t>
            </a:r>
            <a:r>
              <a:rPr lang="fr-FR" sz="7100" dirty="0"/>
              <a:t>(</a:t>
            </a:r>
            <a:r>
              <a:rPr lang="en-US" sz="7100" dirty="0"/>
              <a:t>Sensitivity</a:t>
            </a:r>
            <a:r>
              <a:rPr lang="fr-FR" sz="7100" dirty="0"/>
              <a:t>)  </a:t>
            </a:r>
            <a:r>
              <a:rPr lang="fr-FR" sz="7100" dirty="0" err="1"/>
              <a:t>Recall</a:t>
            </a:r>
            <a:r>
              <a:rPr lang="fr-FR" sz="7100" dirty="0"/>
              <a:t>=TP/TP+FN</a:t>
            </a:r>
          </a:p>
          <a:p>
            <a:r>
              <a:rPr lang="fr-FR" sz="7100" dirty="0"/>
              <a:t>F1_score=2*(</a:t>
            </a:r>
            <a:r>
              <a:rPr lang="fr-FR" sz="7100" dirty="0" err="1"/>
              <a:t>Precision</a:t>
            </a:r>
            <a:r>
              <a:rPr lang="fr-FR" sz="7100" dirty="0"/>
              <a:t> *</a:t>
            </a:r>
            <a:r>
              <a:rPr lang="fr-FR" sz="7100" dirty="0" err="1"/>
              <a:t>Recall</a:t>
            </a:r>
            <a:r>
              <a:rPr lang="fr-FR" sz="7100" dirty="0"/>
              <a:t>)/(</a:t>
            </a:r>
            <a:r>
              <a:rPr lang="fr-FR" sz="7100" dirty="0" err="1"/>
              <a:t>Precision</a:t>
            </a:r>
            <a:r>
              <a:rPr lang="fr-FR" sz="7100" dirty="0"/>
              <a:t> +</a:t>
            </a:r>
            <a:r>
              <a:rPr lang="fr-FR" sz="7100" dirty="0" err="1"/>
              <a:t>Recall</a:t>
            </a:r>
            <a:r>
              <a:rPr lang="fr-FR" sz="7100" dirty="0"/>
              <a:t>)</a:t>
            </a:r>
          </a:p>
          <a:p>
            <a:r>
              <a:rPr lang="fr-FR" sz="7100" dirty="0"/>
              <a:t>confusion matrix</a:t>
            </a:r>
          </a:p>
          <a:p>
            <a:pPr marL="0" indent="0">
              <a:buNone/>
            </a:pPr>
            <a:r>
              <a:rPr lang="fr-FR" sz="7100" dirty="0"/>
              <a:t>Et on a pas utiliser MSE et r2_score ,car ils sont destiner a un </a:t>
            </a:r>
            <a:r>
              <a:rPr lang="fr-FR" sz="7100" dirty="0" err="1"/>
              <a:t>problem</a:t>
            </a:r>
            <a:r>
              <a:rPr lang="fr-FR" sz="7100" dirty="0"/>
              <a:t> de </a:t>
            </a:r>
            <a:r>
              <a:rPr lang="fr-FR" sz="7100" dirty="0" err="1"/>
              <a:t>regression</a:t>
            </a:r>
            <a:r>
              <a:rPr lang="fr-FR" sz="7100" dirty="0"/>
              <a:t>(prédire une valeur continue comme un prix ou une température) 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br>
              <a:rPr lang="en-US" altLang="en-US" dirty="0"/>
            </a:br>
            <a:r>
              <a:rPr lang="en-US" altLang="en-US" dirty="0"/>
              <a:t>                         </a:t>
            </a:r>
          </a:p>
        </p:txBody>
      </p:sp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231DBB10-A9CF-7666-5D5B-9520ED199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21" y="229819"/>
            <a:ext cx="9116568" cy="1115568"/>
          </a:xfrm>
          <a:prstGeom prst="roundRect">
            <a:avLst/>
          </a:prstGeom>
          <a:ln cap="rnd">
            <a:solidFill>
              <a:schemeClr val="accent1">
                <a:shade val="50000"/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2.4 Evaluation methods</a:t>
            </a:r>
          </a:p>
        </p:txBody>
      </p:sp>
    </p:spTree>
    <p:extLst>
      <p:ext uri="{BB962C8B-B14F-4D97-AF65-F5344CB8AC3E}">
        <p14:creationId xmlns:p14="http://schemas.microsoft.com/office/powerpoint/2010/main" val="868483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8785" y="1739051"/>
            <a:ext cx="8946541" cy="41954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sz="2500" dirty="0"/>
              <a:t>Il a </a:t>
            </a:r>
            <a:r>
              <a:rPr lang="en-US" altLang="en-US" sz="2500" dirty="0" err="1"/>
              <a:t>donner</a:t>
            </a:r>
            <a:r>
              <a:rPr lang="en-US" altLang="en-US" sz="2500" dirty="0"/>
              <a:t> </a:t>
            </a:r>
            <a:r>
              <a:rPr lang="en-US" altLang="en-US" sz="2500" dirty="0" err="1"/>
              <a:t>ces</a:t>
            </a:r>
            <a:r>
              <a:rPr lang="en-US" altLang="en-US" sz="2500" dirty="0"/>
              <a:t> resultants:</a:t>
            </a:r>
          </a:p>
          <a:p>
            <a:pPr marL="0" indent="0">
              <a:buNone/>
            </a:pPr>
            <a:r>
              <a:rPr lang="fr-FR" sz="2500" dirty="0" err="1"/>
              <a:t>Accuracy</a:t>
            </a:r>
            <a:r>
              <a:rPr lang="fr-FR" sz="2500" dirty="0"/>
              <a:t> = 86.67 % (bonnes prédictions globales)</a:t>
            </a:r>
          </a:p>
          <a:p>
            <a:pPr marL="0" indent="0">
              <a:buNone/>
            </a:pPr>
            <a:r>
              <a:rPr lang="fr-FR" sz="2500" dirty="0" err="1"/>
              <a:t>Precision</a:t>
            </a:r>
            <a:r>
              <a:rPr lang="fr-FR" sz="2500" dirty="0"/>
              <a:t> (classe 1 = malade)0.89 → 89 Quand le modèle dit « malade », il a raison 89 % du temps.</a:t>
            </a:r>
          </a:p>
          <a:p>
            <a:pPr marL="0" indent="0">
              <a:buNone/>
            </a:pPr>
            <a:r>
              <a:rPr lang="fr-FR" sz="2500" dirty="0" err="1"/>
              <a:t>Recall</a:t>
            </a:r>
            <a:r>
              <a:rPr lang="fr-FR" sz="2500" dirty="0"/>
              <a:t> (classe 1 = malade)0.80 → 80 %Le modèle détecte 80 % des vrais malades (rate 20 %).</a:t>
            </a:r>
          </a:p>
          <a:p>
            <a:pPr marL="0" indent="0">
              <a:buNone/>
            </a:pPr>
            <a:r>
              <a:rPr lang="fr-FR" sz="2500" dirty="0"/>
              <a:t>F1-score (classe 1 = malade)0.85 → 85 %Bon équilibre entre précision et </a:t>
            </a:r>
            <a:r>
              <a:rPr lang="fr-FR" sz="2500" dirty="0" err="1"/>
              <a:t>recall</a:t>
            </a:r>
            <a:endParaRPr lang="en-US" altLang="en-US" sz="2500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br>
              <a:rPr lang="en-US" altLang="en-US" dirty="0"/>
            </a:br>
            <a:r>
              <a:rPr lang="en-US" altLang="en-US" dirty="0"/>
              <a:t>                         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720682"/>
              </p:ext>
            </p:extLst>
          </p:nvPr>
        </p:nvGraphicFramePr>
        <p:xfrm>
          <a:off x="1663150" y="4515920"/>
          <a:ext cx="8345103" cy="19305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2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Predicted</a:t>
                      </a:r>
                      <a:r>
                        <a:rPr lang="en-US" sz="2100" baseline="0" dirty="0"/>
                        <a:t> </a:t>
                      </a:r>
                      <a:r>
                        <a:rPr lang="en-US" sz="2100" baseline="0" dirty="0" err="1"/>
                        <a:t>maladie</a:t>
                      </a:r>
                      <a:endParaRPr 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Predicted</a:t>
                      </a:r>
                      <a:r>
                        <a:rPr lang="en-US" sz="2100" baseline="0" dirty="0"/>
                        <a:t> non </a:t>
                      </a:r>
                      <a:r>
                        <a:rPr lang="en-US" sz="2100" baseline="0" dirty="0" err="1"/>
                        <a:t>maladie</a:t>
                      </a:r>
                      <a:endParaRPr 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504">
                <a:tc>
                  <a:txBody>
                    <a:bodyPr/>
                    <a:lstStyle/>
                    <a:p>
                      <a:r>
                        <a:rPr lang="en-US" sz="2100" dirty="0"/>
                        <a:t>Actual </a:t>
                      </a:r>
                      <a:r>
                        <a:rPr lang="en-US" sz="2100" dirty="0" err="1"/>
                        <a:t>maladie</a:t>
                      </a:r>
                      <a:endParaRPr 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504">
                <a:tc>
                  <a:txBody>
                    <a:bodyPr/>
                    <a:lstStyle/>
                    <a:p>
                      <a:r>
                        <a:rPr lang="en-US" sz="2100" dirty="0"/>
                        <a:t>Actual non </a:t>
                      </a:r>
                      <a:r>
                        <a:rPr lang="en-US" sz="2100" dirty="0" err="1"/>
                        <a:t>maladie</a:t>
                      </a:r>
                      <a:endParaRPr 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: Rounded Corners 11">
            <a:extLst>
              <a:ext uri="{FF2B5EF4-FFF2-40B4-BE49-F238E27FC236}">
                <a16:creationId xmlns:a16="http://schemas.microsoft.com/office/drawing/2014/main" id="{615FD443-0CC6-116F-2DF8-C28AFBC7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81" y="154236"/>
            <a:ext cx="9594615" cy="1432193"/>
          </a:xfrm>
          <a:prstGeom prst="roundRect">
            <a:avLst/>
          </a:prstGeom>
          <a:ln cap="rnd">
            <a:solidFill>
              <a:schemeClr val="accent1">
                <a:shade val="50000"/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4400" b="1" dirty="0"/>
              <a:t>2.4.1 Évaluation du modèle prédéfini (</a:t>
            </a:r>
            <a:r>
              <a:rPr lang="fr-FR" sz="4400" b="1" dirty="0" err="1"/>
              <a:t>scikit-learn</a:t>
            </a:r>
            <a:r>
              <a:rPr lang="fr-FR" sz="4400" b="1" dirty="0"/>
              <a:t>)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783641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9802" y="1717017"/>
            <a:ext cx="8946541" cy="41954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sz="2500" dirty="0"/>
              <a:t>Il a </a:t>
            </a:r>
            <a:r>
              <a:rPr lang="en-US" altLang="en-US" sz="2500" dirty="0" err="1"/>
              <a:t>donner</a:t>
            </a:r>
            <a:r>
              <a:rPr lang="en-US" altLang="en-US" sz="2500" dirty="0"/>
              <a:t> </a:t>
            </a:r>
            <a:r>
              <a:rPr lang="en-US" altLang="en-US" sz="2500" dirty="0" err="1"/>
              <a:t>ces</a:t>
            </a:r>
            <a:r>
              <a:rPr lang="en-US" altLang="en-US" sz="2500" dirty="0"/>
              <a:t> resultants:</a:t>
            </a:r>
          </a:p>
          <a:p>
            <a:r>
              <a:rPr lang="fr-FR" sz="2500" dirty="0" err="1"/>
              <a:t>Accuracy</a:t>
            </a:r>
            <a:r>
              <a:rPr lang="fr-FR" sz="2500" dirty="0"/>
              <a:t> = 80% de bonnes prédictions globales.</a:t>
            </a:r>
          </a:p>
          <a:p>
            <a:r>
              <a:rPr lang="fr-FR" sz="2500" dirty="0" err="1"/>
              <a:t>Precision</a:t>
            </a:r>
            <a:r>
              <a:rPr lang="fr-FR" sz="2500" dirty="0"/>
              <a:t> (classe 1 = malade)0.78 → 78 %Quand le modèle dit « malade », il a raison 78 % du temps.</a:t>
            </a:r>
          </a:p>
          <a:p>
            <a:r>
              <a:rPr lang="fr-FR" sz="2500" dirty="0" err="1"/>
              <a:t>Recall</a:t>
            </a:r>
            <a:r>
              <a:rPr lang="fr-FR" sz="2500" dirty="0"/>
              <a:t> (classe 1 = malade)0.78 → 78 %Le modèle détecte 78 % des vrais malades → rate 22%</a:t>
            </a:r>
          </a:p>
          <a:p>
            <a:r>
              <a:rPr lang="fr-FR" sz="2500" dirty="0"/>
              <a:t>F1-score (classe 1 = malade)0.78 → 78%Équilibre moyen entre précision et </a:t>
            </a:r>
            <a:r>
              <a:rPr lang="fr-FR" sz="2500" dirty="0" err="1"/>
              <a:t>recall</a:t>
            </a:r>
            <a:endParaRPr lang="fr-FR" sz="2500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br>
              <a:rPr lang="en-US" altLang="en-US" dirty="0"/>
            </a:br>
            <a:r>
              <a:rPr lang="en-US" altLang="en-US" dirty="0"/>
              <a:t>                         </a:t>
            </a:r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177360"/>
              </p:ext>
            </p:extLst>
          </p:nvPr>
        </p:nvGraphicFramePr>
        <p:xfrm>
          <a:off x="2027043" y="4637218"/>
          <a:ext cx="8345103" cy="18268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8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maladie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  <a:r>
                        <a:rPr lang="en-US" baseline="0" dirty="0"/>
                        <a:t> non </a:t>
                      </a:r>
                      <a:r>
                        <a:rPr lang="en-US" baseline="0" dirty="0" err="1"/>
                        <a:t>maladie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504">
                <a:tc>
                  <a:txBody>
                    <a:bodyPr/>
                    <a:lstStyle/>
                    <a:p>
                      <a:r>
                        <a:rPr lang="en-US" dirty="0"/>
                        <a:t>Actual </a:t>
                      </a:r>
                      <a:r>
                        <a:rPr lang="en-US" dirty="0" err="1"/>
                        <a:t>maladie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504">
                <a:tc>
                  <a:txBody>
                    <a:bodyPr/>
                    <a:lstStyle/>
                    <a:p>
                      <a:r>
                        <a:rPr lang="en-US" dirty="0"/>
                        <a:t>Actual non </a:t>
                      </a:r>
                      <a:r>
                        <a:rPr lang="en-US" dirty="0" err="1"/>
                        <a:t>maladie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F70E5871-47D2-583F-461A-EBE918D5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43" y="146423"/>
            <a:ext cx="9116568" cy="1285769"/>
          </a:xfrm>
          <a:prstGeom prst="roundRect">
            <a:avLst/>
          </a:prstGeom>
          <a:ln cap="rnd">
            <a:solidFill>
              <a:schemeClr val="accent1">
                <a:shade val="50000"/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2.4.2 </a:t>
            </a:r>
            <a:r>
              <a:rPr lang="en-US" sz="4400" b="1" dirty="0" err="1"/>
              <a:t>Évaluation</a:t>
            </a:r>
            <a:r>
              <a:rPr lang="en-US" sz="4400" b="1" dirty="0"/>
              <a:t> du </a:t>
            </a:r>
            <a:r>
              <a:rPr lang="en-US" sz="4400" b="1" dirty="0" err="1"/>
              <a:t>modèle</a:t>
            </a:r>
            <a:r>
              <a:rPr lang="en-US" sz="4400" b="1" dirty="0"/>
              <a:t> native</a:t>
            </a:r>
          </a:p>
        </p:txBody>
      </p:sp>
    </p:spTree>
    <p:extLst>
      <p:ext uri="{BB962C8B-B14F-4D97-AF65-F5344CB8AC3E}">
        <p14:creationId xmlns:p14="http://schemas.microsoft.com/office/powerpoint/2010/main" val="3534488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En utilisant les métriques calculées, on constate que : </a:t>
            </a:r>
          </a:p>
          <a:p>
            <a:pPr marL="0" indent="0">
              <a:buNone/>
            </a:pPr>
            <a:r>
              <a:rPr lang="fr-FR" sz="2800" dirty="0"/>
              <a:t>Le SVM </a:t>
            </a:r>
            <a:r>
              <a:rPr lang="fr-FR" sz="2800" dirty="0" err="1"/>
              <a:t>Sklearn</a:t>
            </a:r>
            <a:r>
              <a:rPr lang="fr-FR" sz="2800" dirty="0"/>
              <a:t> est globalement plus performant que le modèle natif, avec une meilleure </a:t>
            </a:r>
            <a:r>
              <a:rPr lang="fr-FR" sz="2800" dirty="0" err="1"/>
              <a:t>Accuray</a:t>
            </a:r>
            <a:r>
              <a:rPr lang="fr-FR" sz="2800" dirty="0"/>
              <a:t>, </a:t>
            </a:r>
            <a:r>
              <a:rPr lang="fr-FR" sz="2800" dirty="0" err="1"/>
              <a:t>Precision</a:t>
            </a:r>
            <a:r>
              <a:rPr lang="fr-FR" sz="2800" dirty="0"/>
              <a:t> ,Recall,f1_score .Le modèle natif fonctionne mais reste moins précis et moins fiable.</a:t>
            </a:r>
            <a:br>
              <a:rPr lang="fr-FR" sz="2800" dirty="0"/>
            </a:br>
            <a:br>
              <a:rPr lang="fr-FR" dirty="0"/>
            </a:br>
            <a:endParaRPr lang="en-US" dirty="0"/>
          </a:p>
        </p:txBody>
      </p:sp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D98364EC-6F65-C4DA-912F-8AFE7D39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91" y="287184"/>
            <a:ext cx="9116568" cy="1486531"/>
          </a:xfrm>
          <a:prstGeom prst="roundRect">
            <a:avLst/>
          </a:prstGeom>
          <a:ln cap="rnd">
            <a:solidFill>
              <a:schemeClr val="accent1">
                <a:shade val="50000"/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2.4.3 </a:t>
            </a:r>
            <a:r>
              <a:rPr lang="en-US" sz="4400" b="1" dirty="0" err="1"/>
              <a:t>Évaluation</a:t>
            </a:r>
            <a:r>
              <a:rPr lang="en-US" sz="4400" b="1" dirty="0"/>
              <a:t> de deux </a:t>
            </a:r>
            <a:r>
              <a:rPr lang="en-US" sz="4400" b="1" dirty="0" err="1"/>
              <a:t>approches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910816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3000" dirty="0"/>
              <a:t>Le </a:t>
            </a:r>
            <a:r>
              <a:rPr lang="fr-FR" sz="3000" dirty="0" err="1"/>
              <a:t>svm</a:t>
            </a:r>
            <a:r>
              <a:rPr lang="fr-FR" sz="3000" dirty="0"/>
              <a:t> reste un approche des approches utiliser pour faire la classification a partir de hyperplan en utilisant les support </a:t>
            </a:r>
            <a:r>
              <a:rPr lang="fr-FR" sz="3000" dirty="0" err="1"/>
              <a:t>vectours</a:t>
            </a:r>
            <a:r>
              <a:rPr lang="fr-FR" sz="3000" dirty="0"/>
              <a:t> mais il reste d’autre approche qui peux donner  des </a:t>
            </a:r>
            <a:r>
              <a:rPr lang="fr-FR" sz="3000" dirty="0" err="1"/>
              <a:t>resultant</a:t>
            </a:r>
            <a:r>
              <a:rPr lang="fr-FR" sz="3000" dirty="0"/>
              <a:t> </a:t>
            </a:r>
            <a:r>
              <a:rPr lang="fr-FR" sz="3000" dirty="0" err="1"/>
              <a:t>mielleur</a:t>
            </a:r>
            <a:r>
              <a:rPr lang="fr-FR" sz="3000" dirty="0"/>
              <a:t> il faut juste compris bien le </a:t>
            </a:r>
            <a:r>
              <a:rPr lang="fr-FR" sz="3000" dirty="0" err="1"/>
              <a:t>problem</a:t>
            </a:r>
            <a:r>
              <a:rPr lang="fr-FR" sz="3000" dirty="0"/>
              <a:t> .</a:t>
            </a:r>
            <a:br>
              <a:rPr lang="en-US" altLang="en-US" dirty="0"/>
            </a:br>
            <a:r>
              <a:rPr lang="en-US" altLang="en-US" dirty="0"/>
              <a:t>                         </a:t>
            </a:r>
          </a:p>
        </p:txBody>
      </p:sp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F4A44503-A076-C917-F10A-1E43CA89B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979" y="302805"/>
            <a:ext cx="9116568" cy="1115568"/>
          </a:xfrm>
          <a:prstGeom prst="roundRect">
            <a:avLst/>
          </a:prstGeom>
          <a:ln cap="rnd">
            <a:solidFill>
              <a:schemeClr val="accent1">
                <a:shade val="50000"/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2.5 Conclusion</a:t>
            </a:r>
          </a:p>
        </p:txBody>
      </p:sp>
    </p:spTree>
    <p:extLst>
      <p:ext uri="{BB962C8B-B14F-4D97-AF65-F5344CB8AC3E}">
        <p14:creationId xmlns:p14="http://schemas.microsoft.com/office/powerpoint/2010/main" val="727480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0B7074-8ADE-400B-A840-BFE3CFA4B831}">
  <we:reference id="wa104381909" version="3.20.0.0" store="en-US" storeType="OMEX"/>
  <we:alternateReferences>
    <we:reference id="wa104381909" version="3.20.0.0" store="WA104381909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frac&gt;&lt;mn&gt;1&lt;/mn&gt;&lt;mn&gt;2&lt;/mn&gt;&lt;/mfrac&gt;&lt;mi&gt;&amp;#x3BB;&lt;/mi&gt;&lt;mo&gt;&amp;#x2016;&lt;/mo&gt;&lt;mi&gt;w&lt;/mi&gt;&lt;msup&gt;&lt;mo&gt;&amp;#x2016;&lt;/mo&gt;&lt;mn&gt;2&lt;/mn&gt;&lt;/msup&gt;&lt;mo&gt;+&lt;/mo&gt;&lt;munder&gt;&lt;mo&gt;&amp;#x2211;&lt;/mo&gt;&lt;mi&gt;i&lt;/mi&gt;&lt;/munder&gt;&lt;mi&gt;max&lt;/mi&gt;&lt;mo&gt;(&lt;/mo&gt;&lt;mn&gt;0&lt;/mn&gt;&lt;mo&gt;,&lt;/mo&gt;&lt;mn&gt;1&lt;/mn&gt;&lt;mo&gt;-&lt;/mo&gt;&lt;msub&gt;&lt;mi&gt;y&lt;/mi&gt;&lt;mi&gt;i&lt;/mi&gt;&lt;/msub&gt;&lt;mo&gt;(&lt;/mo&gt;&lt;mi&gt;w&lt;/mi&gt;&lt;mo&gt;&amp;#xB7;&lt;/mo&gt;&lt;msub&gt;&lt;mi&gt;x&lt;/mi&gt;&lt;mi&gt;i&lt;/mi&gt;&lt;/msub&gt;&lt;mo&gt;+&lt;/mo&gt;&lt;mi&gt;b&lt;/mi&gt;&lt;mo&gt;)&lt;/mo&gt;&lt;mo&gt;)&lt;/mo&gt;&lt;/math&gt;\&quot;,\&quot;base64Image\&quot;:\&quot;iVBORw0KGgoAAAANSUhEUgAABgUAAADnCAYAAAA+VlYvAAAACXBIWXMAAA7EAAAOxAGVKw4bAAAABGJhU0UAAACNUy1tAwAAQXtJREFUeNrt3Q/oHcW9KPAhhBAkSIM3aEjFIkGCiAhescGKCiIiIhIqqfhERZAiQUQCVqxYEan0iVe8wSIiQSQEfMErPlFBJIhIkCtesWLFIiISQhBsSEMaYqBv5509/E5Ozv455+yes38+Hxhurzm//TOzOzsz392ZEGB2/8pJdfwdAAAAAACwJIICAAAAAADQE4ICAAAAAADQE4ICAAAAAADQE4ICAAAAAADQE4ICAAAAAADQE4ICAAAAAADQE4ICAAAAAADQE4ICAAAAAADQE4ICAAAAAADQE4ICAAAAAADQE4ICAAAAAADQE4ICAAAAAADQE4ICAAAAAAAs3A1JOls2LJygAAAAAAAACxODAZ+HwWDyrbJj4QQFAAAAAACo3aVJ2h9OH0wWFFg8QQEAAAAAAGpzQZL2hMmDyYICiycoAAAAAABA5c5J0jNJOhmyB5MFBRZPUAAAAAAAgMqsSdLDSToS8geSBQWWQ1AAAAAAAIBK3JOk70NxMEBQYHkEBQAAAAAAmMtNSfo8lA8GCAosj6AAAAAAAAAzuTxJH4TBwPDbSdoWBtMHrU7SziAo0ESCAgAAAAAATO3qMFhE+IUkXZTxm3eDoEDTCAoAAAAAADC1jWnKc28QFGgaQQEAAAAAAGpxcxAUaBpBAQAAAAAAahEXIBYUaBZBAQAAAAAAaiEo0DyCAgAAAAAA1EJQoHkEBQAAAAAAqIWgQPMICgAAAAAAUAtBgeYRFAAAAAAAoBaCAs0jKAAAAAAAQC0EBZpHUAAAAAAAgFoICjSPoAAAAAAAALUQFGgeQQEAAAAAAGohKNA8ggIAAAAAANRCUKB5BAUAAAAAAKiFoEDzCAoAAAAAAFALQYHmERQAAAAAAKAWggLNIygAAAAAAEAtBAWaR1AAqMsfk7RfWnr6nUsRAAAAWBZBgeYRFADq8vMk/b2gvpDqT7tdigAAAMCyCAo0j6AAUKcdwaC8oAAAAADQW4ICzSMoANTtv4KBeUEBAAAAoJcEBZpHUACo27okfRsMzgsKAAAAAL0jKNA8ggLAItwcDM4LCgAAAAC9IyjQPIICwKL872CAXlAAAAAA6BVBgeYRFAAWZXWSDgSD9IICAAAAQG8ICjSPoACwSL9I0t+DgXpBAQAAAKAXBAWaR1AAWLRfh+oHvn/Twnz4eRgESa5N0t1J+n2S/itUvyizoAAAAACwNIICzSMoACzDf4ZqB77/kaQtHcqf85K0I0nvJemnICgAAAAAtJSgQPMICgDLsDZU/0b8/6Tb7ZpfhMHA/qzBAUEBAAAAYGkEBZpHUKAb5aFMaKNfhvnfgh9Pf+5wfl2WpA+DoAAAAADQIoICzSMo0I3yUCa01c5Q/foCXX+W/CEICgAAAAAtISjQPIIC3SgPZUKbHQjVry+wueN59mQQFAAAAABaQFCgeQQFulEeyoQ2iwP4fw/VBgZioGFtx/Pt/wRBAQAAAKDhBAWaR1CgG+WhTGi7X4fqpxH6Y8fzbHWS/hYEBQAAAIAGExRoHkGBbpSHMqEL/hysLzCt60PxYs2CAgAAAMDSCAo0j6BAN8pDmdAFP0vS96HaoMAPSfp5x/OtaBohQQEAAABgaQQFmkdQoBvloUzoil+G4jffp037w2Cqna76VRAUAAAAABpKUKB5BAW6UR7KhC75Xah+GqEnO55nB4KgAAAAANBAggLNIyjQjfJQJnRJfKv/v0P1gYHfdDjPfhMEBQAAAIAGEhRoHkGBbpSHMqFrNifp76HaoMA/knRJR/NrdXp+ggIAAABAowgKNI+gQDfKQ5nQRb8O1X8t8D9JWtfR/MpacFhQAAAAAFgaQYHmERToRnkoE7rqpVB9YOA/OppXNwdBAQAAAKBhBAWaR1CgG+WhTOiqtUn6a7C+QBk/S9JPQVAAAAAAaBBBgeYRFOhGeSgTumxLyJ4vf9YU1yv4RQfz6kAQFAAAAAAaRFCgeQQFulEeyoSu+12o/muB/w6DBXq75I9BUAAAAABokO1BUKBpBAW6UR7KhD54L1QfGPhjx/Lo2iAoAAAAADTIEyF/cGa7LFo4QYFulIcyoQ/OS9KhUH1g4OYO5dG6cOa6AoICAAAAwNJ8FvIHZl6WRQsnKNCN8mhymWxK0v1Jei1J3yTpeJJOJelEko4k6a0kPZ2krYqfEn4Tqg8K/JCkn3coj/47CAoAAAAADXB7KB6YORYGA4gsjqBAN8qjiWVyQZL2hEEAoOzgbAwc3uwyoMDuUH1gIE5N1JX1BV4NggIAAADAkt0VBm8HlxmY+SJJW2TZwggKdKM8mlYmMQh4LMw+QPtKkta6HMgQr42/huoDA092JH9+HwQFAAAAgAWJcxlfmaQbwmB9gOfCYLqQWd/afCQMFh+O29uabp9qCQp0ozyaVCY7QjUDtO8HgQGyXZKkf4TqAwPXdiBvNifp7pH0K5cLAAAAUJf4du+/akx7ZXHlBAW6UR5NKZObKr7n97gkyPFgDc+ZuJDxv8laAAAAALpKUKAb5dGEMtmYpB9H9hkXEt4VBmsEnD3yuzVJuipJO5P0ZSgepN3usiBDXAPgQLC+AAAAAACUJijQjfJoQpnsGdnf/jAIEpQR1xz5MefYv3ZZkOO8JP09VB8Y+J2sBQAAAKCLBAW6UR7LLpNLw+lrAayZ8u/j/PB5gYEbXBrkuDlUHxT4KXRjfQEAAAAAOI2gQDfKY9llsjvdz8EknTPjNm7IOf4XXBqUvAatLwAAAAAAOQQFulEeyyyTtUk6me5n25zbejvj+N91aVBgXZL+FqoPDLwTrC8AAAAAQIcICnSjPJZZJtvTfRyoYFtZ08D86NKghH9P0j9D9YGBB2UtAAXiF49nywYAoEarknRVGLycCXREnHLlmSR9EwZvXX+SpOsXsF9BgWZpY1BgOG3LNRU94E5NOP6jLg1KejDUs77Ar2QtMOKylnTG4ldU29NndVzz50iSTqTP2uNJ+ipJr6V154WKdSYxGPB5+ry4VXZAb+pXgDrFdRqvSttxT6XttW/DynjJtiUc0+UdrJ+7eE60zBVJOhwmD0bdVPO+BQWapY1BgS+T9GmF2/tuwvEfdGkwhfdC9YGB2ACzvgAQB9mfS+uFxxt8nHFQbW9Ymd6vbIqBg62KuZRLk7R/LP8EBaD79StAlS5I0u1J+lOSXg2DqZOPlmizrV/wcV6UHlfsF1/fkbzv4jnRMpvDYGqUrBs9/ts5Ne5fUKBZ2jp9UJUV6FsTjv8NlwZT+EWS/hGqDwy8JGuh165OOw3DYPUlDTzG2GbMWnj9m7SzGTudL4TBG2dHMn67t+b2Z9s773sy8k1QALpbvwLU4d4Z+qWfL+E4Y+B238gx7Artf8O+i+dEi6wKK58b56UnajwGQYFmaWNQoGqTggLPujSY0q/DYNqfqgMDBnygn54aqQe+SNLGBh5jfMP/4IR6K36Bd0tOW/S+JP0w4e++D4NPqhkYTvV50jMCele/AtRlUxjMEBLXV7wtSQ8k6cOCPunzSzzeJ8fq7M0dKIMunhMt8HAoNwhV59QpggLNIigwWE9j0dNo0U1/DtUHBeLA2c9lLfTGuUn6YKQO+Dg08w36OOh/YkKdFTuVZT4vPz8MpgOctKbP1T2/BtakbfYjQeAY+li/AizDkQa3N0a/boizm9zYgfzu4jnRYOtKdi6G6YqajkNQoFkEBc6cPy9WyKtcGsxgdZL+EqoPDBwIPiuEPohvyR8cu/fXN/A445tlpybUVV9PebwbwuR1fY6G/n4xcE8YfDHhazLoZ/0KsCyfZrQ1YpvvrAYc321jx3VvB/K8i+dEQ+0cudAOhcG87KvSxtCTE278B2o6DkGBZul7UGDdhGN/xmXBHK4N9Uwj9EdZC512Qzg9SP15aOaAVXxp5HhGh3GWObm3ZtR5sa16bo/K/6ZQbopPQQHobv0KsEzHMtoaHzfoGMcH0R/uQL538ZxooG/SCyx+qr1hwr8/NXYhvlrTcQgKNEvfgwK3ThjUuMBlwZx+H6oPChj8ge66NZz+5n1c/LKJA+Kx/Xgoo36aZy2eFzO2+X4Pyj6+vTyczuTtJG0Lg+mD4pdnOz0XoDf1K8Aybcppa/ypYcc6vlDyox3I/y6eEw1yVViZFiVrwDO+MT0aGXy3pmMRFGiWvgcFxgcidrkkqMh7wfoCQLFt4cwp7LY09Fj3ZdRNcSHceQbZNobsxXTv73DZX52e9wtJuijjN+8GQQHoQ/0KsEzbc9oaNzTweJ8eO8YdHSiDLp4TDfFselHdVfC7vWONpjoICjRLn4MCcfqsH8aueYuNUZV/C9lv1M6T9ofBG6RA+9004R5v6iJjt+TUSy9WsP2XM7Yd18Pq6lu9G9OU594gKABdr18Bli2rHRZfXmjqeovjL07c0oFy6OI50QDxM8nPS/zurpGL73hNxyIo0Cx9DgrcOXbM97gcqFjsfNaxvsCTshZab9Lc/E29t2Nn8JucOmlrBfu4Kmf7ff6K7+YgKABdrl8BmiCrnfdmg485vtA5+hJenPnk0paXQxfPiSW7KJT7SiC6ceTiO1HT8QgKNEufgwJfjBzvWy0tv/fcE433UqhnfYHrZS201sZw5pdEHzf4eO/LqYu+q3A/32Xso8/r/dwUBAWgy/UroP+8bJtz2hlNn8bxxrHjjcGNti8k38VzYoniAmbPh3LTTawb64DVQVCgWfoaFBgd4Pg+tHfaII2a5ov16l9D9UGB2OE9T/ZC68S37j8KZ36afVGDj/nLnLrouQr383zOfp7p6fUiKADdrl8B/edly5uqsA3rsOwZO+a9HSiTLp4TLbA6+FKgb/oYFNgQVtYSiJ8WX65RQ80uS9I/Q/WBgXeC9QWgbZ6ccC8/0eDjvaqgHqpyrtNbc/YTP59e08PrRVAAulu/AvrPTbAv1P81aJ02hcH45eix39HyMuniOdESggL9LO8+BQXe6FBnWqOmPe4O9Uwj9AdZC61xeZj81c+6Bh/zizn1T/yqdG2F+1pXUN/d1cNrRlAAulu/AvrPyxa/sDqWkSe7W3Qefxo79h/D4GXQNuviOdECFhruZ3n3JShw/8gxPqBRw4K9E+oJDPxS1kIrOl1fTLh/dzb8uA/n1D1f1rC/vKmK3u7hdSMoAN2tXwH952W7MqeNsa1F5xHXkzk1dvyvtrxsunhOtMDwYjta8/YFBZpV3n0ICsQpEE6mx/e4Rg1L8Itw5uJ3VaS4LsbPZC802kNh8pQ4axt8zFcU1D17atjn3pz9nWx4ftVBUAC6Wb8C+s9N8GjI/hr07Jady54J53F5y8uni+dEw41+mlLn9gUFmlXeXQ8KXBBW3nbs0mKFGjXtc2uo52uB/xusLwBNtS5tV43ft7saftw7C+qdnUvYZ98GwQUFoJv1K6D/3AT7M/Ljwxaeyw0TzuNAy8uni+dEg40uNHywpn0ICjRLH4ICcd61b9LjekGjhgb4Y6gnMOAzeWimJzLu2asbftz7wuIHpIsCp30b6BMUgG7Wr4D+87LF8b9TGfnRxkXa41RyRyecy40tLqMunhMNdlaof95WQYFm6XpQYH2SPgvdnX9No6a9DbC/hOqDAj8l6eeydy7xjcP7kvRxKDfN2BXp715P0g9JOhEGU5wcTZ+jcUqDeT69jYMa8eum99Ntnkz3EQP3ccD2nrSxWLctSfptWo9+kKQj6XGcSv/vkfS/xwXJbk/rXlbaVpMa84dbcOw/FtQ5l9Wwz60F+/y4Z9ePoAB0s34F9J+XLe9FjK0tPadJ01C2/c36Lp4TDbV55CJ7q6Z9CAo0S5eDAuvSyjIez+saNTRMHEz7Z6g2KGDhodldHwZzNp4cyc9Xcn4fB74/K1kucWD1jimOJQ7y70jS1yW3/216/FWLxxEXZ/98hmsx5uOLSdo0475/qOieGB8wfWvG7aybIx8fzNjmKw2/J9aXyJc1Nex3bYlra1WP6iZBAehe/QroPzfB8xl5cbzF53RH6N7XY108JxrqxpELbF9N+2haUOCSMJhy46O0o3l7DeccB6QfnuPv42BPfDNu+HboYxV2iLsaFIiDCh+Ela9eujrXukZNu/0uVBcQ+J9gseFpXZmkZ9N6teygwsaQPfdmUXq0xDFdk6SvZtz+9grzJg5EfjthH0fT9kGciu2pJL0UBnOOZh3TsTBdQGTonDBYRCv+7YEp8+HlMBgojV9xjA9aX5Skm5P0p7TDk7WN78Lgs+lbwvxvw3+xgPKqQ9Fg9Ika932yYN+X9qieEhTop7Vp2e9In0WfpPfcg3Nud1Nahx9P07stH1Roa/2qb9pfa9K2RfwKNL6ocCQt5yNh9ula4oudu9J223BbsZ3mq0395yJfZuTF3pL9qKdGruPRr6U/SvtYy1gQ9/yMc3qjxeXUxXOioXaE+t84XWZQ4Ny0gR0bQa+FyW8iVv2FxG+nqFgnuTrjnN9ccnlUVSZ1WJ12cuJx7E87Vho1NNU7Yf6AwKFg2qCyYgP26TB5wLsoKHBVWFmwfNaU17l/as5tn6qo8f1imPzG0M6QHWC9KOQHS3bMeUxPlMyDaZ6194XJb6HvrHBw48qcY72w4ffKnQV5/UON+y6atqhPA+GCAt0X69Xr07on9k8OhvxA6zkz7id+8fRdxnYfbGG+tbl+1Tftlw1pvr8dioPe096Lj4XsOeE/lvX6zzk25lyH9+X8XWx3lP1aeviC5vkLPrdDGf2kjS0ury6eEw0TI8yjczK+WNN+Fh0UuC4M3hg/UbLSqvJTqXiDHpmzoZS3yN+dSyyPef+2LnEg542wMs/augq2uanB961GTfudl/GQnyZZaKjc4MG0+TwaFLh5iudI0VRC50wYqHkvVPPFyBdz1p9vh8lvhJedV/S1nGObd4qjMkGTl6fY3u3hzMG26yq+7p4L7f0s+08Fef3uEp5tbR7AnJWgQHfFYOmXIXtALys9NuP+7i3Y7lUty7+21q/6pv0Qvwi4I21XTXOPx8DQ6pLbf7PE9rYqCv3nDHfkXDeTBvHPDSsvXk6b4ktVi/zKM6ueerjF5dXFc6JhD63xaN/TNe1r0UGB2MDdNZJeDcVvem6u6FxHFwT5esZt5D3s319iecz7t3UZDkjF67mKTya3pI3xpgYGNGq64Tdh9kHg/5B9pcSBs4PpMyA+C14P5YMCcVBu9M2uY+l24vQE8Q354Vvlsc6Jc/AXBR+eGjmu+DefhNOnrXk8HTQY/cppQ7q/D8N8XyPk2ZWxvWk+Z4/H/E3GdmL+r6upzhum70O5t/zjb8bXSrithuvu+7D4AfWqvFqQ13V+slw00PFyj+ouQYHueih9zsTB7RiEe2nseZBXz83ihYLtvtWy/Gtr/apv2q+6+4e0f/pAkral6eWC8t5Wog1TdnDWM0L/uUx98K+CuuGKMP/X0ofT/swiZL1I9FmLy6uL50SDTJoq4K6a9tWENQU25AxaVDUwMN6JOzbjdh4J9b450qWgwHAA46uKHjjDYFmTO0kaNd3xxxkaV7H8V8u6UtaHMweLbw/FQYFrwsrc83HA/v5QvLjqxpA9RcPwa4HV6TF9GlamrXkklBvQfrTguPfPkD+X5mzvpim3tSPMt65C0fO7aBHiMmsYPDT2N7truOby8rQNg9pvFOTzazXue98S993UgSUDPv0Rv2wrmuLuhhm2e19Y3BvpdWt7/apv2n3xJYm8NYnygnRF0zgXBe3rCCh1if7zQNYg//Njv7surS+G/x5nY7grrExbE/su8UXKnaE4cLCoReC3d/Ce2O4+py6319j4mKQpCw3nNYzn/UrirIzG/KoZt/V1xnGeXGJ51FEm8xg2rL4L1cyrtnpkQORmjRoW1Hn4W5huHYHzZNvc8hb1jY3e4dzmcUG4NVNs95pQvCjwcDH0o+nvp5H3pUP8TH3aOad352xv2jrw3JxtfV1BmRUFc74ueN5eEE6fLjHeS3UsxvdAqG+NhUV4uyCfX61x33sK9t2nuasFBfppY8HgyiwDK7FP8WXONk+2KH/aXr/qm3J+yH+jOstoUObZtDziV5hxerDxwNIzsln/OcNlJdv9cfqpYyPX5S0F240Bzi8K+igXLOD88vphD7S0zLp4TjTA+DoC8wwClNWUoMC6kD2/3745zzFrHt6z5mg0THrr9NASy6OOMpnVs2Flaop5F7GJg1lxPszhdFrfN/we1qjpjrhQcNEb0KPpV7KsEq+UyOt7Ztz2RwWDL8PG8dUzbPvigmOeNrCft7DrLPO3H83Z3poKyu2tgvPPm19zfAqmW2q6tvLWV2jDQO7nYXlT+BTdl+/2qI4SFOivvLcC43z0s3wpuCGn7XiwRXnzWgfvCX3T/tkfpnvz97qQPwi4Km3/3Tdj27Iv9J/P/GJ2tH8yfLZsHukfHAjlZ2LYHPLX0VjEHPhrc/b/ekvLrIvnxJJNWkdgNF1X036bEhQIaeU2aXvfzrHNS3MqwXnydFM4c57qfUssj7rKZFpPhGoW58xKj2vUsKCH/H9PcV0+KMsq83hBXs/zdt6DJcryt3NsP+8rhxem2M7qgmPcO8Ox5c11W0VHNQ5IHMvZx9EweS2Y8YU299R4bR0M9S26vAhFQcqXatx30XzLfRp4EhTot0/D7POO54nB7uM19CsWpe31q74pUd5UTOMvd8QB2cOhmi9H+k7/Oftr0PfSf1830s+Ia4VMG0DMe7ljUQPYJ0P3pjnr4jmxREWLTW2sab9NCgq8FLI/a1o14zbzGu/zfn1x89j27l9iedRVJtN4ONQbEDgV5v/yQKOGMv5jiuvyv2RXpe4N9U2lsDVUP/f/qLw5ZadZBLYoKDDLuipv1fgsHHooTDfFTPwSbPSLiDiYcU5N19WagmNb34J7Y5lBgZcK9v1Dj+ooQYF+uyNUG7AdddvY9na2JE+6UL/qmxJdnVM24/O6v1tR2xH959Uhe3B5+Bb/cBrHT8IgQDCtbWH5L3bktWMvbWnZdfGcWJLtoXjgqa7FK5sUFMhraG+ZYXsPFBzn7XPm3aqx7W1aYnnUVSZl3R/qDQjMOhCmUcO0fp2kn0pek39N0r/JskrdGfKnZ5i30Z1Xnrvm3P6OChvcX1R8nHlBgW0Vlt+nofyiw+PrMNQ5mHpDwXGtasG9ISjQDIIC/Rbriqzp3Y7PWZeM9ysuaUmedKF+1TdlmH9Zg7P7J7T34pcCG2Sb/vOcbsypEy4PK2t3xevt3Bn3cWGN/auy8tbG2t7SsmvdOf1LKkzLkLeOwCIWCWpSUCAvOj/tmxMb03yNb3JkzcP7UIUNr/eWXB5hidf2vQu6P5u8wLBGTTf8e5L+UfJ6/Cn9PdWqMygQwpnTM1QZFLitwud41rYOz9jJf2tBjdZLQv68pXEw7fwJ5byn5utqe1h+Z2heggLNICjAiznlP8+aKKP9iq9blB9dqF/1TRn6oOBa3jzSlrxFduk/V+CZnLbVhpH23zUV1Q3LWpB8X84xPNfSsmvdORn0b15QIG8dgT0j//vIkq6LOv6uKD+ytnnnlNt6I6x86pc1F+6Lc+bdVRV1AqrK12Vc22sWdG82fYFhjZr2Oy+9zspek7+WZbWoOyiQt4DvvEGBm0O1b0veFU5/aSB+MrxlxmNbVFAgerogHz5M2zWjgY5zar6uHss5niMtuTe+Cc0NChzuUR0lKMA1Nd2Hl4X2rKHVtfpV33R2V6RtjONpOy2+Ud/mRXWfySnzy9I2zCJeZuiTvvefs76yjdOSDgedn6pxnGlR89/vCfVNv7csrTsng/7NCwpkrSPwwtgD6bMlXRd1/F2RrK8mnp9iG7eElTcSz8lprM77MB8uiPlVA8ojhOZ9BaNRI//b5J0pnhUvya7a1B0UOBzqCwoUDRaunWGbccqjuBbCvOupLDIoEM/zmynup20LuK52h/a/5f72EuulooWG+zSnsqAAIWR/uXNwjm2OTsV5QYvyogv1q75p9W22tq5nkDf3+oGxckT/eV7rc6634VplX4ZqphJfdj39csG91UatOyeD/s0KCmRNDfBdGCweMtrAenNJ10Udf1dkf5gv0hZXYh++7bsj/W9Z80HOk6+r0rKa5U2RuvJVUGD+wbG2pROKsxK/myLP94fZFnhi/g5mFdf7wbC8oMCyrpv4ZttnYbFzXl5f8n5a1Fs0r4X2f4n2RkFevlLjvl8J0y0i3WWCAhQNBMy6uOCwD/Ruy/KiC/Wrvun0Lg7Z8++3eaHNc0q0XX6r/6z/XJEya4teU8F+1uVs/+0FnWve1Htt/aqsdedk0L85QYHN4fRP50fT9elv9i2o09y0oMDejG2WnRdx+IXF5yP/7ZaMbX45x3HeU8E2qs5XQQGNGqYX69yyCwv/PUm/kGW1EhSorlP7YMiet3gRC2EVDSQvYtqgobwB9bYMwO0Jywuw7A3NCO40QdODAmUGGJqeXmnBdXBrzvHvnGF750/oC7ZFF+pXfdNqB8NG33Ruo29zzukT/Wf95wrtXlD76rqcfexe0LnuCstf16D352TQvxlBgbx1BEY//R79TPzlJV0XdfxdkawplcpE2i4NkyOqN2Rs8+gcZTh8E+PGhpRHCIICGjVM62eh/DoCMXDwS1lWO0GB+VyddsJH3977tuC86woKxAH/vOma4jGd3YB6/62W3BsvFFxfr9e4733BlGpl73NBgX4EBWJfIGtR9VkWeB1O+/JlC++JLtSv+qbTe6/EvXywpWWeF4S/Uv9Z/7lCh0L+oHJVU8ndFapbH2VWT3ZwvKqL58QCZEWTvh/rHI924P9U4/E0LSiQVWGdKvG3w0VaXhv77+vn2GZew/3tBpVHUCFp1DC1adYReFJ2LYSgwPTiHP5xSoIvxjoS8YWCq0rUe9trLM87CvLkxQVdV10YtLqrIC/fWlL+xfRAj+ooQQFBgaH3cgZyppn/Of52GEC9q2Pt6i4EBfreN82yv8S93NYpQe4L9U7lov+s/xxtKTjOZyvcV16g66IFne/9Bee7uoX3RRfPiZrdknPBjEf1T4z8W50NxKYFBfIW98l7o/ChkUp+fEHGVTnbPGuGyvtE2uDf3KDyqLNMNGo0arroD1Pk8395qC+MoEB5m5L0dDh9OsL4gsHOCc/LZQUF8gbOhulqg1al3FqQj1/XuO9Pg3n0y97nggL9CQo8NEW/rsygwndpn6VL7eouBAX63jfN8nKJe7mt681ctsQ2k/5zf/rPO0L+VwKbKtxX1hcJ3yzwfIsG0Ne08L7o4jlRo9gY+DHjYhmfHmj1Ah8+TQsK3JCz3etzBkaOpr95POM3xysajPg4/bvHGlYedZaJRo1GTdfEznrZdQT+lqR/k2ULIyhQ7MIweMN+dIqgeF4PhOzg1TKDApeH4sHsuhvNb4b2z3m9uSAfj9W476MF+764R3WUoICgwNDFOefwdMltjC4Ou6Ol90QX6ld90+ldWuJevq7F5X4i45xe0H/Wf67I62Ex0zJeXsGzqgpFA+htDIp38ZyoSeykfxLKTRs0bEiM/uaWGo+taUGBc3O2m5UPwwWu4rzJazN+81XGNm+e4tgeCSvzfa5uWHnUWSaU9578b8XA2qGSjcYYONgiyxZKUCDbhvQYR+exPpU26IveLFxmUGBviXvtqZqPIW9O/G9adH+cWELnY1XBPk/2rNMjKCAoMCqrPfFByb/fMdKHaet91JX6Vd90eg/k5M2jLS/3t4OFhvWf67OqoE1X5csWz+Ts55IFnvMTHRyv6uI5UZPnwnSfl94YZv8EdVpNCwrkdT7vmPD70c/pb8vZ7ptzDoZcNjIQc3kDyyOokDRqKBQHZf8yxcDEDlm2cIICk90bTp8maDjVRNkF75YVFLit5L0Wn6+X1ngcr+bs+4cW3R8fFOTjphr2ubFgnx/2rI5qelCAxcqap7lMsGzNyDPp3hbnQVfqV33T2cRxiv1pG+1E+r9v6kC5f5TTXjGlqP7zvK5ZULsq1l+HG9J+25VzzsdbWo5dPCdqkLeOwO6Mvxmfu7DOBW2aFhQIITtq+vDY79aNNKaLKrWsNxXLLI4X38D8OizmbUZBAY0altNxHU//KbuWQlDgdGdnDBx8FgZfDpS1jKDAhnRAaDSIkZc/n4X63pR9Nme/RzvS+fhXTQMxRdf1cz2rowQFGHV7zrVQFLR9NKy85d1mXalf9U0Z2llQz98si/Sf55T3hvk9C3pGLbq98mLOsfzY0nLs4jlRsbx1BA6G7MWJ7hr77Tk1HmMTgwJZefbi2O+eDysR+6JPrF4quc1JhgspfRHqn/dYUECjhnrcHcoHBA6E7M+9qZegwIpz0+fO+Hbi4PqGKbe1jKDA6D6/TI/5YEEePdLS62pRthXk350Lzrs+DoILCjBq44wDO7Fvd7Qj10xX6ld9U6I4ncrJgnr+admk/zynD0P2V2ZV9kE/ztjP50s457zFyfe3tBy7eE5UaFXOTVg0JdDTY789q8bjbGJQIOvB8OrIby4L0y34kzXn4Z6Cv7trpFG7iDnXBAU0aqherC/+GcoFBP6RpF/Iss4OLrQlKLA+DAbSJ21nlq8HFx0UGH+54ar0vxcNascy3lzD8RSVTVvm8l4XTl9TYjy9XMM+Xwr50z6t61kdJSjAuG/CdF+ER8PB4496cE90Yc2RPvdN+2TNSNvrcE477H1Zpf9cU1vutQr3kzdF0TK+dtmTczx7W1qWXTwnKpS3jsDugr/dPfb7Oueta2JQ4I2M7e5L/z02Lj8PK5/llPmSIuvTqTdy/ia+4XE8/d1DC7puBAU0aqjWz5L011B+YWEDOsslKJD/HJy1I7rIoED8SvLoyPZfGvv31wvy6YMarqsNBfs8u0X3yP6w2LeSFr2/phMUYNwrYboFSS8OzZgLXv2qb8rpRqfouylkB8XLrBmC/nOWvBdkbq9wP59k7OO9JZ13Xvv/2ZaWZRfPiYrkrSMQByTWF/z9awusEJsYFHgtY7tvpf8+Os9f2YVAbw7ZcxhPEgdvvhrb7yIICmjUUK3/E8pPG/QH2bV0ggL5i/PeMeOxLTIo8P7Itg9NGBDaGLKnYhim39ZwbR3P2d/1LbpHHsg5j6oHKlaF/GkU7u9hHSUowLjtU96Pwzry1Q7lQVfqV33T/roxnLlWTl577DpZpv88o6xgUwwWVzV10O1hsV/klvF2WPxUps6JpTi/oLNbZhG4t0K/gwK7M7YbG0IXjDQ8p1mY68ow3QJYw0+B4qeDGxZ4/QgKaNRQnd+G8gGBGDxYLcuWTlAg+3P1f6XPwFksKiiwY2zbt2X87r6CvIrP5o0VX1tvhG4M5G4M+VMIba1wX1eH/KmDzulhHSUowKS+X9b1cNnYb4cDwbEvs6lDefBGx++JPvdN+2BDmq/DL3yGwbxzw+LXQNJ/7n7/+etQ75eycerx7zP28eASz/vHKZ6VbdHFc2JO8QFyIMw+bdDQ56HfQYGsVbzjTTcajbtxysoxq1M7bvQtvGsWfA0JCmjUUI1fhfLrCHwbBtMMsXx9DwpcUVNdvoigwOZw+tuiRW8yflBwrm9WfG09mrOv+1p2n7yZcy6PVbifx3P2s6+ndZSgANM8W0angojzlQ/XH3i8Y+ffpfpV37R/hm2kI+HMly+yBnBfl236zzO4MKeurOq5kDWN+dtLPvdTOf27tk7H1cVzYk7PhvmmDRo6EqZboCnOS/bKjMfcxKDAo6F4EG9/hTft6ELOW0d+t4wGu6CARg3z+3kYTFtSdmHhf5dljdH3oEDR82/eDm+dQYHRlyKOheK3YDenZZp3vrdVeG3lvfX+UsvukxtyzuWTCvfzWc5+ru5pHSUowCR7M66H0QVnh0G2+CLC2o6df5fqV33Tfhn9qnjbhH/PWjPkuKzTf57BvaHexX+z6uLvwnK/MDo757zfbWlZdvGcmNMtBQ2FW6bY1vi8jEULNH0aZl8wpIlBgXtLNLwunWG7R0P+p/axohwOJC4rkioooFHDfFaH/IUxx9PdsqxR+h4U2FuwjTUzHttXod6gwCNhts+TiwZa4uf8VU1RE1+wOBKmX9ixqfKmmbqwgu1fnLP9T3tcRwkKMEnWdIXD/tnoFDPbOnj+Xatf9U374aKR+zIreLU9p8yLFgo/P+2TXCGr9Z9Tr+VcT/MGi+MLyN+FyVOSXbrk874x57x3trQsu3hOzKFoHYE9U25v/M25vAWargrzfS7exKDAnQXb3zPjdj8O2VHZ2Jj9MKxEUpc1T66ggEYN8/mPUD4g8JLsapy+BwXeLNjGLNMGbCjY5l1znvcl4fTFaKcZMI7P3s8Ljm93hddX1ht/R1t4r+QNVDxZwfafCdW/zRaDWg+HwdcMx9PrJk6n8nxY3sJ3Vd/nggL9lDX12/Bt4uGc+11+e7BL9au+affF/B1+DfdFyB6QzVsz5P6C7R9In3MXy27951RWIPBgBdt+K6PvdEPD69C23h9dPCfmeKDkrSNwaIaH+DQd9vfT31w54/E3MSiQ19E9NUfHMWsRrLi/F0YqzsuXeD0JCmjUMLvfJOmnUC4g8JdQfuFXFueusLygwAtzbruKoMDrBdt4aobjer5gm8/N2Qb6fOwZPW1D+LIS92tVHZq8t3rauHDjpxnn8kOY742zs3M6rh/OuM31Occ7vL/vbUGeCwqQVReezLgmhvPBnwztCX6pX/VNu2447XOc7vCigt9+l1FOe0ts/zFZrf+cujKnHpl3jYpJL3KcDNOtc1KnXRnn/XWLy7OL50SFN+C8nYOTJR84N4eVwMOsmhgUuDXU8ybnqxnbfD9U98bkvAQFNGqYzS+S9PdQLiDwQ/p7mue+UG9Q4Iec7b8857ZvDvMHBV4t2EYcqN04xTHtLHE/zLOg7xNh/qBFmbbUt6GaIF4cuDucsY82TukRv9LImpN6noGIJ3PuwVnffnq5ZP3c9MDA9iAowGRZi6cP79EnOn7+Xatf9U27a7Qev3OOcjoWJq/9eFv6758Hi43qP694tKY+yIMZ/YXrG3Tu74Z6F1d2TixN0ToCs35KeCycGeU7f+w3F4w0vJ6Z4xyaGBTIGliJ+bBpju3uKjjuXQ24pgQFNGqYXnwj9kAoP23Qr3uWP9eOpF81/FhfCvUGBY6E+t7Sub3guiszmLqjxPUbP3c/t2A768c6sd/mbO9kxvaK1kIany5jnsUz1xYcY5XTfT2dsf3nW3p/3x+ypy2ZZW2BeJ1mBRrum/EY896innSfX9jg/H6i4Pi3B/oq7/n1deje4sJ9qF/1TdslPr8+Sp9hcWq6ODg3vjbjjSPPo1dLbjdvmpB7xn67NX3+zhNE13/uZv/5/VDtl8DRpIBAfGG4SV8XrQpnTo8+TBe0tCy7eE7MoGgdgXkWx/tswvY+H7m5rwunf8Y2zwOniUGBGyuuLIfuyTnmD0IzIvmCAho1TG93KB8Q+F3P8mbz2PkfaPjxvlFQfvPU06tC9mBnTN/XNBgyzTzsF4XyX7s8HE7/5H1tuo84+DI69cu9JY4tvu2yIc2jq9Jy+CHnOGPQYXwQ/4458+/WEud9ZwXX2AUZ2/68xfd51hRRcbqeab6wiIMnWYtSzzPN1Pop6uimDyB+VnDsLwf66o6c6+K6hh5zrPf3poMbx9J7b56vsrpYv/a9b9oWq8PklwvieM2Tafvo8ZF24NdTXOsXFoz5XJGW1Z0j7a8HW34v6z9Xf33m9UFm+UryuQnbiQtbn9uwc9+acc5vtbg8u3hOzDCwUPRW6jyfD782Rcfp/TnPpYlBgesmbPNIODPSP63bMo73u9CcuS4FBdpNUGDx7p6ivnwnbZT1OX92N/hYY+el6G3ieT6FvaLENTLPmzVFg4VPz1mPTJtOhZWB+m0z/H3e1IRvh2oDKsO2VdExVTU/alY7a1OL7/UXctqJ60v8fXyR5aNQz3obZ1V47S3T7SWO/VjLryNmd1VoX6Bo0purb6hf9U1bqGi9l/GpVS6acvtfT7H9fR25l/Wfq7Om4Jp5eIptbZ7QXott/kcaeu6PZ5zz1S0uzy6eE1Mqmvt2z5zbf2CKh868nwY1MSiwac6KMsuktzzi532XNujaEhRoN0GBxdoSyq8jEN8e+lkP82h8HtTfNvhYXylRjrERPOsUDHtLbP/jUG4AtWzjcLwTelmJbV0Ushd5LZsOh9PfTF2TPu+m2cZNE45tbdrZnfRG47wumOLYHppzX5dmbPfBlt/vD4TJb6LFAaZbCwamJi3CfSrdZhW+mvL6W9OwvL1rinvoi/T5RL9MGvQ5NOMzZdmDVOerX/VNW2aalx9ummH7T5XcdvwqZl1H7mX958X1cz4u8ffxC4D4gtH4C1T7G97m+GTC+R5oeVl28ZyYQtFCgvNMGzR0fsj/vKjK+XWbGBQYf6MszglYxdu9W0Lz534VFGg3QYHFOS8Uz0E+TP9M0i97mk/jC+te26AO9jXpMzW+2TLNgGF8WysOwsdBzusyGsLr0+3Hjt8DYbo1J2KePTuy/UsmbP+6tAP6/BTX4fBN993ps+emdDtnTdj+DeHM9YXKpvhm2KQ3DP9U8u+Ph9OnOtqYHmucS/37nL/bnf7d5aH8gO4F6bbvTzvS05xn/H0Mcs369cgbM3bKmi4OJn0asqfIioHCXWmK//tgyJ56qMqBqRtC+XUFYjp7SfkXB3OuTI833qfPpe3QWe7F99L67dZ0e1tDe6ZzYDbjgaNbGnysedN6zbtAZdfq1z73Tdui7PSLsy5mH9utJwq2Ha+Lczt2L+s/VysGl7LG+d5N+wXDacNWpX2QOC3V6xPaULFvc2PDz3dzxrle1eIy7OI5MYXYMT5c8DDYVtG+iubI/qKijkUTgwLjUwjcVFGerg3VzY9bF0GBdhMUWJx3phiY+V89zaNJnc3zGnJsL4VqpsgZvoFf9l6cJU2aW/9EhdvP6rDFjsCnYboByK0Fz8APC7YR9ze+TtH9M5xT2ef2rorycJaXMbIW1O3KG5q3h+mCYaOdzNtrOqb4pcwraVu66OWXs5aUb69UeG9PSns9vjttNJj7SsOPdVWY/FXayTD/oshdq1/73DdtkxcK2oq3zbn9HQXPzg0dvJf1n6sXX4iJM48cmrHP83JBe79JngztndaqT+dEQ8WIb9bcdR9X+NBpYlAgjDzYqm5QDwdy3m1ouQsKtJugwGL8YYrG0597nE+/D+2Yp5t816QdgLhmwfH0OXY8bSPEuZsfSDsYZcQ3G3eGweD/cFvxzbb4IsL1PczbSQv0dm2h2IvSayQORsevK46l5X4ibWvF6ypOexmDP5uXeJyPhtOnLbLAJm2zMZw+ZdfZLTjmR0J90/x0rX7ta9+0be4Lg6k9Rts4MdhS1ZoWt4+0x2KK0yfe1fF7Wf+5PvHr2hhsejW9lo6MtNGGbf34lcDjaTu9TW2jGJAa/2K97esudfGcaLj45lt8i+7HtFKID7iHKq4MmhoUeDEM5ker+jPrWKm+FZr7+bagQLsJCtTv2iT9FMoFBP4a+j1Vw1/CmXNOAiviCxjjX4DGAekLZc3CjU7P+bHsoIVGB+XatNjgcGqKmLZVuN2u1a997ZviXtZ/ZhYPh+rXBHNOUIOmBgWUh6BAG70dVqL7o4lqxKlvyn5qGdcRuKTHefWrCXnyR5cQnOG2YIqXJvjtSP4/KTtomfgF93AA/AnZoX4F9J97LL7c/GPo1stpXTwn+P8EBbpRHsqEPrCOQHn/OSFP7nYJwUR7JtwvV8uWhXp/JO83yw5a5q2wMq846leAPhtfOy4Gzc91TtBMggLdKA9lQtf9MVhHoKz4RcU/JuTLL11GMFGc+/vbsfvlq9COBfq64PKRfH9NdtAyD40MEJwvO9SvAD12/YQ+6HXOCZpLUKAb5aFM6LK7Q/mAwIc6mpkLMeuAQ7ZLw2D9ptF75jnZUrs1YbAAcszvOF2A9Rxok2tG6ovrZYf6FaDH4lR641P93uecoNkEBbpRHsqErtqSpL+HcgGB+MD+ec/zKw78fz8hb751KUGhSfNf3yJbajU6tcgDsoMWidMGDNcReFR2qF8Beu79sTr+T84Jmk9QoBvloUzoojjA/ZdQLiDwUxgsrtt3OzPyx8J+UM6DY/dOXFTM2+v1eCGYNoh2Wh0GXybGa/d12aF+Bei558fq9xecE7SDoEA3ykOZ0EW7Q/lpg34vu3K/qviD7IHSHh+7f75O0jmypTJxyqC9I/n7XvrfoG3tk0+StE52qF8Bemw84LvLOUF7CAp0ozyUCV1zdygfEPi/YfDWXt+9l5NHv5E9MJXHxu6hj5J0lmyZW1yI9eORfI1vWVvvhDZ5JL12D4bBFEJttDFJt6b1XPxK55u0DaF+BfcyTOOOsfr8cecE7SIo0I3yUCZ0yTTrCMT5838my8L/LsinLbIIpnbv2H0UO9oGsGcXF2X9Mc3Lk0l6SJbQAKvCYG77O5N0Q/r/F9UJ8Tq+uCXnd08YTIEQv86JUx6dyGgnPKZ+BfcyTGF08Dy26+5yTtA+ggLdKA9lQlecFwaL4pZdR+AyWRb+V0E+/VNHG2Z2Y1gZyB4OXHmjdTYXpXkYF227WHbQAPFN/8/HnplfJGnzhN/el/770SRd2aJzjAOI+5L0bsgeRIxpq/oV3MtQ0m9HrrnDSbrKOUE7CQp0ozyUCV3xTig/bdAO2fX/p1n6qSCfDsgmmMsFYTB3+PCe+iBJ62XLTC6SBTTI3ozn5g9J2hYGXw1sStLLYSUg0OZBgrj+wVcTzve4+hXcy1DS6BRw+0N7p9Lr+jlBKYIC3SgPZUIX/CGUDwi8Gvq9jkDsDPxnKA4IxLTbpQVzi/XN0+H0t4k3yRZotZNTtDviG+1XduCc35hwbnvVr+BehhJ19e70WjuVpEedE7SfoEA3ykOZ0HbXhnID3DH9JQwGxfvaGIuLBpedYimm37m8oDJXJOmz9N7ScYB2O1XyOfpd6M7aPIcmnN996ldwL0OBq9LrLNbTlzgn6AZBgW6UhzKhzc7LaNhOSv8I/Vw09xdh8CXF30L5YMAwXesSg8rdIQug9Q6UeIbG+bvP6cj5bs44xwvVr+BehhK2OSemEedhvCFJTyXp9TB4y+JYGHyqeTL931+GwYIpcQ4ni6IsnqBAN8pDmdBm06wj8GAYDJB3NcVG/q/CYPHg+IZ//JwxBgJ+CtMHA4bpPJcYAJwhTgd0POPZGdcP6NraRfdOOM9vXAbgXgaoUlyUIQYCfgjTD158HwafC66TjQshKNCN8lAmtNWfw+yD3VJxOuQSA4BMFyfplSQdSdKJMJjP/vHQna8DRu2b0E54ySUA7mWAquwMgy8A5h3IiAGFu2Rn7QQFulEeyoQ2ujsYtK877XeZAUDvrcroo5s2AdzLAHOLb1O8H6of0NiTpLWytzaCAt0oD2VC28R1Af4eDNrXnf7sUgOA3ts6oY0QF1o+W9aAexlgHhvCYG2AOt90FBioh6BAN8pDmdAmsT7/SzBgv4h0t8sNAHrvsQlthI9kC7iXAeZxVpI+CfUPbLwlq2shKNCN8lAmtMnuYLB+UemXLjcA6L39E9oIT8oWcC8DzGNPWNzgxmOyu3KCAt0oD2VCW9wdDNQvMvnKDgD6bXUYTC8y3ka4RtaAexlgVreFyYMQ3yXpqSTdHE6f2ywuirI+STcl6dEkfRymG9yIFeAW2V4pQYFulIcyoQ0uC9YRWGT61iUHAL1364Q2wvG0bw64lwGmFqcNOjhWIf2QpLum3M7lSfoglB/keE3WV0pQoBvloUxouvOSdCgYqF9kesdlBwC9t2tCG+F12QLuZYBZjS9wEhcaPn+O7T0Qyn8tcIHsr4ygQDfKQ5nQdO8Eg/SLTn9w2QFA7301oY1wv2wB9zLALOJXAj+G06cLOreC7d4Ryg10PKwIKiMo0I3yUCY02R+CAfplpN+49ACg1zZmtBFMyQvuZYCZ7Ainv7l/ZYXbfioUD3S8pwgqIygA1OlXSfopGKBfRtJJAIB+u2dC++B72QLuZYBZfTZSET1V8bbXJOmbkD/QcUIRVEZQAKjLz5L0t2BwfllprUsQAHpt74T2wSuyBdzLALO4aKQSigsN1zHocH8oHuw4S1FUQlAAqMt7wcD8stJfXH4A0HuHJ7QRtssWcC8DzOKhUP+iJnHA/1TIH/C4UlFUQlAAqMOTwcD8MtNelyAA9NqWjDbC+gm/9XUhuJcBCr0dVhYXXlXjfvaH/AGP6xVFJQQFgKrF+tk6AstNv3cZAkCv3TGhffDphN/FBUzj3OQXyjJwLwNkiUGAE2kl9GDN+3ox5A94XK04KiEoAFTp50k6FAzKLzv9xqUIAL22e0L74Mmx38T1/A4kaZ/sAvcyQJ7L0wroeJLW1byvu4I1BRZBUACoyupgHYGmpC0uRwDotUlf3o+/WPdqGMxVfo7sAvcyQJ7zk7QrDNYVqNv2kD3YcUJRVEZQAKjKz5J0rdSItNrlCAC9dmxCP210+t/ng2l5wb0M0EDbQvag84eypzKCAgAAAN3v520Ogxf99qX//0OyCdzLAE2T96XAn2RPrQ8YQQEAAID2OlzQZ3tWFoF7GaCJ7smp9K6TPZURFAAAAOiW5zP6aqeStFP2gHsZoKmezaj4DsmaSgkKAFRnQ5L2hsHaN8fSRvw62QIALNhZYbAe4JG0XfJdkl5M0hZZA+5lgCZ7PUwecH5a1lRKUACgOu9PqBPfkC0AAAAAxQ6GyZ9HXSBrKiUoAFCNNTn14vmyBwAAACDbxjB5UOVVWVM5QQGAaqzPqRevlz0AAAAA2e4Nk78S2CxrKicoAFCNVUk6OqFOPJmktbIHAAAAINvb4cxBlWdlSy0EBQCq88iEOvFB2QIAAACQbVMYfBUwOqByKElny5paCAoAVOvOJL2epm2yAwAAACDf4+HMQWaDKvURFAAAAAAAYCnWJenHcPoA817ZUitBAQAAAAAAlmL8K4HvkrRettRKUAAAAAAAgIXbmKRjYWVg+WSSrpQttRMUAAAAAABg4V4Lpw8s3ytLFkJQAAAAAACAhbotnD6o/LwsWRhBAQAAAAAAFiZOG/RDWBlQflOWLJSgAAAAAAAAC7EqSfvDymDyR0laK1sWSlAAYH4xwH1rkh4Lg+nwvknSe7IFAAAA4HTPhpWB5M+TtF6WLJygAMB07gmDae72JunDJJ3IqAsfk1UAAAAAK+4MKwMn3yZpgyxZCkEBgOnEYMC+JL0bsgMCMW2VVQAAAAADVyfpZBgMmhxM0iZZsjSCAgCzW5ekrybUg8dlDQAAAMDAxUn6MQwGTQ4naYssWSpBAYD5vDGhHtwrWwAAAABCuCBJh8JgwORokq6QJUsnKAAwn0MT6sH7ZAsAAADQd+cm6buwMq3C1bKkEQQFAGa3OaMevFDWAAAAAH12TpK+CIOBklNJukmWNIagAMDs7p1QB34jWwAAAIA+OztJH4eVwZLbZUmjCAoAzG7fhDrwJdkCAAAA9NXaJH0QVgZKfitLGkdQAGA2q5J0bEIduE3WAAAAAH20OknvhpVBksdkSSMJCgDMZuuE+i9OkXe2rAEAAAD66PWwMkjyTM37ejpJ18jymQgKAMzmsQn130eyBQAAAOij3WFlgOTlmvd1czA10TwEBQBms39C/fekbAEAAAD65tmwMjjyes372pCkw0k6maR1sn4mggIA04tT5J2aUP/5ag0AAADolSfCysBIXE9gdY37iosYfxQW8zVClwkKAEzv1gl13/EwWHwYAAAAoBceCqfPqXxWjfuKXwiMTttwteyfmaAAwPR2Taj7XpctAAAAQF/cG1YGRT5N0voa9rEmSdeHwaLCR0b297Xsn4ugAMD0vppQ990vWwAAAIA+uC3kDxDXnR5WBHMRFACYzsaMum+LrAEAAAC67qYweaHFRaW473MVw1wEBQCmc8+Eeu972QIAAAB03XVhsKjiMr8SeFMxzE1QAGA6eyfUe6/IFgAAAKDLtibpaFhuQCCmGxXF3AQFAKZzeEK9t122AAAAAF11aZJ+DMsPCBxUFJUQFAAob0tGvbd+wm/Xyi4AAACg7S4Ik9+QXEZ6QnFUQlAAoLw7JtR5n074XVyMOK4zcKEsAwAAANrs3tCMgEBMBlqqISgAUN7uCXXek2O/WZOkA0naJ7sAAAAAaBpBAYDy9k+o864e+82rYfBV3TmyCwAAAICmERQAKO/YhDpv1ci/P5/+t+tlFQAAAABNJCgAMF+duTlJ54fBdEHx/39INgEAAADQVIICAOUdLqj/npVFAAAAADSZoABAec9n1HunkrRT9gAAAADQdIICAOWdlaRdSTqSpBNJ+i5JLyZpi6wBAAAAoA0EBQAAAAAAoCcEBQAAAAAAoCcEBQAAAAAAoCcEBQAAAAAAoCcEBQAAAAAAoCcEBQAAAAAAoCcEBQAAAAAAoCcEBQAAAAAAWuT/AfpaxTSbuZtEAAAB13RFWHRNYXRoTUwAPG1hdGggeG1sbnM9Imh0dHA6Ly93d3cudzMub3JnLzE5OTgvTWF0aC9NYXRoTUwiPjxtc3R5bGUgbWF0aHNpemU9IjE2cHgiPjxtZnJhYz48bW4+MTwvbW4+PG1uPjI8L21uPjwvbWZyYWM+PG1pPiYjeDNCQjs8L21pPjxtbz4mI3gyMDE2OzwvbW8+PG1pPnc8L21pPjxtc3VwPjxtbz4mI3gyMDE2OzwvbW8+PG1uPjI8L21uPjwvbXN1cD48bW8+KzwvbW8+PG11bmRlcj48bW8+JiN4MjIxMTs8L21vPjxtaT5pPC9taT48L211bmRlcj48bWk+bWF4PC9taT48bW8+KDwvbW8+PG1uPjA8L21uPjxtbz4sPC9tbz48bW4+MTwvbW4+PG1vPi08L21vPjxtc3ViPjxtaT55PC9taT48bWk+aTwvbWk+PC9tc3ViPjxtbz4oPC9tbz48bWk+dzwvbWk+PG1vPiYjeEI3OzwvbW8+PG1zdWI+PG1pPng8L21pPjxtaT5pPC9taT48L21zdWI+PG1vPis8L21vPjxtaT5iPC9taT48bW8+KTwvbW8+PG1vPik8L21vPjwvbXN0eWxlPjwvbWF0aD5s0hQAAAAAAElFTkSuQmCC\&quot;,\&quot;slideId\&quot;:282,\&quot;accessibleText\&quot;:\&quot;1 half lambda ‖ w ‖ squared plus sum for i of max left parenthesis 0 comma 1 minus y subscript i left parenthesis w times x subscript i plus b right parenthesis right parenthesis\&quot;,\&quot;imageHeight\&quot;:41.888},{\&quot;mathml\&quot;:\&quot;&lt;math style=\\\&quot;font-family:stix;font-size:16px;\\\&quot; xmlns=\\\&quot;http://www.w3.org/1998/Math/MathML\\\&quot;&gt;&lt;mfrac mathcolor=\\\&quot;#FFFFFF\\\&quot;&gt;&lt;mn&gt;1&lt;/mn&gt;&lt;mn&gt;2&lt;/mn&gt;&lt;/mfrac&gt;&lt;mi mathcolor=\\\&quot;#FFFFFF\\\&quot;&gt;&amp;#x3BB;&lt;/mi&gt;&lt;mo mathcolor=\\\&quot;#FFFFFF\\\&quot;&gt;&amp;#x2016;&lt;/mo&gt;&lt;mi mathcolor=\\\&quot;#FFFFFF\\\&quot;&gt;w&lt;/mi&gt;&lt;msup mathcolor=\\\&quot;#FFFFFF\\\&quot;&gt;&lt;mo&gt;&amp;#x2016;&lt;/mo&gt;&lt;mn&gt;2&lt;/mn&gt;&lt;/msup&gt;&lt;mo mathcolor=\\\&quot;#FFFFFF\\\&quot;&gt;+&lt;/mo&gt;&lt;munder mathcolor=\\\&quot;#FFFFFF\\\&quot;&gt;&lt;mo&gt;&amp;#x2211;&lt;/mo&gt;&lt;mi&gt;i&lt;/mi&gt;&lt;/munder&gt;&lt;mi mathcolor=\\\&quot;#FFFFFF\\\&quot;&gt;m&lt;/mi&gt;&lt;mi mathcolor=\\\&quot;#FFFFFF\\\&quot;&gt;a&lt;/mi&gt;&lt;mi mathcolor=\\\&quot;#FFFFFF\\\&quot;&gt;x&lt;/mi&gt;&lt;mo mathcolor=\\\&quot;#FFFFFF\\\&quot;&gt;(&lt;/mo&gt;&lt;mn mathcolor=\\\&quot;#FFFFFF\\\&quot;&gt;0&lt;/mn&gt;&lt;mo mathcolor=\\\&quot;#FFFFFF\\\&quot;&gt;,&lt;/mo&gt;&lt;mn mathcolor=\\\&quot;#FFFFFF\\\&quot;&gt;1&lt;/mn&gt;&lt;mo mathcolor=\\\&quot;#FFFFFF\\\&quot;&gt;-&lt;/mo&gt;&lt;msub&gt;&lt;mi mathcolor=\\\&quot;#FFFFFF\\\&quot;&gt;y&lt;/mi&gt;&lt;mi mathcolor=\\\&quot;#FFFFFF\\\&quot;&gt;i&lt;/mi&gt;&lt;/msub&gt;&lt;mo mathcolor=\\\&quot;#FFFFFF\\\&quot;&gt;(&lt;/mo&gt;&lt;mi mathcolor=\\\&quot;#FFFFFF\\\&quot;&gt;w&lt;/mi&gt;&lt;mo mathcolor=\\\&quot;#FFFFFF\\\&quot;&gt;&amp;#xB7;&lt;/mo&gt;&lt;msub&gt;&lt;mi mathcolor=\\\&quot;#FFFFFF\\\&quot;&gt;x&lt;/mi&gt;&lt;mi mathcolor=\\\&quot;#FFFFFF\\\&quot;&gt;i&lt;/mi&gt;&lt;/msub&gt;&lt;mo mathcolor=\\\&quot;#FFFFFF\\\&quot;&gt;+&lt;/mo&gt;&lt;mi mathcolor=\\\&quot;#FFFFFF\\\&quot;&gt;b&lt;/mi&gt;&lt;mo mathcolor=\\\&quot;#FFFFFF\\\&quot;&gt;)&lt;/mo&gt;&lt;mo mathcolor=\\\&quot;#FFFFFF\\\&quot;&gt;)&lt;/mo&gt;&lt;/math&gt;\&quot;,\&quot;base64Image\&quot;:\&quot;iVBORw0KGgoAAAANSUhEUgAABf4AAADkCAYAAADJjDXuAAAACXBIWXMAAA7EAAAOxAGVKw4bAAAABGJhU0UAAACMJCpdlQAARC9JREFUeNrt3Q/oFVXeMPBFRCREVtwoccWXEBERCVpppQ1XkJAQEdkw8Yk2eoiIiFiCNnpki4iN3mijJ1xCRCRCaMVX3GgDiYgIWZ7oiTYqehCREJHAxA1XTJh35un8dmfv3vlz7525d/58PjDsH+/vzMz5njn3zPeeOfODH8CIohx1/B0AAAAAAFAjiX8AAAAAAOgQiX8AAAAAAOgQiX8AAAAAAOgQiX8AAAAAAOgQiX8AAAAAAOgQiX8AAAAAAOgQiX8AAAAAAOgQiX8AAAAAAOgQiX8AAAAAAOgQiX8AAAAAAOgQiX8AAAAAAOgQiX8AAAAAAOgQiX8AAAAAAOgQiX8AAAAAAGoRRdHOeHtVTUy93iX+AQAAAACoThRFd8Tbh5LGM6t/iX8AAAAAACYXRdHGeHtP0njmcZD4BwAAAABgfFEUrY+3tySNGxMPiX8AAAAAAEYXRdGaeDsSFVBTU4+LxD8AAAAAAOVFUbQy3g7E27WoBDU29fhI/AMAAAAAUCyKomXx9nK8XY1GoOamHieJfwAAAAAAskVRtDTeno23y2GW/9vx9mKY9X9B4r9x8ZL4BwAAAABguCiKNsTbpXj7It4eTX4EGPj39UVL/qjFqcdM4h8AAAAAgOFCYn9TwWfekjRuVMwk/gEAAAAAGF8URS9JGjcqHhL/AAAAAACML4qi+yWNGxUPiX8AAAAAAMYn8d+4eEj8AwAAAAAwPon/xsVD4h8AAAAAgPFJ/DcuHhL/AAAAAACMT+K/cfGQ+AcAAAAAYHwS/42Lh8Q/AAAAAADjk/hvXDwk/gEAAAAAGJ/Ef+PiIfEPAAAAAMD4JP4bFw+JfwAAAAAAxifx37h4SPwDAAAAADA+if/GxUPiHwAAAACA8Un8Ny4eEv8AAAAAAIxP4r9x8ZD4BwAAAABgfBL/jYuHxD8AAAAAAOOT+G9cPCT+gTr6lhMRs/aulggAAABMhcR/4+Ih8Q/U0bfcGG/fyL1L/AMAAAA9IPHfuHhI/AN19S+/lHuX+AcAAAB6QOK/cfGQ+Afq7GMOyr9L/AMAAAAdJ/HfuHhI/AN19jEL4+1zOXiJfwAAAKDDJP4bFw+Jf6DufuancvAS/wAAAECHSfw3Lh4S/8A0+pqn5OEl/gEAAICOkvhvXDwk/oFp9Tcn5OIl/gEAAIAOkvhvXDwk/oFp9Tc3xts3FSe3/5YkuFu2/SXeTtdQFxL/AAAAwGxI/DcuHhL/wDT7nF/WkODe1uL6SH4MWRdv/xZvv4u3k+HHDIl/AAAAoD0k/hsXD4l/YNr9zsGKE/9/jbc1HaqfH4YfAv5fvH0n8Q8AAAA0nsR/4+Ih8Q9Mu99ZGG+fV5z8/++k3A7W1ap4e03iHwAAAGg0if/GxUPiv8VxEAta3OZ/WsOSP7/vcH39LLwXQOIfAAAAaB6J/8bFQ+K/xXEQC1re7p+qIfm/o8P19aPwDgCJfwAAAKBZJP4bFw+J/xbHQSzoQNs/UcN6/6s6XF/J+v9/kfgHAAAAGkXiv3HxkPhvcRzEgg60/Rvj7VzFyf+TXVzvP1Vn6+LtbxL/AAAAQGNI/DcuHhL/LY6DWNCR9n93DUv+/LbjdfawxD8AAADQGBL/jYuHxH+L4yAWdOgaOGi9/5Hqa36JJX8k/gEAAIDpkPhvXDwk/lscB7GgQ9fAwnj7vOLE/9fx9uMO19nPJf4BAACARpD4b1w8JP5bHAexoGPXQbJ2/XcVJ//fTWbHd7jOTkr8AwAAADMn8d+4eEj8tzgOYkEHr4Wnaljy56kO19ejEv8AAADAzEn8Ny4eEv8tjoNY0NHr4UTFif/kKYKfdbSuFsXbNxL/AAAAwExJ/DcuHhL/LY6DWNDR6+HGeDtXcfI/Ke/GjtbXfol/AAAAYKYk/hsXD4n/FsdBLOjwNXF3DUv+/LGL6/3H57RV4h8AAACYKYn/xsVD4r/FcRALOn5dHKwh+f9oB+tpYbz9TeIfAAAAmBmJ/8bFQ+K/xXEQCzp+XSQJ7c+t91+qrk5I/AMAAAAzE0XRAxKVjYqHxH+L4yAW9ODaWBeS9VU6HW8/7Fg9PSPxDwAAAMxMFEX7JCobFQ+J/xbHQSzoyfXxVA1L/vyhY3W0TeIfAAAAmJkoio4UJGMWqKWpxkPiv8VxEAt6dI2cqCH5/2CH6ueHQ56MkPgHAAAA6pck9ePtckEiZquammpMJP5bHAexoEfXyI3xdq6G9f5v7lAd/ZfEPwAAADB1GWsQD3pLTU01JhL/LY6DWNCz6+TuGmb9Jy8PXtSR+vm9xD8AAAAwNVEUzYu3x0dIxCTvAVio5qYSG4n/Fseh6bGID2F1vD0Zb0fDbO0r8XYtPPlzJiz99Wi8rdQKKNmmDtaQ/N/fkbp5TOIfAAAAqEUyczLeNiVL9sTbrnh7Nd7OjpGIuRBvh+Lt3vDSws3xttY7ACqPl8R/i+PQ1FiEa/XtEa735MeA1+NtudZAQdtaGGbpV+3fO1A3W+LtdGo7rMUAAAAAlQgze+t0p1quNF4S/y2OQxNjEe/2kZDIH8eleLtLi6Cgja2Lt79W/N2SlLdG7QIAAADQehL/7Y5D02IR7/LZipKw92kVFLS1h2v4Yfm/LTMHAAAAQOtJ/Lc7Dk2KRZKsrzgJu0XLoKDN/dF6/wAAAAAwQOK/3XFoSiySJVLCC3vT7+h4Lqw5viD1ucXJcl3x9kK8nS9IwCbvBlmkdZDT7n4UXhpdtbvVLgAAAACtJfHf7jg0JRbxrt5J7TZ5z8eSEn+TvAj8xYIE7ONaBwXtKPlx6Tvr/QMAAABAIPHf7jg0IRbxbm5L7fLwGH//QM4pnNI6KNGGfmu9fwAAAAAIJP7bHYcmxCLezbGwuy/HTZTGf/dKzmms1kIoaD/zQ6K+ar9XuwAAAAC0jsR/u+Mw61gkS/rE27Wwu00TlvNtxmns0kIo0YZWxds3NST/d6hdAAAAAEYWRdFNYcbzmXi7Gm+fxds9U9q3xH8z2kBbE//3hl0dr6CsgxmncZ8WQsk29HANif9kvf9Vahd6378sj7eXWnKsK8Iyeq/H28fxdineroQxZvLfP4y3Q/G2O3nfjuiOXc874+1VNQH96FsBptAnJu9BvDPkWQ6EdyleTu5zZ3Asz8Tbho7Vb+fOiXY0vB05M52fnML+Jf6b0Q7amvg/HHZ1cwVl3TWr64BOXUuHa0j+n7TeP/S6X3kkNVbb1ODj3Bpv74/YvyU/BuxLkm8iXbqe7wg/nhj3Qg/6VoAK+715YYJGMmbbFW/PhfvX98LkjCx3TPk4N6b2/VIX7oW7eE60o+FtK3FDdkvNxyDx34y20NbEf/KUyns1dMRm/DNuO/phvP2P9f6BCvqTFeFGrNHfR8m7cDIS/tfCTLFkdtN98fZEuLkcNuEkeSLgMVEvHKe8Z9wL/ehbAWro/24f4z40maQxbwbHuieMDxNfxNv6DtR/586J5g94Lpa4yN+u+Tgk/pvRHtqa+E9+pb61orIWWWOditrST+LtO+v9AxP0I9vj7UK49pNHrO9s6HHuzkjkv5ksJZnxNwuSp+lSNz5pJ5L37mgB/1Rf6+PtLeNe6E/fClBTH3hDmIzxUHjiMll68dOCe9ATMzzeZNLD+dQkkXs7EIPOnRPNbWxHSyaaktlay2o8Don/ZrSHVib+K66D6zJOY6UWwhjt6T9qSPx/HW8/VrvQ+f7judR1nySmNjf0OPdm9FXPj3Djc2HI3yfvBbheO4jWxNuRoi8GVwx0q28FmEH/+EHOUGPvjI8tebL0bOp4XuxAfXfunGheI7tlIJGUvLhjfjLDKjyOPWhXjcci8d+MNiHx//3LvQad1joYsz0lfep/W+8fGKHfSH6APt6SpP8TGX3UwRHLuS1j5v+HfX3xbzLhILxQ71qZLwVXDnSnbwWYUT95KGeocXsDjm/FQKI8mRgxv+V13rlzolkN7I3QsM4Om808JPl/oMZjkfhvRpuQ+P/+7fVjzVqEjDa1Kt6+qSH5/1u1C53rL5bG258Hnri8o6HHek9G33Q6SbCNUd7jGeUd7VkbWBZvL4e1dEtz9UA3+laAGfaVWU8YXp7F+v4Zx7gytUROFJZBbHvyv3PnRDMa1vVhwHMl60USyWzSgTd6H6/xeCT+m9EuJP6/X+tu0Bqtgwnb1d1RPaz3D90am302cI3vaeixrg03gcPsHLPMeUPOf85DPYh/kph8NtRrMkZ/O3nkO8z6vyDxD93vWwFm3F+eyRhmHG/Ycd48kKvsQvK/c+fE7BvVI6ExPVnwuddTDe9cjccj8d+MdiHxH0WvDRz+W1oGFbWt31vvH8joH5Kk7ycD1/dzDT3WeUOO9e/r8k9Y9p6Mcr/t8rt24nPbEG72voi3R5P2MPDv64uW/HEVQbv7VoAG9JdZHmng8Q6u1PB6B2LQuXNitg3qnXj7Kt4WjHADdrnG45H4b0a7kPiPonMDh3+LlkFFbeuH8fY/NST/3zUbAFrdN1w3sARF4kSDj/fJnP7o/gnLnteW2WYV12mS2N9U8Jm3jHuhu30rwIz7zLtyhhlrG3rMg8uT/6YDcejcOTGbhjQ/zBp6vMRnt6Ya3JUaj0nivxlto9eJ/+QFX35hpeY29pN4+66G5P8zahda2y+8OXA9nxuc8d2gY70+zL4f5krRhJIxb3jSNva4nbxk3Avd7FsBGtBnHsgYYpxp+HEP/sC7vQOx6Nw5Mf1GtCbeXom3G0p8dlH6JUg1HpPEfzPaRt8T/2+kDvtCmWukYce/MFzbg9s9Wnej4vRUTev9b1G70Lr+YO+Qa3lrg4/3uZw+6HCF49Qs7/W4rdxv3Avd7FsB98sNqJtTGUOMgw0/7tVh8smci/F2U8tj0blzotkNbr4Z/72Kd28T/6FzTdvVwvgtygjBIa27cbE6WUPi/5z1/qFV/cDmIdfx6w0+3gUDLx0btLvCfX2Zs59betpeJP6hg30r4H65gbmQtJ0tOP6nB475ww7EpHPnRLMbnMR//2Ldx8T/sdQh7zeQoeZYrYq3b2pI/v+X9f6hFX3AkiHvlLkcb8safMz3FfQ/Syvc18Gc/ezvaZuR+IcO9q2A++UG1MuDGfWSLBG+uCVxPT9w7Hs70FY7dU40u8F5uW//Yt2rxP/AuyyS9dQWGsgwhXjdXdOSP9b7h+Zf/4fadu0mL8XM6Xe+rHhfu3L2Vcm7BFrYZiT+oYN9K+B+uQH1cjSjXj5o0Tk8PmS82PYlfzp3TjS3sc25NIV9SPw3I9a9SfyHmUFfhUM927Z1/Q1kWn/N/WcNif/k5cE/VbvQ2Ov+9iHX7dUmv3QyLPNzLaffeb3i/a0q6Od29bDdSPxDx/pWwP1yA+pkXngyapinWxbbwfN4qwPttVPnRHMb299fdjqFfUj8NyPWfUr8H0m9zHedgQxTjlnygqnPrfcPvbruPxlyzb7a8GPeWdDn/KqGfV6p+0XCLWs3Ev/Qsb4VcL/cgDrZnDO82Niyczkw5By2tDw+nTsnmtfI0i/3PVfjfiT+mxHvXiX+k0RFau3P2w1kmFHcfhJm6VftpPX+oXHX+z0Z1+ttDT/uVwr6m2017PODnP193cO2I/EPHetbAffLDaiTpzPq5NsWnssdQ87jk5bHp3PnRPMa2XWpxvVOjfuR+G9GvHuT+I8P687UC2vuMJBhxrF7qqb1/h9Vu9Coa/2LIdfp2RYc958L+pqVNezzcME+1/as7Uj8Q8f6VsD9coPHeIdbeC7JskWXhpzLXS2OT+fOieY1sjWphvVmjfuR+G9GvHuR+I8P6ZZU57nTQIaGxO9EDYn/bWoWGnONb8+4Tve34IYjb33/5N/m1bDfFwr6tz09az8S/9ChvhVwv9yA+licM8Z7oKXnNGziyEctj1PnzolmNbCtqYZ1tMb9NCbxH55y2JF0/vF2sY4LKi7zyXh7bYK/vz08An8lvJB2bxVLevQh8R9+zDofDu1+AxkaFL8bw9r8Vfm1Wq0sNkni87Z4eyh5iWm8fZl8P47wt7vD+0QuhRcNJv95fJL1GeO/3RS+p86EMpMly95O/n8Ra2w7ei/jWt3Z8ONeX9DXXKxpv/cU7PdAz9qPxH9/v3v2JEnsMEHg2+T7ZMJyl4XvpMup747bW1xPrexb3YuC++UG1MeunKHFio6Nl9r8Pde5c6JZDeyhVKN6vcb9zCTxHwbUt4YOb18YwAz7xXN9DTfQF8b8+5tDkmfQ8VnFoYpYTKk9r0wlVn/VwevVQKb9MfxFRUn/d92ATRSH1SFZvz+8K+HqkBnO80uUszX8SJBn74jHtrZg7fPEg1Osq6UhKZX8IPJpSCLN/bhxIowjFgz8zR0h6ZAkNY7G2+mQzFox5jEsCS+ffTVZljDsey4ZsWfMMneEH2fmfqz5OBkrTFBPq3LitaTh10PRi33fq2m/Owr2+1bP+iWJ/+7HeH34wetg6HOuVf3CxaQ/zvleerSFddbavtW9aG+v88aPWTpe/+6X/7k+DmTUx5cl+4Jn4u1Y8u6l0I7n7gGSvuzFZKWFGZzTuoxzeqPFcercOdGcxrUiGRCkGtXBGvc11cR/6OBOFwyo0+6p8Fw/mnuh7Jh//3pdx9nlxH+Y3XQmHNLTBjI0OI7/OWHS//N4+5GaLF3f14cbpmeTRGJIXBf+sFJQ5vxwQ1fWxpLH+ljJ763kM2tqrrcNYcZomeNJkkw3pepm2N9cGHH/y5MkVZjpWXQMG0Yo94bww1mWu8asr99klHe6BdfIIwX1e7Sm/d5RsN9LPeurJP67GdebQ59zZcTv+mNj7m9XQbm3taz+Wtm3uhft3XXeqjFLx2Phfvmf6+NsRn28nPM3m0u8++mfJmpM++mBjO/U5EeJ61scq86dE81oWO8PNKp9Ne5r2on/5+LtlbDtC4+45jlY0Xk+NFDuvDHKOJJznO/MIg6T/u2UEntzL/16xUCGhsdxYbz915hJ/78lSQS1OPEgqsjenPKWlpiRP9LLs0KbODZima/WVF+rMo7lRHhKYnn43Lzw48DcmpRnwyy3LeO+QCzUw30FN7nDnCh5butSS8Fl+WDMevu0rTN1cmaDzXmtpv2uLPED17we9VUS/92M662hn9wXfoDeF/rYqyXa//Ix9vebgnLfbFn9tbJvdS/am/F8K8csHY+L++V/1MWaUd4TF+5xDo95j3p+lB+1Kji3dzKO46EWx6tz58TsG9XeSZcjGHF/M1/jf8hAqNIvzTDj/OJAucvGKCdv5t3lWcSh6lhU3LaSF9Z8WFVyIgwWlhrIUHMskxmA340xqPql2hu5rl9K3XwfKrE0T+YM/fAj46djxO1izvEtGeOHhFKP6I5RV48N+aHk46Ifm+J/fz589oWwxM9YL2pNLTlzLsw4fCg8rbGrxA8jywvKXh8eUy68cRmj3m7KKe+ZFlwjbxTUyf6a9ntdiXgs71FfJfHfr++m5L7hzYL2//gY5RbN+L/cojpqdd/qXrTz13Arxyw9iIv75X/UxcMZdXF1cEnTsNTo6QmfSk+S/zdM6dwOTXN5SudEGxvUrRmPoN1b4z5nnvgP5Z3KKO5KBec47LHIO8YoJ1mb85OsTnoWcagjFhUmDd6rct3JkCQ80NBr10CmW33xgyMOpg6qtcrqfl/eTe2wGXIhQZ/um0+FmV4LQ7+dN2v6as41nX6U9uuQfL8hzKh/dtQyx6yP6zNmmbxUZrZgONavwpqfWTe7y0qUc0PeEkYFMyYfKEiGlH2x9utj1F9ewnZXC66HouTjKzXtd16JeNzRo35J4r+f30fv5IT9kzHvIz6axnfHjK+JXS2Nd6/vRTt27bZyzNKDuLhf/kddHCvz1EnID6aXAP8o3Kemn/K9KfyQ8FVBm3xjSuf2SM7TcktaGq/OnROz7QhPTXsA1aDEf14SZeUE55e1Tu32MctblvGL67lZxKGOWFTQpuanBlTJTdOCCsrc2uT1Tw1kOtcfbxkh6Z+8gHahWqus7u/MqesjQz6/cGB5vBejf32h7eJR1ioPg+j0TeGRwUFdQWL0ckV1kTXD56ERy3k1NTidOHmVsY/bRl1OKcTu49RMpB3h/09e8PzMwBMOyb+vHuO48h6L3tKC6+G9gv7nN7MYH2Y9it7hfkniv5/fR8sLlqRbO0aZS3OSjmdbVDet7lvdi/b+2m7kmKUn+a7e3y+He4isJeUeG7gPuJCagLS7oNwyTyqvnsL57ejgD8OdOydm15gO5TSm7TXutymJ/205Re4Ys8wFOT+m7JmgzpZF//oyliOziEMdsaigTc39gp188SyqoLxbwpfeZwYyTCGWPx5hNk+yrv//UWtTG1g9mJN8uJo18CpI0r875PP7U//+xBh975kK6mHjwAyfsdeSDE8/ZHmpwth9Ncrj7skScHk3yOFphz1hWzrmMZ3JOfdFLbgeipYTuL/GfRetc76zR/2SxH9/v5Oezwn90xOU+0D0ry+0P9Kieml13+pelCaOWXpQ5+6Xf/D3F/RmWRc+c0PqGk9+cFoxQt9weRYTRkqe38EOxsyT/5RuSEVrPm6tcd9NSfwvzCnyoTHLfDqnzL0T1tvWKl/s0ZXEf+pR1k8meewpJOrWhxh+G8r8lYEMNcdxfvSvL1fPc7daqzwGT+bU95qBzz6eWgLojpwy15ddKmVgmaf7csq8fpQnE0asg41haZ5Bz41Z3j3TmLWdDHxz9nPDwGfnEqnfRjW9FDskXLJca8n1UJT4v6/GfRe9fHtXj/olif/+fietyHhaauInpuK/vytrpmfD66T1fat7UZo2ZulJnbtf/kHu00XnU3mQk6mJlItHLP/lnLZ9fIZxTnzasbbb2nNiNgPKCwU3V5tr3H8jEv+hzKxf3vePUdaanIF6NOla8UNmkC6fRRzqisWY57Avqk8y8/B6AxlqjuPvRmiTv1NjtcQg62WmXw18bnOqb7ijoMzdZWYth6eLrpaZSR3948VxpZ5MGOH812WMCd6coMwHcvrV+RXGblfJel6V+kH3rhrb0tac4/m2JdfDpYJ+6J4a9325YN+7e9QvSfz3+3vpeNkfpCe8l1jXkvpofd/qXpSmjVl6Uuful7+vhw/z6iH+zxdSM/2XjFH+9py2/fWUzvFazpr481sat86dE9NtQGVmly6rcf9NSvwfzSjy6BhlvZt6AUrp9fvGHGy9O6s41BWLMY7/mahehxt+HRvItL8v/kW8fVeyPf7JF3xtcThTdC2F2fbnyi43EuW/3Hdp6hr+Mvx/T5Yo88WqE0HhvM4OmwE0yWPjyVMNGcf5TsWxW55TJy+mvjs/Gva0xZRv6s+15HqYZeL/ksT/3+tC4r/f30t5Px4/NkG56XuJL1tUH63vW92L0rQxS0/qvPf3ywXvHduV+mH1/Lg/5hU8lXxlSuf5bc4x3N7S2LXvnCKasizK3pzD+ST13xfOoi3U8XcFZe6rYr3k1HrGn+XMyjw+Yb1trHKd2zYn/lPLbdRpk4EMNcYvmc3zTcm2mMwG+7FaqyUO15VZViT6x4sR95Ys9+OMMj9OfebQKOs0DnxHp52e4Ab+gyrXFk6VfbiOZQYy9nU2710Kydqi4X9/EdX8UuyCJRbeask1UbTUz7017rtoxr+lfiT++xL/BTnvvHhvgnJvnua6y/pW96I0d8zSk/qW+M//4XRVamLTlgn2kfdus6sNGL+29QW/7TsnKf5GLIuyIedxkT8PrHM8bxZtoY6/Kyjznkl/mYy+f5v53EWZ/GJ6RxUDuCH7+U2VM3TamvgfWA+7LqcMZKg5dn8ZoT3+XK3VFovtJWbmPzzKTLmCtYifDZ+Ze6Hwh2Vu7KLvX7iV5eCY5/5CRnlvVlCvJzPK3lhDDLN+ZLgSklxz455bptCeDs1yjdOKzuGTgv6ozpf7Fq3x7+W+Ev99+n46lvOI/+Ixy3woVc7KFtVF6/tW96Jj73NLeJLhctiOtWWJqqaPWXp0z9X3xP/BjDpInizZH/77yzXmli5P6TzfzTmGvS2NXfvOSYp/5suiJJ3eqZw1d9emlia4Nqu2UMffFZS5LafY60qWsT894yTnUadvJzjO5FfU01U+Zt/GxH/B7NwqPWEgwwwGYMP8hxqrNRbP5s3MDzNhkhvNT0f4Tsj7MSGZLbc0PE57sWziJSq5LuwI570pZzxw04R1Oi9jpurlOiYVFPwYfC79CP0U2tORnGM50pJr4q2CPumRGvd9tWDf23rUN0n8+366r+qZfvHfnQh//3bL6qL1fat70bH2+XBWIjEqeNdSg+PdmDFLT/pRif9/tKtBc8t/n5706ZKCGf9fTek836x6klQDYte+c5Lin3niP2+mxJPhM4ensQ5XwxL/q3OK3VLi7zemZt+sKtHxzRvzOOdmg3w26zjUFYsOf9me6FCXtUNEax3wD/pDZF3/uuPxdkbdz621+n64wVw9QplZM+nPh39/Pfzv3SOUebiqmZ/J4D5nIsALFdTpLdNMzuTsb07yWP2iBgzQD7fkmjhSUJ+v1LjvInf0qG9qdOI/Z5aye7Dq6jjvSa9DY5S3PDWb+M4OJT8Ot/xa7+29aMH+NhRcwheiCd5FNMN4N2bM4n65+/fL0fcv/K59bBWXsSyn/KNTOtfjOcfwRkuvi/adkxT/7AadBTMFPxrSsC7Nqi1MO9lcMDDaUeJvPx2WLImy16ldPMYxzk8labbPOg51xcJAxkCmB23hJ/H215J1nSwF9EO1Vms85uXMME5m4D0S/vuDI5b7fkaZr6Zm9h0asczzGWWeHOO8f5Mzg25pBfWaNUPvoRrjeKUJy8Pk/JDUpsT/oYK+6dWa9ju/RL+4vEf9k8R/zxP/oZ4/zEoOTtD3f9HC66H1fat70ZH3+XqJy/jJlsa7EWMW98u9SPw/UnCsb1a0n7wnl16Y0rkezTmGYy29Ljp3TtTXWFaEX8SzHulfm/rsF3O/oNd8TI1J/Idys96WfW/B3z2Zeixv8cC/nc4oc/MYxze3n3ebEIc6Y2EgYyDT4XawKKdfGJT8OLBGrdUek9tzvhtvSn4EH3U5hHBznPUune1hJtfpUW6848+uz2krz44xJrhS58A8yl6Xem2NscxanubSlNvUiQ4k/p8p6J8O1rTfMkv5zetR/yTxL/Ff9FLbNSOUMz/1A/J9HRtLH+7A9d7Le9GCfX5V4jI+0tJ4N2LM4n65F4n/YznHea2q+824nCdm/WNWQZL8zZZeF507J+prLO+X/ZU8Neg4X/MxNS3x/+Goj7OHpNDlrFmMOV/o20Y8trn9XKs6aSLxbyAj8T/VdvDHEer539TYVGLyZEb9vxMGyhdHnWGcLJ+QUWaScNkX/vumEcv8VU5b2TxiWQdyBv8rKqjT+RlPUXw9o+TYtWkmizuS+N9V0D+9UdN+by7Y76We9U8S/xL/eT9QJx4YoZy5ZQa/auMPaD1I/PfyXrRgv+dKXMZHWxrvRoxZ3C93+3654MnmxP4K9/VmTptePKXzPdzBxH/nzol6GsrenIby8ZCOYezHR0c8rqYl/rN+CX2tROf2cca/v5FR5u4Rj+2dcWZ11hmHOmNhIGMg09E28OsR6ni/GptaXLKWDnh/3KVp4r95MaPMD8eNb87N+0gvy40/uzLnaYTDFdXp7lkkZgoeMb65AW2qTYn/LdN4LHzIfrcW7PetnvVPEv8S/3P3Z5cn6VNCGXPLtDzS0uuhs0v99PletGC/R0pcxs+1NN6NGLO4X+584n9LwWz/myraz/ycHxim+ZTQGx1M/HfunKi+kWzIucG/OviLffy/l/Y48f9aRrHHMj6fng23KeMzWbMqHxvhuObWSU4G6wubEoc6Y2EgYyDTwfgng67vStbvu1EPX+g1o7jML5gF8/GY5X6YU2byBMHSCo/z+IhlvZBzbJsqqtfjk85MHXO/C3LGPPdPsV114eW+Cwr6qXM17bfoSYP9PeujJP4l/osSoOdHbEvJbP/5Lb0eOvty3z7fixbse1PBJZwsW7iypfFuxJjF/XLnE//PTePpzYLx2wNTPN+8ZXGOt/S66Nw5UW0DWZSa2THM3iF/c0ePE//7yiZ+Qt2eDf9+JKfMxzPKfLXkMa1KzfDZ1KQ41BkLRr7OhzmkdhoTox+XfFQ5Cp+7Ua1NLTZFs5q3jFHm4oIyHx+jzLxZ0A+PeJOZtYbw6YrqdEXOjeyaKcT01KyTQgUzFI+26PrIW1v5Sk37fLjg+tndsz7qfmMtSlwbKwv+Npntf2bU74wG1kEn+lb3oiPXyzM5s5XvannMZz5mcb/c+XPPm4y0scL9HM95MnnRFM83L0ne1veBdO6cqLaBHMqbxThsaYDkl8keJ/4fyJqdOeSzL6SemliZU+aejDJfL3E8ySD9o/D5fU2LQ52xwECmQ/GZH+W/YyUteSLgZ2ptqvF5NiceH4xZ5q6CH3YWjlFm3iz9tSOUkzc799mK6vTpSWalTrjvndOeoZ5xHAe78EhuwaPFUU1PIR4s2OfanvVREv/MtYV1OU3hroK/nXtHzJdRi9cO70rf6l507O/398P5Xg7LIt3c8ng3YszifrnT570kp419UuF+8ib9vDjlc857Muy1lsaxc+dEdY1jV8FaXmtLJAXO1XyMTUv8Z61JfG3gc+kXzz1dUOb2cR/JSQ3oTtf5K6nEv4EMtcbndyM8EvprNTb1+HyUE487xyzzQJWz/QuO8+yI5RzPObYNFdRn8kTB17OYvRZuOi4UXGOrptSunqz6B6UZXR8PVf1EzIRt9EIP+yiJf9LtIauPe6FgnPh1F56Y6Urf6l6UJo1Z3C93+rzzcoKPVLif53OWFl8x5XN+K+ecX25pHDt3Tkzni2Rvzt/undYNVgMT/9tzip4/JAGTPF55XUGZWctIfFbwd3fW8QhW1fXpZtRAhtzY/GKEdf3/2NY1d1scnxty4vHlBOWeylmHdvEY5S3NOc5DI5ST956ACxXV6WM5x3pfzfF8L/VIcZY9DbjRutCia2RNQb+1p4Z9nu/yGt5j1IfEP+n28Maoy9yk1nf+uAPnv6vLPwz29V60p9dyY8Ys7pc7fd4HcyYCX1/RPpKnCi41YbZ/OJ4vcq6pe1oax86dE9V+kZRe4if1t+mZipdqPs6mJf7z1lC+IXzm0VG+jHO+ZC7l/M3y1MycZ6bQXiT+DWSoPi7JmqjflEz6JzOpfqTWph6j3Tkx+dWYZa7OKXP/mGXmJTp2VfQd90ZFfdHXOftYXWMs05MWdqfWPZ7J47Dxfm7NqYfLLbtOTuecy4EpfZ/1Ngki8c9Ae8h6CufbjM+vDD86JzZ34Pw707e6F+31ddyoMYv75U6fd9Y75k5UuI+sd3AkE5GXzuCcL1b9NHcD4ti5c6LaL5Jhv+ytK/j7N+p+cVtqX01L/N+SU/TmeFuW+jXzzyXLnFfmkc2Bz38QPvPhNNbhlPg3kKGWmPylZNL/r9N44SlD43S46lkwyWOzVb9AK7nxyylzyQjlPFnn474F70u4UGMcbx38cSVZu7jOFxiX/O6/llMf81p0nbyYcx7vV7yv7QVj2CU97Kck/km3h5uLEsMZ93VvdeT8O9O3uhft7TXcuDGL++XOnnPeU5sPVrSP5akflwfdP6Pzvppz3staGsvOnROTNYgNBYOhvSXKOD6tG4oGJv7zZprdOfCjyC0jlPttRpnXDfns3FqKF/Ne1NSEONQZCwxkWh6Tg1F5d6uxmSUPsvrmtyYo91hGmacmKDNrts5HI5ZzuK7ZIuEJl6s5j/oerimOyePFZ1JPNC4M//+9Oee6fEpt7MOcY1jTomtlQ855XK1yibKCH4/e7GlfJfFP2fuKHQOfuz31o9maDp1/J/pW96K9vHYbO2Zxv9zJc340p12tqGgfb9T9RMGIx7Oga0+FdfGcmLwzOzXuEj+pcj7qceI/76J6ddwlEZI1FMvM/hyY6bZrim1H4t9Ahuri8eAISf/fq7GZxWlz1WslFqyh//SYZebN1nluxLI+GmWm6Ihlzy0xmPVi44dqiuPrwxIU8X+/qYrlkSY8tn1deSw3Pt5Pp3EuyQzWnP3s7GlfJfHPYJs4UmaCV/y/P5nVGsv6VveitGvM4n65k+d8vOrJSAPlb8so//yk9xUTHNPark0g6eI5MVmDODTJEj+pci6M8shkuCF5YcxjblTiv6jsVF2uqqjT3Zb6zKpU3e+fctuR+DeQoZpY/CQs3VNGshTQD9XazGL1Us4M5usqHgAnbh6zzLylg+4Ysaxv61geIf7bJ1JJ/6x63VBDDO/PSwrnPClxaEptbGdXXsRVMGvspYr2sSxnH1/1dbkJiX+GtInHi97VkpqEkKzTvrhj59+ZvtW9aG/78saNWdwvd+588yYjHayg/CUZ76a4Nsv3yRTci+1taSw7d06M3xh2FQwQfjNBYmBxzmfnhcfVXq96YFPH35U8pqsFdfnyGGUezvsFP3nMLzyRMbeW4vwptx+JfwMZqonD6ZJJ/29GvWmj8nh9mRGbYxOU+XINy/wcy/mBYl5OW3wrmSFS9vttguPbFIr4Muz35JDir+QlbZOZbmPsd1VqWaGXRvzu/aJE+dsnXf801EfW8ov7W3a9XJezjNO5ivaR9+PC45JFxlr8vU1syWgOZ1IJma+rXMe5geOtTvSt7kV7c802fszifrk33xP/+0LpCsrPuj95YMbnfU/V71prQCw7d06M1xBWDJmln/bpKF/eQ17OsSXnszsnXBahiYn/vBmRl8d5bCkZhOa9VCX14saZrKUo8W8gQyVx+GPJpP938bZVjc00VnnL5+yZoNwvq5wRHX5cz0oAHM/5uyPDfvSvOvGffF+Fx3mTccP6MLvo2ijrfIbH3r8c5SmLUC+FCYr4/78vJ87Xl7hBL7VEYsGxnujKo7lJe8qpz60VlJ+1nFCSwFw0wffj02HJkythS/bzXFtehibxz5A2MT8n8b0gtRTOxx2ug870re5FO3+9tmbM4n65U+f7Qk572jBh2b+qclnTis87aym4iy2OZefOifEawnsFjwLePGJ5pR+ZTH2JLRvz2JuY+M/7EeWZMcvMWqohuYgfGva45ZTbkMS/gQyTxeDXI6zr/5gam3m8Hsv5zlw8Zpmrq1qSJ1Xmppwyn8j4myfDv78/5N8u55S3bMRjuz71Q8d94f+7M6Ps5zPKeCl85466ZMHcckIX8l5OVhCTnRl/syCMbZK2sL6CtpaVtP22pd81ZzPO550Jy86bmfbImGXekPNj3FyC684W1PsDxlrk3IP9y3dDnUusNej8O9O3uhft/LXamjGL++VOne9HOfc6kyzvmTXWf6Eh5521rNmBFseyc+fE6I1gb0GC6dkxyhycEXi4YMD13gTH38TE/2c5N4jjJoR2Z5T5Saq+n55hO5L4N5Bh/Pr/eZjFX8afPD7diJi9V3XyMsp+qfPlcQfYqSR+qRcYxv/fjryXahW83HfXCMd1Q+qlka+UON4dQ8qYmz2+ecQ6Sc+I217i81lr5r6W8flDkyRXhpS3JOdJi1UtvHby1ta+bYJys17q++EEZR4r2S9vbnid7zPWYki7OJiT1On8Gu1d61v7fi/a4XbaqjGL++XOnOv1eZMeJih3Y8YTSU836NyzlqXc0uJ4du6cGK0BbMh5zHPkJX5S5X47ZB3h5QOfWZNqgPdPcA5NTPy/lVH0kxOUua3gpvOtGbcliX8DGcar+xvDSyfLSAbzP+5R3dwcfhSZ2xY2KFmQ5aEJys1KMh6doMyjOce6dOCzt4UfGa5lJWBzEkW5y/EMlLE29S6LN0se78qBzz02uA5oWDboeBhbfBhmJy4c+LvtqTJfLHm8WWvmXhlSh0/PLY9R5ePyYTmjzryEMmfJiLHqLWfm7sVx3v8Qylw4wlNY58ZdSmhK9X2k4PgX+Dbu5fjj3pw2cX6wf+toHXSqb+3zvWgLY9TZMYv75U6ca977P98Zs8zbhjyNdG2SXGAN531TxjmfbnEsO3dOjN5xnSpY4ueWMcv+IONmbl34961hQDm37uqCCc6jiYn/4xk3hddNUObGnENOEihLZtyeJP4NZBgvsXSyZGLpb/H2s57Vz7mB85/fkOPKe0HSijHLzFuL/8EJjvVCmf41mbGc+jF+d055Owva6Z6C43k4NTngnSE3uWdKHOvTg8v/hPobtiTL2fBk451hTfYotUbuvJJ1mLdm7tvhh6AlqVnVyfmtrrjNZY0BDrf02p4f6m6YV0Ysa23GTKar4y6RFcrdFI3m0YbW9YKCJboqeb8CrbwOb89pE/c09JhvCD+SXwn3ks9MWF6n+tY+34u2LD6dHrNM+zp2v1zLuR7OaUfHxyhv15CxSNIn3d6w896Tcc6PtziWnTsnRmsAB6te4idV9v5prVXd0MT/kapvCJOBWtY6lMlNbwPak8R/u/sDif9m9sOVJH9bWjfrBs7/ZIOO7Y2s2coTlLk1J/ZrJig376m+ZLbZ0rBkzrXBGfQ5N6tnC9rqK8nEgbmb1LCfJOH/xcDN58Ih5Wf9+PFsmPl2Ytgj6wXruw/6epQfaJInFkdMAO+pqd0NW8rmUltn6YVxzYlJ1qAOSf9zGTMb75zw+NaMGPfjDa3nZ0ocu5m6/RyDLKjjfRs1H/PJsu+A6Wvf2td70ZbFp/Njlmlfx+6XKz/XvCeG3x6xzl4dUsYbTXyqLOMHj8ttfgKui+dE+eDvKvgC+GySmZUFCYzBpYTmTXguTUz8vz5kFsS8CsodlsC5qyFtSuK/3X2CxP/06/yXIwzK/7OH9fPoQB0cbMhx5c3Mf3qCcl/MWm5hwuO9PEI7u69kmXuiyezL+k4s+fdHh/zd9pJ/m8Ru0xj1+EHJ8p+vse1tb+P68gXnND9nssibWetsh+vwkYyZ/skPARsrOr6zI7Triw2r26SOHh/xulz4A/r2XXtpSBJ3ZUOP9fqcfn2SF012sW/t3b1oy+LT+THLtK9j98uVn+u2gna5rODvF4RJP4OTM05NOjGj5nHTsHHlcy2OY+fOifLBX5736P8kS/wM7OfTgi+aC1U8VtbQxP/BOgZEQy7a5xvUriT+290vSPxPt76TmaTflByU/0+T146usY7+1MQnHsLj11k2TFBu1ov4XpvweE+UaGPnR72xjApeFpoza+2ugnIvFpTx+rAbw2Q2XMlj2DFmPe4qUfZrU2h/w16ufKAD1/vOnCT7u8l4J6xHnvwg+Fpquch/iUGVy02UjPvfnzKY8Xf4pjDxZleYXXd2jGs0GZsfCnW9LSwBttY7ADr9XTu4FvzDDR871fKeiq71rX28F21ZfHoxZpn2dex+ufLz3R5lvyw6uW+5Kx2z5MeAMJ7bPyTfeCaM4eY1+Hy3ZTz91ebZ/p07J8oH/926lvgZ2M/NOT8wnKvix4WwnyYm/l+u43HZ8J6Ev98IN6xdSfy3u1+Q+J9eXd8Y/ePFpmUSpf+np+3xu4G6+HlDju3VrO+1CcpcltMGdk94vDsK2lgyOL9+zLKfyHn6YXAG6XNlErID35+DkxKeGPNv5xKaky79cjyn/Oem1P62ZDyuu6gD133yzpPHovz3T2W1jWRZi/U1HdeG8Ej6xYKlsy7OsO6ORvW68wd09fs2nfh/r+HHmjVz8Qt9q3vRlseok2OWaV/H7pdrOefrQsL+ozHGDtfCd8zONiydFt47MeiJlsevc+dEMxvaTWH21aWw3uonYS3hxRXuo4mJ/3tSv6bdVMON3amm/Uon8d/6a1Xif3p1/acRBky/6Gkd/WJIXdyo9Yxdn/eFmTlXQiLj/ej7F+TeVEHZK0JZJ0PZc/v4JHz/7x5lBlfoi15JjRvOhKcLVpf8+wei71+CN3csycvzXih6JLlk2fPDuZ4JZV8K62beMuV4Hq/6fUkNbLO3Rt+/4PBo+KF0Lp5XQgL+3TCjdVc0wxdKDvwQ+J7ehpZdZ/NSy8FdisZ8Of2Uj/nhIcn5zRWV3Zm+tY/3oi2NU+fHLNO+jt0v13r+y8O460DoL88PjM/Oh0TzSyHZf12Lzm3lkMkdn7X8XS+dOyf6/YXZxMT/uip+qR9S7uNhCaUVXYlD3bHAQKZh9fzUCEn//9vjenqtqtn00MHrY+WQdzecsz77TGJxbyoGr6gRWtZ+00vX3dui474t/CD8bBXLxnaxb+3jvSita6O1XMfulxkztgeGxPU25wTNadCNS/yLg8R/C+NnIFN/Hf98yPI1Wd7vaxIvtMXB9x94nBz++Tp5dEi/sVfNzPSmarMaoUVtd15q2ZY31Ii+FXC/3NO4rm3Ci6+dE+Q3aon/FsdBLBoTv+Rx0PuHbJvUTiX1e2POy5GGret/Y4/r6t+H1MlvtSL4l2vl3SHvUliuZqZW//NS/fqXaoSWtd+nUy9cXKJG9K2A++WexvWDgT7/z0msnRM0q1FL/Lc4DmJBT66Psuv6J08EbOt5Xf3XkHr5pVYE/3KtLA8/FKa9qWamVv/pNYrvVyO0qO1uTr148VY1om8FMJb7X+ereMeGc4LqG7bEf4vjIBb04Nr47Qjr+v+653W1LaNefqolwdBrZvOQ60USuv56vym8KDHxsRqhRW33hpAESDyqRvStAD3t59eHlxKnXzJ9q3OCZjZuif8Wx0Es6Ph18csRkv6v9f0RvIzZ/pGXlkLudfPQkGUp1qqZ2up7abx9lqrr1WqFlrTdeeEdQomjakTfCtDT/n1JskzjQB+/3TlBcxu4xH+L4yAWdPiaWDPkJbVZPk9eGNXz+vq3jLo5rTVB4fXz/MB186V1u2up5+tTL0RN7FArtKj9vhLa7Sd9H3PoWwF63befGOjbdzsnaHYDl/hvcRzEgo5eDwvj7S8lk/5/jbd1Pa+vRfH2VUb9HNaioNR1tG/g2nnHi7wqrd/kx9xTqfp9QK3QovZ7T2qt35UtP5fkyYWN8Xa7vhVcxzBi2zsw0Kfvck7Q/EYu8d/iOIgFHb0eDo6wxM+D6iv6Q079PKVFQelr6eWB6+eIWqmkXnen1vT/1kx/WtZ+N8Xb1bDu720tOu554Qe3HfH2eDIRIN4+DS8lTrykbwXXMYzQHl8cWP9+m3OCdjR0if8Wx0Es6OC1MMq6/r9TX9G/F9TR3VoVjHRNPTlwDR1SKxPVZ3qd72SZnzVqhQa0y+QFfnuSWX15S8/E/3ZzvF1o09JU8XGejLeLqcRglm1TPi59K7T8OqbXbfKFVLs7F2+3OCdoT2OX+G9xHMSCjl0Ho67rv7Dn9fWzePtbQT1JssHo19bOMDP97y8PVytj1+WKsBTZQ2qDhrTJ5wa+Jy8Ne6w/SQCEpX1atTRVfKx3Ji8kDE/avJoxNrg6i+V29K3Q/uuYXrbHdBv8c7zd4JygXQ1e4r/FcRALOnQN3Ji8iLZk0v/reFvV8/raUiLp/7e+/zgCE1xjq8Pj9HOOxdsCNQOtvq435XxnPhNvi5PrPN5+FR75TzzS8nN+Z8i5ntC3gusYCtpd8n14JNXmXmr7j01dPCco0/Al/lscB7GgQ9fAn0ZY4mdHj+tpfrz9Nt6+K1FPJ7UsmOh6WziwNvV7ecuCAI2/pkd5h1An3iMUlgwZ9Ji+FVzHkNPmro+390NbOxtvdzgnaG/jl/hvcRzEgo60/6dGuAn/bU/rKEn4/1u8/c8IdXVQ64JKrr+N8fZZWOt7hRqB1l7Lh0p+fyaz/Xd2ZOwwbI3wWxpyfPpWaPl1TGfb3c1z72Ppyg+zXTwnKNv4Jf5bHAexoANt/+clZ6//7yOtfXsUL1nSKPww8nk0ul9rYVDZtTgv3tapCWj1dfxAie/OM/G2oSPnu3XYcon6VnAdQ4m2t9o5UbZil4aXkhwMSZsLYRZF8qvllfC28g/j7fXkxV8CMfX4SPy3OA5iQcvbfbKu/7mSSexkvfq7ww8FXd1+kTy2G2+/i7c/hBdiTuLnWhkA/H3ckSSZP8j53tzfpVmA8bm8OOQcD2sJ4DoGqKKDuj3e3s54LKlI8lblPWpxKnGS+G9xHMSClrf7P0XU6UatDAD+aeyRrC+/N96+CJPQvo63A/G2voPn+smQsYF7bHAdA0zUMa0MCf8qfJysw6RWa42XxH+L4yAWtLjN/15evlbntDIA6O04a1nG+GCZ2gHXMcC4HdPWsHRPlZInBh5Uu7XFTOK/xXEQC1ra3n8pL1+7d7U0AOjtWOu+IWODT9QMuI4Bxu2UdtWcxHhSLdcSN4n/FsdBLGhhW18Tb9/Iy9fu91obAPR2vHV4yNjgJTUDrmOAcTqkO6aUyHhAbVceO4n/FsdBLGhZO0/W1f2LnPxU/FKLA4DejrkuDRkb3KlmwHUMMGpntCLeLmSsz/9EvG2Jt+tSn58XbzfF247whvIzIy77s16tVxo/if8Wx0EsaFk7PygfPzU/1eIAoJfjrVuHjAuuxtt8tQOuY4BRO6T3BzqjU0myf8QykmWCTpd94a9arzR+Ev8tjoNY0KI2bl3/6Vqo1QFAL8dcvxkyLjihZsB1DDBqZ3TPQEf0drwtGrOsRfF2rGRCY5faryyGEv8tjoNY0JL2fbN1/afqtFYHAL0dd70/ZGzwmJoB1zHAKB3RvIFlek5WMcMwLuONEkmND0SgsjhK/Lc4DmJBC9r2jfF2Ti5+qv6k5QFAL8ddi8LyuINuVjvgOgYYpTN6INUBJWv8L6uo3AXx9kmJxMYKUaikviX+WxwHsaAFbftP8vBT95SWBwC9HHftHDIu+FrNgOsYYNTO6MNUJ3RPxWVvKJHY2C0KldS1xH+L4yAWNLxdPyUHPxN3a30A0Mux14Eh44LX1Qy4jgFG6YjWpDqgP9e0j/cKEhv7RaKSepb4B+roW34Sb9/Jwc/EOi0QAHo5/jplwhy4jgEm7YjSbxi/raZ93FOQ2DgiEpXUs8Q/UHW/8qN4+0r+fSa+q+J9OwBA68ZfKzLGBsvUDriOAUbpjObeMP5+jftYWpDceFMkKqlniX+g6n7lD/LvM/O5FggAvRx/7RoyLvh4yOeWh2V7r1Nr4DoGGOxg5qfeML615n1dkvivPZ4S/0CVfcozcu8z9QetEAB6OQZ7dci44PmBzyxIluq1Xji4jgGyOqKtofP5Ygr7eisnuXFcNCqpY4l/oKr+ZId1/WfuP7REAOjlOOzEkHHB5oHPHA7LMS5RY+A6BhjWES2Kt53xtmUK+zqak9zw62Y1dSzxD1TRl/woLAN32jbTbZvWCAC9HIsNe1p+Xurf94Un929TW+A6BmhCp/dGTn55rxqqpI4l/gEAALp3X3dTeFno3IS6h9UUuI4BmtLp5c34N6uxvi8WiX8AAID23NedL1gO8Hm1BK5jgCZ1ellr/F9NXjKshiqpY4l/AACAdt/XvZxxe5YsC/IrNQSuY4CmdXrnMjq9N9VOZXUs8Q8AANDu+7rr4u2VeLsYb1fi7UxYD3y12gHXMUDTOrx54VfNYfaoocrqWeIfYPK+9IZ4OxYG6Mkjus+oFQAAAIABURRtzMgrf51+qzkT17PEP8DkfelJa3ACAAAAFIii6NGMvPLTaqfSepb4B5isH70+5300fqgGAAAAmJOs4z8kiZKsc7ZY7VRazxL/AJP1o2tyusQFaggAAADgB/+bRFmcsb7/42qn8rqW+AeYrB9N3klzaUh3+IXaAQAAAAiiKHp4SALly3ibr3Yqr2uJf4Dqv7cux9tmNQMAAAAQRFH02ZB8sgRKPXUt8Q9QTX96W7zti7dn4221GgEAAAAIoijaOiSX/Kqaqa2+Jf4BAAAAAKhPFEUfDVniZ5Gaqa2+Jf4BAAAAAKhHFEW7B3LIV+JtvZqptc4l/gEAAAAAqF4URUvi7dxADvkeNVN7vUv8AwAAAABQvSiK9g/kj19QK1Opd4l/AAAAAACqFUXR9oHc8XG1MrW6l/gHAAAAAKA6URQtj7evU3njD+JtoZqZWv1L/ANU05/Oi7eN8Xa72gAAAAB6K4qi+fF2MpUz/ihZ61/NTDUGEv8Ao/WbSYJ/TbztiLfH4+1wvH0ab9dCN/iSWgIAAAB6K4qiA6l88Zfxdr1amXoMJP4ByvWXyQ/VF1MJ/izb1BYAAADQS1EUPZZKkpxNlvxRKzOJg8Q/QLn+8s7wTprd8fZqRhd4NXmaTW0BAAAAvRNF0a5UkuR8vK1SKzOLhcQ/wHj95ztDusATagYAAADonSiKNocZkYkL8bZOrcw0HhL/AOP1nyeHdIGPqRkAAACgV6Io2hhvl0JyJPnPW9XKzGMi8Q8wet85P2Ot/1vUDgAAANAbURStDTP8E1fibYtaaURcJP4BRu87tw7p/r5WMwAAAEBvRFG0Mt7OhcRIMkNyu1ppTGwk/gFG7ztfHNL9HVYzAAAAQC9EUXRDvJ1JJUZ2qZVGxUfiH2D0vvOTId3fHjUDAAAAdF4URUvi7dNUUuQBtdK4GEn8A4zWby7L6P6WqR0AAACg06IoWhRvJ1MJkcdq3Ffy/oB98bZYzY9cdxL/AKP1m/cN6fo+UTMAAABAp0VRtCDe3k4lRJ6reX/JDwxn1fxYdSfxDzBav3l4SNf3kpoBAAAAOi2KomOpZMgrNe/rybCfZ9X8WPUn8Q8wWr95aUjXd6eaAQAAADoriqJDqUTIazXv647Uvlar/bHqUOIfoHyfeeuQbu9qvM1XOwAAAEAnRVH0YioRcrzmfe2It8thXx+o/bHrUeIfoHyf+Zsh3d4JNQMAAAB00kAy5J06Zj/GZS6Lt90D7w9I3C8CY9epxD9A+T7z/SHd3mNqBgAAAOicKIoeimbnSrwtFIWxYyfxD1Cuv1wUb9eGdHs3qx0AAACgU6Io2hPN1gFRmCh+Ev8A5frLnUO6vK/VDAAAANApURRti2bvdpGYKIYS/wDl+ssDQ7q819UMAAAA0BlRFG1OvVx3Vk6JxMRxlPgHKNdfnhrS5e1WMwAAAEAnRFG0Id4uNWC2/5OiMXEsJf4BivvKFRld3jK1AwAAALReFEWrkzWNG5D0T16wuFxEJo6nxD9AcV+5a0h39/GQzy2Ptw/j7Tq1BgAAALRGFEX3R83wtmhUEk+Jf4DivvLVId3d8wOfWRBvf7buPwAAAAAzJfEPUKqvPDGku9s88JnD8fZVvC1RYwAAAADMjMQ/QKm+cth7beal/n1fWILuNrUFAAAAwExJ/AOM3VfeFF76ezT874fVFAAAAAAzJ/EPUKqvPF/w3pnn1RIAAAAAjSDxD1Cqr3w5o8tLlvf5lRoCAAAAoDEk/gFK9ZXXxdsr8XYx3q7E25mwrv9qtQMAAABAo0j8AwAAAABAh0j8AwAAAABAh0j8AwAAAABAh0j8AwAAAABAh0j8AwAAAABAh0j8AwAAAABAh0j8AwAAAAA01/8HxJKMYooaIucAAAPxdEVYdE1hdGhNTAA8bWF0aCB4bWxucz0iaHR0cDovL3d3dy53My5vcmcvMTk5OC9NYXRoL01hdGhNTCI+PG1zdHlsZSBtYXRoc2l6ZT0iMTZweCI+PG1mcmFjIG1hdGhjb2xvcj0iI0ZGRkZGRiI+PG1uPjE8L21uPjxtbj4yPC9tbj48L21mcmFjPjxtaSBtYXRoY29sb3I9IiNGRkZGRkYiPiYjeDNCQjs8L21pPjxtbyBtYXRoY29sb3I9IiNGRkZGRkYiPiYjeDIwMTY7PC9tbz48bWkgbWF0aGNvbG9yPSIjRkZGRkZGIj53PC9taT48bXN1cCBtYXRoY29sb3I9IiNGRkZGRkYiPjxtbz4mI3gyMDE2OzwvbW8+PG1uPjI8L21uPjwvbXN1cD48bW8gbWF0aGNvbG9yPSIjRkZGRkZGIj4rPC9tbz48bXVuZGVyIG1hdGhjb2xvcj0iI0ZGRkZGRiI+PG1vPiYjeDIyMTE7PC9tbz48bWk+aTwvbWk+PC9tdW5kZXI+PG1pIG1hdGhjb2xvcj0iI0ZGRkZGRiI+bTwvbWk+PG1pIG1hdGhjb2xvcj0iI0ZGRkZGRiI+YTwvbWk+PG1pIG1hdGhjb2xvcj0iI0ZGRkZGRiI+eDwvbWk+PG1vIG1hdGhjb2xvcj0iI0ZGRkZGRiI+KDwvbW8+PG1uIG1hdGhjb2xvcj0iI0ZGRkZGRiI+MDwvbW4+PG1vIG1hdGhjb2xvcj0iI0ZGRkZGRiI+LDwvbW8+PG1uIG1hdGhjb2xvcj0iI0ZGRkZGRiI+MTwvbW4+PG1vIG1hdGhjb2xvcj0iI0ZGRkZGRiI+LTwvbW8+PG1zdWI+PG1pIG1hdGhjb2xvcj0iI0ZGRkZGRiI+eTwvbWk+PG1pIG1hdGhjb2xvcj0iI0ZGRkZGRiI+aTwvbWk+PC9tc3ViPjxtbyBtYXRoY29sb3I9IiNGRkZGRkYiPig8L21vPjxtaSBtYXRoY29sb3I9IiNGRkZGRkYiPnc8L21pPjxtbyBtYXRoY29sb3I9IiNGRkZGRkYiPiYjeEI3OzwvbW8+PG1zdWI+PG1pIG1hdGhjb2xvcj0iI0ZGRkZGRiI+eDwvbWk+PG1pIG1hdGhjb2xvcj0iI0ZGRkZGRiI+aTwvbWk+PC9tc3ViPjxtbyBtYXRoY29sb3I9IiNGRkZGRkYiPis8L21vPjxtaSBtYXRoY29sb3I9IiNGRkZGRkYiPmI8L21pPjxtbyBtYXRoY29sb3I9IiNGRkZGRkYiPik8L21vPjxtbyBtYXRoY29sb3I9IiNGRkZGRkYiPik8L21vPjwvbXN0eWxlPjwvbWF0aD7VuBqTAAAAAElFTkSuQmCC\&quot;,\&quot;slideId\&quot;:282,\&quot;accessibleText\&quot;:\&quot;1 half lambda ‖ w ‖ squared plus sum for i of m a x left parenthesis 0 comma 1 minus y subscript i left parenthesis w times x subscript i plus b right parenthesis right parenthesis\&quot;,\&quot;imageHeight\&quot;:41.496},{\&quot;mathml\&quot;:\&quot;&lt;math style=\\\&quot;font-family:stix;font-size:16px;\\\&quot; xmlns=\\\&quot;http://www.w3.org/1998/Math/MathML\\\&quot;&gt;&lt;mi mathcolor=\\\&quot;#FFFFFF\\\&quot;&gt;f&lt;/mi&gt;&lt;mo mathcolor=\\\&quot;#FFFFFF\\\&quot;&gt;(&lt;/mo&gt;&lt;mi mathcolor=\\\&quot;#FFFFFF\\\&quot;&gt;x&lt;/mi&gt;&lt;mo mathcolor=\\\&quot;#FFFFFF\\\&quot;&gt;)&lt;/mo&gt;&lt;mo mathcolor=\\\&quot;#FFFFFF\\\&quot;&gt;=&lt;/mo&gt;&lt;mi mathcolor=\\\&quot;#FFFFFF\\\&quot;&gt;w&lt;/mi&gt;&lt;mo mathcolor=\\\&quot;#FFFFFF\\\&quot;&gt;&amp;#x22C5;&lt;/mo&gt;&lt;mi mathcolor=\\\&quot;#FFFFFF\\\&quot;&gt;x&lt;/mi&gt;&lt;mo mathcolor=\\\&quot;#FFFFFF\\\&quot;&gt;+&lt;/mo&gt;&lt;mi mathcolor=\\\&quot;#FFFFFF\\\&quot;&gt;b&lt;/mi&gt;&lt;/math&gt;\&quot;,\&quot;base64Image\&quot;:\&quot;iVBORw0KGgoAAAANSUhEUgAAArcAAABaCAYAAACi2H4CAAAACXBIWXMAAA7EAAAOxAGVKw4bAAAABGJhU0UAAABFxpIngQAAFuhJREFUeNrtnQFkV90bx2cmk4nMzEwiSZJEkszMmExmZswkSWKS10wiSZJEkiSvSJLJjMxkkpckr2QiyeSVeGWSzEgmMxm//z119u9233vPOff3u/f3O+fcz5dD2v2dc5/vec5znnvOc55TVwcAAAAAAEBGKJVK9UFpgQlgqjAbgtIPE5nzuhFeAQAAgNRO7M6gDATlYlAmg/IuKKtBWYAhcyK7g3I1KH8F5UtQVoLyPSjfgvI6KPeC0icI91D2waB8lvJuQRsy5fZh6SdmgtIOIwAAAMCP+XFdUHZLB/ZEUO4EZTooH6UTm4QHsKf/MhgNyoeSOeaFk+uJ/M1BmQrJ9lSsNKIZmXJ8OsTv16AcghUAAAAFnxunS+XjBAwmE7tPLnGH8W9QTgalLfRVcTaB3LOOy98jlvZD8kwEpQHNyIXr3qAshbgWuwCNMAMAAKCg8+KloPwjd8qXUzq3O2AwntSRmCXv+3EOh3D4FAR3OSr/5Ygcf6IVuXO+O/IxMReUTTADAACAOfLHTnq3XGRUYRG24gk8H0PWXcXzpxQkP3ZM9mYZehDGdbSiavxvkmEtaxDObgfMAAAAAD/myRMa53YSlv5L2lgMUa9U2/Gar4hlh2TfEhNbfA2tqHo/tEUc3BWyKQAAAAA/5sjDGud2BJZ+J+xADEmrutgNDcnLjsi+L7IlLnAHraipg/sp0h8cNAMAAFD0+fGixu/aDku/yGqJce4Ebhj8VrVyO+OA7N2Rw0wC02hFzftlu4gdivTLMMwAAAAo8Nw4pfC5PsHQ72Q9jCFJ5HRtNfjtWALJK7af2BMH3mSe3jBeclLfmv7piDnY2AczAAAACjovflU4t+Mw9Iuo/gSSbqeo43r060GsiFou976YFdsFE4ceVLWfosHzIiXKHpgBAABQsPlwuyYkgd1NSVS9Iqxgd8q6NgdlKCgHbc8HK991ISa+uBOtsLK/JiN99Xkt1zIAAABQkLlQlSlhlUum9ETNeSzzxqC8j5H5IhphdZ99igkf4VINAAAARZkLVfG2r2Co7v+rtvMJJJ3xWO6ZGHlfoxHW91tfOQceAQAA1Nx+i8ue/kwoQzBk7LOpbiq7DEs/iTqkIGmLpzKfKSfdGbCm/+IOPh6AGQAAsNp2r1P4G9wAasZhpybethuWfhL1IoGgt57Kuyvm5D2rf2714daYPhThChtgBwAAcG495lCV31as6NZDUqm0U0HSdQ/lFcv5b2NkFWnAmhk2TvXl7UoyewAAAMC5dZDD5woOyc0vSbquIOmgh/JeIEbFm77cltCXe2EHAABwbj3kb33CzvMaTkLSz1XMzwkEffftBHogzyZ5oURZl1QAK/v0Lw4FAgAAzm1B+Bvkyl09ST0Kgp57KO94gqwTDBln+/RwQp8ehh0AAMC59Yy/Owr+5mGoLjFmcQ3XPJN1h0LWXrTBaUP5PaZP/yWoHgAAcG494++9gr97MPSTpEUFSQOeyTqZIOc3nCDn+/ZhQt+OwA4AAODcesLdFk1IwiAklUpdGpJaCqIQkwwZ5/v3eELfvocdAADAufV8rlvL008qTE2WhAXPZL2mkPUoQ8brj5cBGAIAAJxbD7h7oOBuFoZ+kvRBQdKUR3I2aMIvthSkv+vlav0FeSf1R5nsWcSrPgnK5grr75KhH19knQvyA6q5SvIlZf34m9EODPRHxOSPiByRMlRJ2MfGHNsbkHHh2zKo67SMwxPj7qs8OMtNi9hVnFv/9G1Jwd0lwzqag3JMHKQPyhtp777LsiT1VuhYp4sE7dGEJFzwSBlUaTMWPR8IDVL+SanAKojJvKmMNlqD8lhR79s8nQTDL9ptmEUQGhMdQRmWBnxaMTYGc3qHFumsCPTlpPdiohqix7GrOLfe6N0+ja51aX6/PSj3Ew5gJ+GdsJW2EDBfqi42W64Q00VYoY7ILO6dvitXENLgXBkfSQsG9Y5VQeZziva5oKPYk0KPPHT4JeV4uJ3T+0yE2hiuoJ7dmvdf4cMOu4pz643+nSvnyl3xERSUq5qLH3R4WM5HWpbCt1XZsf3mwBe26ivlimfKPyS3OuMmORPMp2hrv9wCNcFEFWQfUK2eYBoLPSn0yo/ctfLYYMVN4GVO7xLGaAV1HTSQ4Q4agF3FufVCD5+lXaiT51HeZuTvzdbMwZVbbdXEQ8uVoV/z/sOeKf9R6cyLr6w/5DZGvfxbk4jJMejTfQbtbE+5ClYN57Zd8w5cyQvC+lKvOWi6trVfn2Gb62POOtyuoL6NBqsxn+ht7CrOrfM62KAZ6ycSPpQWC+PzBS93qChf+oEsNzWydno2AJp1VyZrYlO18dYyXjBt6MvJKsmvGvwXPenjnlJxMF0FPl9r3mF3hm1dzdpB0dxW9GN1EdcAu4pz67wODmh0YVvk+Y6Yw2di5feIWAiK6N2QPERmikO2knSrKKuZ8iSgCusKOEh0cXpPNKtd4a2RH6eB5f/vk/FoUbyu1sGHhK3DNbzCucW5jeHzeDXsYVDProSPr5kK623SOOjLuAbYVZxbrxfqPsToYtixnTPcOThiaJff20rSC5cPiKUcQKusaMRy815zCCUpMP2absVJbq3dkGlxzlYzRkdxU9lagutGD/oO5zZbPls173A15xXiuQzqblHUT+5L7CrOrfu69U7B2d3Qc22RtJg30oRWSd0yQbdtBNVrHL5Fj5RB5wR8LPBA+TPtVmzkIMyMpXKNa+TqK4Be49xm65RMZlD/KUX9SxnJsDFh5+ImrgF2FefWab50iQIGQry+VMXhGvqIJuExN20jab/mhR94pBC67caZAg+WwTQxNXJlaC01zVtbVw1E9otK4t5wbgvr3E4o3mGuwrrbS+rE66s568YB3APsKs6t03wd0exINsnnwiGnxytoz+SA5FPbSBrRvPCYRwoxXhRHvgxuNmi4uRd5/pH8/28li/NmylPNpbTpUnBuC+/cjuYVvqQJlVnD+ozkqI/uxGWZ7QEU067i3Nacr0kFX8/lM+HMUOcrbK/PwGYt2UbSRFGyB4iV2TSGpoADRhXD8zrBYTxuuUxDvoei4NzmwqkuX2xLhfq4qgl96MxIjqhze6UOYFdxbl3nS5Ue7qLcAVjMatFOZgfR4btLA++7T1/5BnEjtwo+YO5rtjoaZKzP2sB67IBMui/OVVayQIzetGj0preMOkUWg0/y99fkQaBcY8EjJ/ZXfTkcjF3FuS2wPu3R2Kb9IdvyPovQlpiPZLud29LPBOIqPPNMKXS3x1wv+KDRpf3oCW2bLYVz41ksU6/BoNyKyQQp7cVwGfWtxb99ltvV96qQbmxMd+q+inzukqFhX+XCybw8cNXuuR55Z1dxbmvK1WlVmr/Sr/y34sNpT4bt6rBsE0m6Va1rHimEyZfH8YIPmp26vIyhf//hiEzdBv3eWwfAf3VHlRP7Ysq69oZ+OyL/76Ki/tGMZHgdmui215DLUUVWHrFi2YVddceu4tzWlKu/FFw9Cu0OXa6y/zRvE0nnNS/b75FCrDfonKMMnB9ffjq8dkieNgN5BjGZIEZ3phU6M55yYli7y/1N6P9VK3q3M3j/jizrq+A9jhqMwSWfD1C5alcLFs9/xwE9apC7HqrcySWZAnBdhu022XIeIgvjLbDRI+Oy0aBzjjChG53k3u2QPCaD8jCuHIjRHdU1tg9T1HMu9Lu9of9XXZ85kcH7Pw2dvG+r4cflsqFz8dhjXXLSruLcWtcfBw1l6cm43QMGbd6yiaivihd975lx6cS5NeLpvOsGoAzn9hiuHIjRnT8UOvPBsI4todWU+ykmjEqv4A1PgudqyOHZlA5Gi6e65KRdxbm1rj+u1+IjsWR2De+QLSRt0rzofc+MSw/ObSZfhv2OyWMSjnK8DoD/6s5wpbluQ/GU/1k9Lamv+Z2r4L3XlX7dTCay4TTUkMPJlA5Gr6e65KRdxbm1rj/eGMixI4d27xm022YLSbr8n0c9My7dOLfGE6PqOuYRB+XR4RKuHIjRHV2mjXUpVjvOxPy9Po+E6JGDagdqzCHOrcN2FefWqr5oNZBhMqe232vafWMTUTeq7f3XWN4dOLeZfB2OOyZLIyu3oEzdaS/XRsqk54uhXJMNCc8lxaOulvnOO0NO1LgFHJ4hLMFdu4pza1VfDBvIsD2HdrcZtHvOJqKeOZGvLDt5TWIvC58tQXJ1J4/tUov7nZhbEKc7DeWuMka28foVz31Q1L8+5fuKleA5+dsF4WBbwGGbDMkwwV/YVZxbnNvEvpisxfiJHIhNwmZbSKrXpJOYKuBExQqe+RfiBs+cW7IlgCT9WU57gCISAvVYU7/qSvDOlO96JfTbAYs4PFb0VGC+2dUcuCHPrZ6jzxr96cqp3TlnPkpL+uvbznmqHKsauRlEP3k64cuhMsMUcOS5BUn68zHNTk/kMJewN1s19T9Q1N+X4j27bD4MLDNPqC5x6Mau+pNXHuc2c350F4G8y6nd/QbzZ5dNROm+pA94qiALGrlvM4h+ZNFY0vB03SF5TFLAcUMZSNKfxwq9uRHzfPgw11WD+u8q6h82fMeW0KrOR1tXAEu/rt/9Uvp1/e5Na05ZY1dxbu3lZ0yjO6dyandC0+5L24i6r3jZ1VqmjslZ7keajrrHICq9MHAGXzgkj0ny6a2O91mR4uKmq8ztlKm9EIc5QquTwtlsMqhfdU/8qOE7zli5igK8tas4t1XnZ0bjs7Xm9EGm2+3uto2oOWc88WzlHtd01IOCD6DzkQHj/AeQ2NrV9LmQpR7nFue2jIWABwoH5qhh/Ycr2UkSKzah5y/XAewqzq1v3OjOSD3JqV1dRq1HNiqRaoDd8lhJRjWd9bjAA2hvSC+WSvobSXodkUuXz3nBg77Duc2P29uKd5kJPReOp3yVov5+Rf0Tmt92hMbsLG4kdhXn1ktudPb9eA5tbtI41OKg7RbbiNIlJh/0WEl0t8R8KujgWR9J0nzI4GvxgiOyHbXJWcK5dc65VV0f+0o+I9Jdha8y35Oi/i4T5znmd+E4WxHDuglXEruKc+slN5c1q/3NObR5X2OHx2wk6rTmpds8NzYqrBR08NyNy/UnUny4npMycsDHy0McOLc1+zj6Ip95UG7cviZV3Zzid085ZY9dxbktBDevFNw8z6G9Do0NfmYrUVNFXrkMZPxH03HrCjZwBkKyvw1KY+hv51UfAi7EqhrEWQ/h3OLcKrg9pHiXb5GYbrFV156y/tRX8Ab/f0mVsQFgV3FuveFlg8YeXsi4vXqpr4lhfHkcXsvq5T+XG+PlibLcdur0X75ciLuqF0MT9bbI37s1XHU4IOND33cqcG5z5XZQsyUYzoN7scw2km7wWo15NuxMvyzqASTsKs5tQXjRXfzRk3F75zX2rsPmQafCyQIoy6CGg+ECDZwnIbmPxPy9QRMfdsoBGT8o3v9fpmKg0Z8+Q6d7wST1V0Ibquw160PPbZXxtWvttdND2FWcW695uVetTD+ln5d7qZINHLaZKJ1jt7cAytKoMSxXCjJoxkxW7IO//a3gasqwLTEpXwhvzVVJxvqiZgYBmelQr6FzO1ZBG9oreOV5gbm8VmwAdhXn1kpePukOtGbUzobI4ccozthO1BVifbSXOUwXQP6dsr9LUqGbFM+qTmouGxqtN/L5gSrLuVXjkByoA0CtQ90Gju2HSmxnSX0LUJ98ZjL0f2fpGexqrewqzm3VONmusTvjGbalCt+76AJZjzmlqT0Bvei57I2hQ3XCEO/SPK9Ln6b7/a1axXNrdiqWinhwA6TWoVYD5/ZwhW2ozgEMR1YDp+gV7Got7SrObdU4+UOjI6MZtaPKKHTOFbJWFEJcKpDSrNeEJrR7LHs4e8AJg+cbNFv7o4rfrp00r8l995rVkTtMycBAh5o0E8xcBm2MKOoPr9i+KzeuF2BXcW6d42RaY3sGMmjjhKL+Y64QtVNDVF/BFOeuL4fKgvfdKGMDt2ueOxeS8UGK+p8ruHqR8Js9MjVSzTJQaMJP9jMlgwon3UzspsGJ6JK8JGIrPYJdrbVdxbmtCh/1oX7OJbOTYgd70SndKqnvMC/cndbSSCThnkNynIysQoutsZGY505FYgQ3pGjjmmaQ7Ys8vzWUcu5yDY1D0k7FG6ZukEKXkjCbUf0mGRl66Qnsaq3tKs5t1fjoNLAJrRXUn3SZ16xztx1qVipnC2rAZhP4+OzI+6tuEnknFbg/srUpYk13pmxHl0d1Pig75LODMk1RTW8y0XBzrA4Ac136nufqf1DPbs344gAZdtUKu4pzWzU+Rgyc26Yy6hVhVvcTFjgvOHkORXOF25WCGrF+BSe7HXj/e2UkwT9YRjv1ofyaphCrGM015CYpSP4jB8lASl2Ku2ThYYb1Nxb5Yh3sqjt2Fee2anwcMtCFvSnr7EnI+/587SPKRaJ0wesHCmzIkhKoX3bg3SdSGsbDFbR1PUU7YoVhi6X9OloHQDpdijog37OOf02wz699yGHqYH9jV3FubeDjuUYf7hrW1Rm5WCS8CzHkOlGqXI3LRV7JitwB/tsKnwPvfsrQKIrJ+FCFbbUrrgn9LaRDl8amCrzsyiMfKeADOK+8j/LAWNSR4QYy7Ko1dhXntiacXNVkdpoSi5Pi2dDvWmUc/5WEixleyzNY9T6QpMqXNokx+3FHu3MZJOR25qxB3FZnRu3ptkrEl2abBbzcSHi/QaZuUIY+hW8Qe5/HampkHK+QzQO7aptdxbmtGTctIu5eOqXl4rOcF/f4Rs4DJ+8Lrh4/SQc6njnw7g1ypeGFXIVfkYcbxDbEaPiLLqP29snbTJZCbYmvx35L+NiQsBLylGkblKlT46GVun1VsNH9sI5dtcmu4txaw1OzPFx4RR5onJW7PiuyLMtUXo+k3TrqbDytISHzim0VkoL/5OiOSToWYH0/Xojpw2++xqqBquhUn5xAhnJs45gMRcCxBUUcYzi3ILXSbFQozQwM/fZFtBDD0d+w40wftiSs2p6EHQAAwLkF/ijNACEJxlwlpQZjNcWN/otbfX8EMwAAYL1zu5JQbsAQiFOaKwkO21LRbiWrwEH6QPiG9f3WkXDooxl2AAAAAL8m/b8TnNubsBPL1/qEHKlsjdjbZ00xyamXfU6dAwAAABR10ldd3rADhhJ52yJPHEbRAztW9teEa2ncAAAAAFDepJ8Ub0taJD13XTHJk8WBs1bYsaqfTsbo93GYAQAAAPyc+JPSW3XBjhF/wzHczRKrbE3/dMfsTJyGGQAAAMDPib8+YWt9FnZS8XiCW92s7JcdQfkS6ZdTMAMAAAC4MZE3pT2tL+8bjkMHjKbmfySGx8swU7P+2CyvEyQUAQAAAHBsEhfpjf4JTeAfxT3Uhr+Nu3J3ClbL7otDbIFb0Q+bgvIpkhWBPMQAAACAA5P4Djlxl9KeBA/+3hbjiIm8tu0wW1GfdMdshY/BTFUd248h7sXq7R6YAQAAANyYyGcUN4s90/z2KifIc+uXbUF5F+H2DMxU5WMvHIog8je3wAwAAADgzmS+rHBuvyh+1y6vrAtjGkYz7RsRAz0e4fgazOTGd1dkxfwirAAAAAB+ObcTit9NRZ59w9WxufXRcMTpmhR3ZMNMphwfCeUbnieNHQAAAODupP5E4dzuTfhNNG3Vv1w6kHs/tUqndi2ueSusZMZtfehA5S0+0gAAAAC3J/YehXPbEPP8scgzr3Bsq9pf3Vz5mts4IH0dAAAA4MnEfinBub0ZlEa5siXiEacjfxc3kzXCIAAAAAAAsM3BPRKTsD4J4mrYblgDAAAAAAA2O7jrgnJUxnbOy8NmKzLG84lM/UW+TwAAAAAAYCX+BzXw7rS1M7z4AAABk3RFWHRNYXRoTUwAPG1hdGggeG1sbnM9Imh0dHA6Ly93d3cudzMub3JnLzE5OTgvTWF0aC9NYXRoTUwiPjxtc3R5bGUgbWF0aHNpemU9IjE2cHgiPjxtaSBtYXRoY29sb3I9IiNGRkZGRkYiPmY8L21pPjxtbyBtYXRoY29sb3I9IiNGRkZGRkYiPig8L21vPjxtaSBtYXRoY29sb3I9IiNGRkZGRkYiPng8L21pPjxtbyBtYXRoY29sb3I9IiNGRkZGRkYiPik8L21vPjxtbyBtYXRoY29sb3I9IiNGRkZGRkYiPj08L21vPjxtaSBtYXRoY29sb3I9IiNGRkZGRkYiPnc8L21pPjxtbyBtYXRoY29sb3I9IiNGRkZGRkYiPiYjeDIyQzU7PC9tbz48bWkgbWF0aGNvbG9yPSIjRkZGRkZGIj54PC9taT48bW8gbWF0aGNvbG9yPSIjRkZGRkZGIj4rPC9tbz48bWkgbWF0aGNvbG9yPSIjRkZGRkZGIj5iPC9taT48L21zdHlsZT48L21hdGg+p0CMYwAAAABJRU5ErkJggg==\&quot;,\&quot;slideId\&quot;:282,\&quot;accessibleText\&quot;:\&quot;f left parenthesis x right parenthesis equals w times x plus b\&quot;,\&quot;imageHeight\&quot;:14.4},{\&quot;mathml\&quot;:\&quot;&lt;math style=\\\&quot;font-family:stix;font-size:36px;\\\&quot; xmlns=\\\&quot;http://www.w3.org/1998/Math/MathML\\\&quot;&gt;&lt;mpadded mathcolor=\\\&quot;#FFFFFF\\\&quot;&gt;&lt;mi&gt;w&lt;/mi&gt;&lt;/mpadded&gt;&lt;mo mathcolor=\\\&quot;#FFFFFF\\\&quot;&gt;&amp;#x22C5;&lt;/mo&gt;&lt;mi mathcolor=\\\&quot;#FFFFFF\\\&quot;&gt;x&lt;/mi&gt;&lt;mo mathcolor=\\\&quot;#FFFFFF\\\&quot;&gt;+&lt;/mo&gt;&lt;mi mathcolor=\\\&quot;#FFFFFF\\\&quot;&gt;b&lt;/mi&gt;&lt;mo mathcolor=\\\&quot;#FFFFFF\\\&quot;&gt;=&lt;/mo&gt;&lt;mn mathcolor=\\\&quot;#FFFFFF\\\&quot;&gt;0&lt;/mn&gt;&lt;/math&gt;\&quot;,\&quot;base64Image\&quot;:\&quot;iVBORw0KGgoAAAANSUhEUgAABEYAAACkCAYAAACaeyuPAAAACXBIWXMAAA7EAAAOxAGVKw4bAAAABGJhU0UAAACa0P7oxAAAKqBJREFUeNrtnSFU60rXhq+oqEBUICoQFRUVCAQCgahAICoQCAQCgTgCgahAIFgLgUAgEAhEBQKBQCAQiAoEAoFAIBAVCAQCgUAg8nXumfP/HG6Tppk9yczkedbK+tZ37yXN3tmzM3mzZ88//wAAAAAAlJwoiqrDozU81obH3vBYwisAAAAAAAAAEBxRFDWGx8rw2BkeveHxNDw+o79R/7+JtwCgxLmyqvPl96OGZwAAAAAA/JjQTw2PWV0BogSQs+HxMDy+ovTwAgAAoefKps6T+8PjYnjcD4+3MblR5dHB8LgbHpf6b5XYXMejAAAAAAD5Tugrw2NmeHSGx9bwOBke1zEVIJNyi4cBIMC82dDLBW8F8uQowUQJKwfDYxFvAwAAAADITOLrw2PuW+XHkf6q+Tg8PiJ77OJ9AAgkj6r+Sbu6yiNPlEj9S1XwcRcAAAAAANJN3tWXzGNdmq2Ej/eoOGi+CgC+59SOrqL7iorlQ1f0tbgrAAAAAADJk/h25AZf9BcBAI9z6bLuqeQilzS2BgAAAABwXxi55m4AgIc5dFFXiEiIw69aXOnr41H/MynxWS3tqXDXAAAAAADcFEb2uBsA4FHurOidYUz6Lj3rPk6q2qSa8Ftqx68l/XumPUtUo9Y57iAAAAAAwP9PuFWj1Q19dPXOCXu670hPl2DfCn61pL8IAPieN+e1qJGV/jgxJOG3K1rQvjasHulSPQIAAAAAMPmEXIkoq0Jl4z8n6dN4GAA8yINbBlvuvkqKwLqK5Mkg955nEWcAAAAAAOD3hPyY/iIAUKKcV9HblmflzIYArK/ryOC67tTuZNxhAAAAAIDJJ+PT9BcBgJLku5pe/pKVnRyu8ZdBJcsLu9YAAAAAAGSbiL/TXwQAAs9z07phaVa2c7zWJYNmsK80ZQUAAAAAmHwSPhAQRdQkvoY3AcDBHNcwbLK6X8A1t6kcAQAAAADIbwI+oL8IAASa39TymUeD3HZa4LWv6qbWiCMAAAAAAJYn31/0FwGAAHPblOHymaeid3vR265nZcBOYQAAAAAA4yfd0/QXAYBA85vJ7jNKMJ51xI4bAzuu1I43RAMAAAAAQPyEuy0girwz8QYAx3LbjmFe23XIlpZhk+wDIgIAAAAAIH7CvU1/EQAILK+tGy4RfC56Cc0Im7qGeXqVyAAAAAAAGD3ZPhMQRrp4EgAcyWlzBru5OLs0UFXlDY8Hw53DWkQIAAAAAMB/J9vPAsLIPJ4EAAfyWXV43Bnms77D9nUMbbtj2SMAAAAAwN+T7BkBUWTARBsAHMlpJwI5re24jfdU+AEAAAAAyE2wVwVeIs7xJAA4kM+WBbYev/XAzhVDG1lSAwAAAADwbYLdExBG1vAkABScy2rD41Ugn614Yq/pEsg+lX4AAAAAAL8n1wOBF4k6ngSAgnPZoUAue/ZFLBhe5y8Be38ROQAAAABQ9heJlsDE+glPAkDBuawpsAuNYtsjm6eGx7uhverva0QQAAAAAJT5ZWJD4EViH08CQMG57DKSoe6Z3RKNZo+IIAAAAAAo88vEucCkegFPAkCBeawtJIrcemh7R8BuVWkzQyQBAAAAQFlfKEwbFaqdDap4EgAKzGP3QsLIhoe2V4bHi4Dtx0QSAAAATDoRUZ3vGxmPKTwIjsTxAtv0AoDneawjJIp8+dpEWqjprLK/SUQBAADAJJOQvTJ9kYJg47grMJnewpMAUGAek6oWufPYB4tCPugRUQAAAIAwAmWL477ARLqBJwGgoBwm1VvEe5F3eP1vVI0AAAAAwgjAZDFcFdjacoAnAaDAPHYpKIy0PPfFmZAf6DUCAAAACCNQmhheFphAn+BJACgoh83qCgcJBgH4Y0PIF2/0QgMAAACEEShLDPcEJtBtPAkABeWwA8FqkZMA/NEQFIq6RBgAAAAgjEAZYnhgOHH+ZJteACgof0ltUfuH1UD88ijkjweiDAAAABBGIPT4bQhMnPt4EgAKymHLkSzTgfjlXNAni0QaAAAAIIxAyPErsRZ9D08CQAACwD25nR5SAAAAgDAC5Ytf+osAgK/5qyK0NW1wAsDQlnlBv7zShBUAAAAQRiDU2FXb9L4bTpjV2v4K3gSAAnJYR3gZzVZAvpEWjVaIOAAAAEAYgRBjty0wWe7hSQAoKIedCgsjrcD8cyPom1MiDgAAABBGgNglhgHArRz2Kvji/xFa9dvQnmNB/7yx+xgAAAAgjECIsdsXmCw38CQAFJC/msLVIvcB+uiXsI/WiDwAAABAGIGQ4lb1F/k0nCQP8CQAFJTDdoRf+s8C9FELHwEAAADCCEB83K4JTJIP8CQAFJTDboRf+ncD9dOn8HIamm0DAAAAwggEE7ds0wsAvuavisCOWj9ZDdRXj8J+ahKBAAAAgDACocTtwHBy/EkjPgAoKH/NRvLMBuqrc2E/bRKBAAAAgDACIcRsQ2By3MeTAFBQDpNuKvoVqtA7tGtf2FcXRCAAAAAgjEAIMbshMDnew5MAUFAOOxN+2X8h36fmnQgEAAAAhBEIIWYlSqsX8CQAFJTDBsIv+/2AfdW2sOxohigEAAAAhBHwOV7ZphcAfM5hdQsv+qf4iz4jAAAAgDAC5YlXia+HPTwJAAXlsI6FF/1u4D6T5ohIBAAAAIQRKGu8ErcAUHQO27Xwor8SuM9ehP314Kqhah/nOf0FgH2F3bo3qnRpUd+bheExhVcAjMdVVe+o8CfvtfW2bRWPbFB5u/nt+ueHxzR3F2EEIId47QtMihsFXfv0iPzf1vm0wfbBAKXIYT0LwshC4D57EPbXhzP5Vif/7eFxrTrD/rjQ3YAnnsrWN5f3mR5eW2t4HMY0BfrSgbnh00scQMHjaX14HAyPq+HxpJNxXJI+dbUhlBZH1ZZp9zoXjFTgta017j7CCICFWPWiv4gWj+d1/j/U893XlFtuPugdK9Q8eY67DhBcHnu0IIw0AvfZhQWftYoypqYV8cMxk+pIP/Bqgd3Mn5POfQevUT3Ej8bcm+88h162BZBRCOnqHROylv0p8XTRIZuWh8fdpFuhDY9fRATCCIBwrK4JTIYPLM6jOnoC/yo4eX/RY3SWCAAIIo+9W3jJrwbusxMLPlvL48LreiK9o18OniZ42Q6uU6x+Ufp0vemX/pqdhTOW2ECJH24VLfruCW+99lZ05Yhe3mNast4lShBGAARjVaIEvW1h3nuk87ZtbthmGMDrHDZjIS+8l8BvNvqy7EheYEP3n5i0TLBUWw7pCpmfXDp2jQeG9+ucVAcleqhVtfjbs9AM6jtXBdrYTVjyMynLRA3CCIBQrJoK0J9SX1Z1v5AjgaU9WT9KNYgIAO9y2KKFfPBcAr9tWvDb+aQXMa0rHlb1xOlKl1TbVsUHgdzEXzH23Tp0jY0MFT3sBw1le5BN6RLpc0HBwI0yv/+KPmfCNtzTkwhhBEBovmJKX+A6VKXglqVy+EmbB24RGQBe5bF1C7ngtgR+W7Hgt/tJLuC44ITf8PwG1hNeoJ4dus6uVBkXDRchQDFkWYshnwXlwdxEBf3S8WjJDqpGEEYATON0QyAX7Rlew6LuseYSpyxpBvAmjx1YyAHXJfBbu9AlSJGdrYSc/VJq4QbeJHUdd+g6TwXv2R4pDwJIvnNaGH53ZNK7mJPNrxZtIDcgjACYxum1QC5qGfz+QYEi+TguIrb6BfAhj51ZGP+9EvhtzlLurKW9gKKFkSOPb14nhX1VR65VUhh546sFeJ54uw5OeHuWbZ7LYXlkj+hCGAEwiNHCtunVy8qvI/e5ZtkigPO57MbC2D8ugd8alvLmXNoLmNYXEXfM6rKWNd18Svpr462nN66W0hctR65XusvvEmkPPE68SWsYv/TSFiUm7uhlNvPfcuKc7sfUE+rb832ZWsWSvXmIIggjCCMApjHaLiIP5VBNJ80h0QLgdC6zsRRvrwR+m7KUM5dsXrBklcmHpzfuMKV97YAmG9/ZIe2Bx4l35puo8UcI2ddVYPUJzqOaVg8Ex1XHgq1KzHnJabJ+QHQhjAAUFKOZlmirCbNDSyon4RcRA+BsLvtEGMnsOxts2L7oI8GLbXl2wxYm+FK84sg1V4W/GF+Q9sDzxHsS/d5xYMbwPEockdrB5lTYRlXZ9pTjRH2FyEIYATCI0b5AHmpM8HtrGfP3pxbF7/Q193WuzVNgeY/YyhfAxTxWszTmN0viPxsVztu2L1ptY/YgdLHrHt2s6oTlUV2Hrn1fMMD6pD4A8bH1JJyj73KcpH/QFBBhBMBwfvWZVw6Nfm+nmfYj15cWP/Z0BW414bx1vVzzLLK/7TsfqQDcy2W2+mSsl8R/Awu+28/jwtfKtlYymrxp475D1z4lGGwIIwB/T+illqtMC13TuCWPz3qSr7bG3NY9VUxsYBkNwghA0XPKo5S/tZFSFHnX42Ymo03q2fDLco+nhcDjYkHPXTk4/hyrjsfsvFd9Mtzz372XPfD0F0mJl4FLT25UK5q82WLPMRs6kUzDSIQRgL/HllSD4y3L1/KpJ+qVmL9dHB63k36ljdipCmEEwK6YK9LXLWWlyB9BpCZkW01omdAo7gKPi3YE4NHzyGLMtkvyLLCRKy/zuvgTgYt99uRGZSlLv3HQjm2Be3bGNA7gr3HVEBIdzwyvYzXhOl7SPlj1edIsG1R5sU4EIIwAGManaUXr5zghI/q9y9i45Tpqm82mBfuqenmNDeYRRgBhxJmYXbNk9yLCiOMf9HUFggRTjt+kjZCUfIGv20f/AMDPcSVR/vdk8PvNhJJt9dLRyDCR/xVj12P0u3lthTuPMAJgGJsSa/KvxvzG4hhR5EPP9SqWbb3wskwcYQQQRmy/M46jWZLnwaUF3z3kdfFTQl9J5xy+QfUoewOtN4ftMhFH2CYOQPbF8zvTGX57SosVcaJI09C2up6gqmOGu40wAuDYi0Q34fxKNH5N+FuVI1s52ToVTdbEPw3BNr9GGAEPhZFdS3Y3SvI86Fnw3SBPAyRKXlYdvkGm6n7FYduyTpTn/gGAn+NJquHWmmCeeo882xIdEEagdLEpMRGejzl3LUE0jnRFXCNne22U2rcRRgBhxPtnLcKIHWHk3bcAOHD05kgsFaoHNoDZlhNg9FiqaCHClMMJfzfua6uq5lvmzgDCCDieN00b+b9E8Q2lrxL+7rKo+Ywq7Rae+O8HGh8II4Aw8puZkjwTbAgjUZ4GLAtc77mDN0Zqe9umB0E4yXoudqQBiB9LVwI542qC35tJEGM2uSOAMAIlePE9iTn3fsLf3BT5kSeS70NwQXwAwogTMXtiye5KSZ4Jx177T5cpmvYZuQs4sJc8CMLqBF9s9pjKAcSOpR2BnPGaJoHrL61xu2XRIBkQRiD0uIxdfqgrfuPmpr2iK1+j332bvgQn/c+BxgfCCPgmjPhd8RDGM6HYipvIvJHUp2M3ZV7wgbXhSSBupbSH/iIA8eOoJZQ35lP8VtzDQ+XjKe4GIIyAB3HZN8yVXz/znRYd4j72XLny5TWS331hKsD4QBgBhBGEEQkaeRpx4dUFJ9uivsI+Ct6ILU8CMc12efdM4wDGjqVXgbyxnlG8Vf9sgbsACCPgQUyqatVPw1x5P+K8cUsaVV+PmkP2S+9eMRdgjCCMAMIIwoh3wohEcm87ckO2hG/EkSeBWGEZDYDIWJL4CniYcH7V/+jJZyEWEEYAhF56D3+cM245o6ogmXbM/o7wfLNNjADCCMIIwkjxwohEcv/lwM1oCny9+MmZR8E4rlx15h8AGDeOtgXyxkPC+Y/ick1UkuZcgDACTIA1C9/Op5YyjmpG/ZFmeWIB9s8Izzc7CCOAMIIwwnOheGGkafMLaY529Edc16t+qGblxpNArI2x45JpHECqsbQolMSnRpx7KWYJzatLJeKAMAKQIiafDHPk+x8xeMwy6HWHffBVlhdGhBFAGEEYKYUwog35MLzgi4JvRNzWaWuRWXPZZ08CcX6MHStM4wBSi4wSk92FH+dNWkLTwfOAMAIexWNDIEdepojvU8f98FKWF0aEEUAYQRgpkzDyYHjB9wXeBNXB/G3ENfX1v781sOvVk0BcSxJ3KNEHmGg83Qok8a2UD9tjPA4II+BZPG5IvSAN/3c2Zhn0retzl8h8V0fGKQDCCHMVB4UR051p3op6gMVc+9efNamReTPFqgeBeJxw/V1S3Vj/qSqBheGxqid8Hf3/2Ta1nPGwL5DEz7+dbylOeGUJDSCMQElfHpp6CU0/Zg7X8sAPfYQRgKBy2wHCCMKI1ItAo4AbsBxzLUff/ptT3+zK4If7hBcvXu5H+0xtNbilJzZxSyfUP7/WFTlU3ZQnNtYE8uGLPlfSEpolvA0II+BhPA4M8+OrPk835t9veuIHSWFkjcgCCPPFHv8ZU83bEIkXgcWcr7kWU8b4/N2BAjdpzvEgbCS82FMtMtpnnQxrg5X41MZ7pYiPhlAiVznqJObf9fA0IIxASfPjYfR7F5pRS2h82g1QUhhBKAcI98W+gv88EpYimZ0Y1nK+5oM0k8Dh/98xtGvZ8SCM++LyTpn+SDHNtAR4j+qRUsSKRFO9/Sh+F5ppvAwII+BhLO4I5MZOzDLnN59yo7AwMkd0ARQ+preCWApSnP/2QxFGJPZj38nxepsxXxquf760ClTDbDgehE9pmj+S7P4VRe6FxmgPcST4eLmI7MGLKiCMgK+xaCoGfCXMy1Y888UTL04AQeW3DYQRI/+dWvDdW1HGfBpe+EGO13oTcw3zI/7bti+CTwY/LNNbJJWfpgRFkf/0sYEgY2bT0sPxFlENEEbA0zisCswVn2Iq8i499MdA6Lnw5UOjf4AS5LhVhBEj//Us+G5QlDGm246d5XSd23FrVmP++5ahXScOB+At1SKp/HRlKdGt491gY6ZlIV7U5HcW74rdo7r+ulOGw2R3tdMS+YkPAnbHXNvSs1Qt/Z3x0B9vXk/8ASCvHNdEGMnMXVHG3Jh+Cc1pIvwxST8N/TcmnDsafPMx1/vCF+m//GTry3+kvxYxEQ83dj6E42UPr3oxgQF/aTAyrI45W40Jux76oiZo/zXRBeDEuJ61lOMWS+K/Mwu+6xdlzInhhb8U6PC9MX/36d0NGe+LPlUMY31UFfyiE1GdU7r4uZNcIxnRDBlhBBBG/B5zfQv37MHHZSQJH6dYmgvgb45rWHo2tXlGuL0iZZQxuwJl4hWL1xfXrOtx3EPVcB3ok4OB14m51nuqRf7y00YOE/FHfB5s/BwLxskaHkUYAYQRj8dbLTLvLxLMl1T1EYoPLADB5blKNHo3QVOWSuI/G8LIoc8vkTOWrk19+Y/rgbKa4u9Nvvy+Ojho4zqhr5DW/vLVfU6T8Xm8HWT8rHhdBogwAggj4NYc8SdXHvtDclkRW/UCuDO2XyzkuvWS+O7Ogu92ijJmQeDiFyxd20HM712k+Vof/d7GNzOOBV035jJ7pLO//DSd42R8E48HGUM1oS8HbbyJMAIII56Pt57wvfry+X4Nr/1cyA8fVJ0CODW2b3lPyOy7gQXfbRRlTF3g4tcsXNdCzMuJ+mfNlOcw7Z9Sd+hl/33E9any1hbp7C9fLeY4GT/G48HG0bNAfDA2EUYAYYQJ79/see4Pqa/KF0QXgFNj+9rCs2mvJL6z0ddxqUiDTOlauKZ70yATKHlccCTgek6VGbk9ONdynIxTrRNuHEl8FezgSYQRQBjxeKxJNyT0uhm1cEXqNhEG4NT4PrHwbNovie9s0CzSIFMF/Fj4en7F/I76ijslcJ60LDvyEjCqckb1G6mSyv7jr/UcJ+MII+HGUZeJL8IIIIyUfKxJ9xfZ8twfq4K+oL8IQHjzvtK9J0SyW5h/p1qkUQ+GF38peC3NKL4D+tqE5zKtHtgoONiSGq4ukcYKf2k6xePBxtGcQHyc4EmEEUAY8XisnQveo/fI863L1TNfyBfqYyT9RQDcGt8dC8+m8xL4zcZWx69FG3VpaMCt4LXcxPxGP8O5TBvL7hR8Xw5Zm5pJWMuLLh4POpZM10ze4UWEEUAY8XScVSPZbXoPA/CJVH8R+pMBlOP9oV8Cv80H5zcBFfxZ6DritslUS0kWMpzPVMU6KPCexDWfVS9rM6SwRN8NcpqML+LtoOPoxjA+vvgqiDACCCOMs39z4Yzn/pgT9McsEQbg3BivRDI7EpbqA5mlOdlp0UaZNin9FLiG6QQ1/jTjOas+lkDpwfkgsZyopMmtm8NE/DWix0vocXQoECdtPIkwAggjHo6zPcH70wvAHztCvngmugCcHefPws+mQQl8ZmPTi27RRm0JGFE1vIajhHWp0wbnNSkF7Rd0P+JeyPp8gU4tsn1Ynojv4ung40iikS8NWBFGAGHEx3HWF6wWaQTgD6lKVJbRALg7zq+En03vJfDZtoVn+lLRRi0LGNE0+P35hPKlLUPbngxseiroXozyxWdU5NZF/g3UPYuT8DcTsQ68iaEZgbLKKzyJMAIII56NMcn+IiFUi0guo2kRYQDOjvUj6YdTCXx2ENwzPTJvUpq5ZFw/gB9jzvkoUIli8tXjNef7MJWwnIgvz5P5Ui1HurM0CedelCeOHk2/FlDlJX5PGlr4LMNh8vy6LJGfaowM0TEmWRo9G4A/pF6WHokugNLkvj/UA/dZT7pVgSsTTVNWMv72ns1SmshwuzlHgoslNNn8WbewXvCce1GqGDoTiJkFPAkWno/j2MCDUPBE9zYAX1QE5xFbRBeA0+Pdxs40i4H77EbYX1cuGFUVMGQzoyDzHvcCKmTbiQ9Kn5rEJnxxZglNdr/OCE5qriMarpYtfi4F4oYKI0AYAZ/iTqqfxloAvlgR8sVn6F+OAQIY75VIdpvyzIUDHvlM+gP0viuGmTar3M3wm7cx51LXMiNkl2kn8VYOvp/RfSt4qbLnX9MlEZeIIqWLm1WhJH+BNwFhBDyJuYZQ3nsJobpS8GvoCdEF4MWYvxd+0e8G7i9pIWk5FMXnYMLf+yUpsiT8zobLN2hML4xLlm2I+VlVRR1maKb5rmOI+1CueFE7G70KJfkB8QMII+BJzG0I5b3DAHwxG5k34I70Oaj8BfBj3Es3YO0F7KuahaVHM64Yd5vXjdeOjCvVfJb8Mh+Z77izYdnv+zG/y84ndvzd0uunx1VIfehlWJS+li9GKnrZVHiJHhBGAJJj7lpICGjwgiS7NBwAchn3v4Tnf3cB+2pe2FfufEgUKBe8muC3khp7rQrbZbrjzo5Fny8lfI3YJD1ZjXe1A1BHVScNj2Mdk4d66dUyy2ZKHRs2th5jPAPCCLgeb1Lb9N4F4IspgSXmf5gnugC8Gfut4HZZsecr6V18LlwyzrQL+W3K31kZ09yyImxXPc8lQhNcV1KpPj0JAIrJg/NCpdM/OcO7gDACjsdbWyjfbQTgix0hX/SILADvxv+78BxwKlA/7Qb7EVGgZPAlxW8kbXv2ZavRqWsPtTGl+qqMqEZaAsg9B1YEmvTG8YSHAWEEAo63YHZf0c+CFyFfNEsYRwt6LsvB8edY9SyGz4XngHOBjvUzYT81glJ9UvzGQRGNugybKF7n7OslpmcAheTAg8gu9KsBhBFwOd76AnnuMgA/SDWg3S9pHLUjAI+fRxb6jKwFOtbvBH3k1k5mQg+CWsL55xJK1N9sNidUX2tdWSs7pq/IHlMzgELy37glNBLbt63gaUAYAUdjrSbUX2TDcz9UovjNASbhrazVvwgjEIAwIt1nZD/Qsf4h6KMT14yTaKDSSDh/v6gBE5l1WX8VvI6kviLi/VUAINW4nImStytXzXk7AvnxAG8Dwgg4GmsSH8fUJLnquR82hSb52yWOJYQR8P55JLy0+iLAcd4QjpHlEBPZbMy5txL+5ta2IBAZNpbNQaD5iNjOE6Co3HczJj+pnRrqAvnxDm8Dwgg4Gms9gRx35bkPpiKZ3iL3Zf7QhTACgQgjksurHwMc59LLjeohJrJ2jKKU1N133oPgrlu+huV/AMC1xK6qu5rf/lvT8urPiG2gAWEE3Iw1ieUja577QOpFaK7ksYQwAiEII/OC9n+GJpbqamopbl00UGI9VWfEeZM6+57lZJvptmtNw99XWxTH9S84/AcAish5zTGibWeCXJZZPAZAGIGC46whNPGveuyDutB6+UPiCWEEwngeCVWQ5VYIkLNvbgR9sx3qg3HzxzmT+pbktnwkMu+fsmTw2zNRfF+RUpdbAhSY7ypRckPV/RF/I7EGfw/vA8IIOBZnErnt2nMfnAr4QPWqmiKeEEYgGGHkSNAH3cDm0G+C1TQ1F42sChi3++18tTGlmXseJel1A5/eJQhDs0zJAJx74eyPEiy1ePxlmEtu8D4gjIBjcXYtMP/b8tj+OYHcrlgkmhBGIChhZFHQB6cBjXHJZUYXLhtqWka4/+1chwn/3SBPdUhgmdBOxt9NKr1f4/EJUEieW0iYBH8kLZ0TKKv8oEoMEEbAoRirRjLb9DY99kGfJTQII4AwEhPPUpURjwGN8U3B2Fhz2dCBhBqmFbYvVwZIZL6jxFGG30wqTT3h0QlQ2EtA0ta8nTF/f8E6U0AYAV5i/+LJY/u3BOz/d/cyoglhBIIURk4E/VAPZIxfCPnjw+nlh8OLezA0sKfXHT0l/DcPRXwxNfwi0pvwtxYSfu8pYg0qgIsPuMMUfy+xPVmXOwEIIxBAjHn9sUcvjzStllFfk1tEEsIIBCuMzOKH//hkIOSPE9cNNS0nvIrGb3e25OFNvJ7gd+oJ5fYfPEABCstvnYRKtlRf/CKZJtWX3A1AGIFA5n2KdU9tl9hprEMUIYxA2M8jtQxGyA9nAYzvlmBcLLlurGkDrtcxS2j6Bdp2Z2DXQ8rfGLfTxSqPTIBCxv84wbI5wbk+BPIkfUYAYQSKjq+ZSKbpaN1D2yWW0BwQRQgjUAphRKqnhvfzP6HcGWmxqeK6sT3LA2PBU9HnNeVvHIZWagoQyETtWuqBrSo+BHJhk7sCCCNQcHxJbNM78NDuemTeUJG+IggjUB5hZGp4vAv5Yt5zX1wL+WHHB2NtCiMXBdtm1Dwn5QQj7svLPQ9QgMLG/k7C0M7SWHmr7JMEQBiBIOJLYs534qHdphN79aVzmggCKFW+PBZ6H973XCCS2MVMnWPGB4OPLIkiH0U7IDJvMFZLOHcrobyexlwAxY372YSxqXanmcp4TlN6lu2uc/cRRvAgjImvgUAuW/PMZtMG2uqr8SzRA1C6fNkUWnro8y5eG0K6wIkvBu9ZEkb2AngYtmLOW4uSd+FZJp0AFDLm1da8Dwlq9aLBuV8N88mz5QeXenjv0ssEYQQgYZIvwaxHNi8afu38MnluAID3eVNqm9qWp/ZLLCX/8mY5uZ5IS/OeVG2Ro21rhnYsZQiSLdIIQGFjft/WV87o9w5cpsxYsHnux8RfLeObIxoQRgB+xJZEM0FvGgmqpS8CgjZjCqDceVOqf07XQ9unhZbRnPlk9KYFYWTPEdsWDO3YHHFO0d4FACA23hcTSh4vBM7fda0EXa/9fB6hzC8REQgjAD9i60wgh914YqvaMfCmbC8yAGAln/QFcuezbxW9Aisv/rDok9EbwqLIIMsafku2NQxt2R3x4vVJt3IA5/LYdMLa+SeJCjbVVVwgPx4L232KQIswgjACKWPrzbUcZtHW4xA+8AGAE/lEqmpkzjO77wRsvvLtZksLI6sO2VaV6iKs1+a+JjRbZStOgOLG+kXCusZZwd8xfbF4FLyWzogKGWeEaUAYAafialZojrflga2mu4gdEDEA8COvSPTaOPHI3nmhZ8aCbze6IyiKPLhWJmS4Nqqnz1FJaOgYUbYO4OwkeEf4t0zLKb+Eqlfqw+PF63JFQBiBPONqW2iet+S4ncuG874TGlgDwIjcMiuwQ82nLzsIDq/zvFS9Rb4Z3hYURjoO2vdkYM+1PkePNagATuYv1Xg0bmveS+kJ7pgeQ7m8WGih9tbXEndAGIFC4upaaJ5Xd9hG0x1oDhBFACAhx5wK5NB9D+xsColADR9v8qLQw/LKUftMvvA+jnkROuMhClDY2E7qK/JiYwIv0NDZuJQyZucdltAgjCCMQFxM1QUmuf/isI2zhksdfxEpAJBi3mm6pNqJnVvH2NkLZSOWLMY3hISRBUftMykF+kj4+vDoemADBPxwqiSInp+2Glzp3zXdumyQVVCN6Svy5d0aTkAYgTxjSqqX3IvD89iBwVfNTaIEAHLMp3sO2ydRLfLo7YYkQsLImcP2nUTyvEs2dAQI/CEyrfPMtOA5e3n1FRnx2xJdutsZfndW5x7vyjIBYQQKjame0NznNjBR5MW3XSIAwIm8cxFq1YjA88Lvj3XDi58RcEDDYft2LAgjq6QFgMRxV9HN/n42LVY7Ox2ZTEbHrPG8sb28zfDF9Q8XGfL0IKbhNduEI4wgjEBSTA2E5j4Xjtk1F9OEOg1P7CYIABlzz7RAXu05aNeiQLVI1/ebWwnpQTnCPuntiPk6C5A85mZTNj3uT1o5MaYCbJCHAi/UZyRKKw4pm4bHfZ5LhgBhBIKJp6bg/KfnkF1zBmv9z+jJBAACc0FTEWHRMZvuQ+w3msURQVaLaNuWBScFZ6QCgMTx1sgwWVUCyfyY81b1ZDYpFy3mZOOUQJ+RVNUtCaKIYouIQxhBGIEx8bQpOAc6dMSmdkZRRD0ndmmaDwBCuch0VcKLKyJtTGP/SfuKTIdyY7Ny6oFtUl93abYKkDzWKoZq87VuLlodMYYfxvztUc623gnlld2E35hLqLy5YHKPMIIwAini6UJQGNlzwJ6tjMK0qihcIiIAQDgnHRvm1XMHbFg2rH55i3zcmjfBIa8ZG8dMe2BbXWAyENYNB7Az1taFJt8fuoqkpwWIcZPgu7z7bAgo63+Vp3/PL7rq5jDB7ifKwBFGEEYgZTw9hyCMaOH9NOuSb3ImAFjMT6YCdLfAa29GZlsQv4+r+vbxhmZpILPjkX00WwWwP84uo/x5LaKBnvryaMGWlxSNBD8jtuZFGEEYAbvzuzgOCrJhXlftZlk6s0N1HQB4II6sFHDNtYy59fuHzPkQb+ZzBnWo5pF9rwY3fZvhDjB2jFWF+m5MOuldKtDe1wKEoHWiDWEEYQQmiKcbwfxzmfO1V3RPkCzPlivVCJwIAIAc54XnBvlV5blOzqLIvaEoshLqzexP6IxNz+x7ynjTz/jSAJBqjM0UIBJsFWzzUc72HhFpCCMIIzBhPK0L5qCPvJYt6jXvWb5kqpLwNe48AHg6N1zP4RobhpUib0FWimQURp59Ewt0U8dJeWBNKsBESTZPDhyweT4y36otLbn3UQGEEQginioZPn4VFmO62fZVxq+t+zTJBwAH8u6m4fzwxNY7qGoPYVjxfBd8380JH0JLHtrXo9kqgNUxJrWFbdpmpRVH7L7Lwd57RFqEEYQRMIgp05Lpn0up5yyIN2vD49bgmdDkTgOAQ3m3bdjjSXQnLf0c6AnMv6tluHlpHXXpqX0HE/YtWGRIA0w8zm7LJIpom1ct2/uESIswgjACQpNiqa17P0yXq+j1+Et6B66XjNdxJS3SAAAI591rw3yr+kQtZp376mvYF9h5ZqNMN+4kZZnijKf27TCxBHD6hS4N164p1fpL58CSvS98BWUcIYyAcHyZllH/rGbb1csKK2N+t66XyWxrQSNrheGXFnjmuZsA4EneXTMUJv7MCVX/kpVx7+NKMNbLea4FqrmvSzcXTTkR63ps30bKm7/P8AXIPM7qWlW2wYWr5Xu6SaA0AypFEEYQRsBSjE3pL4gfwo1ZB1os6evjVvelk1hm+cWSGQDwOO/WdCGCVG+6N11V/D3fDgSXtatzrZb1Zm2PcU7f591Z1PZHKQLgnB1oAIzHWteCSLDr+tgcXt+xcGVMnWhCGEEYgRwEki0tXrjKg77Gae4YAASQd5uqNUWOzfuzLJvZKXVvuzHbuakb1/LcvvkxQfBIJ3MAsfF2IKhWdzyy+9LQ3k8tLCHQIowgjEDecbegy7QHDkzMn/S1sFwGAELNubO6Cu7TEUHkSc9BeR/WD8Q41gKwb3rM1wi+RADIjrkNg/WUX1pcmfLM5opuJJjlK8Clrz2cAGEEgovBeV2pdynYj2Rczr/TXylb3AEAKFG+VZV7v/TqjLyrSD51nu9wJ/6+KbWYm3EakI2v7PgAkHte2dHjLA2PWhBpeG73sn7AjfsK8KGX8LWJFkAYAUfjsaJ3RFBLrk9141QTseRN9yHpafFlke3IAQD+70P+Ly1WvFsSoZ90r5NlCgOSb0Z/xPZA1YDs+7kl8TOiCEBu429G74awpV/8/hxb+p83A7S5pvex3/ph77qu0qsSGYAwAh7HaktvubuhJ/N7P45t/e/WtQBC7yQAgPQ5tqF3tDnW/eduUwrTn3oXGyVCn+mPlB1E6Mmcv6Cd+K6/2lYCs6/5rTv6EWuoAADAwWcVwggAAAAkzRXqWjj5efDRDQAAAIKY7CCMAAAAAAAAAEA5QRgBAAAAAAAAgNKCMAIAAAAAAAAApQVhBAAAAAAAAABKC8IIAAAAAAAAAJQW3VW+nfFgO1QAAAAIiv8BSygZU6TCsM4AAAFMdEVYdE1hdGhNTAA8bWF0aCB4bWxucz0iaHR0cDovL3d3dy53My5vcmcvMTk5OC9NYXRoL01hdGhNTCI+PG1zdHlsZSBtYXRoc2l6ZT0iMzZweCI+PG1wYWRkZWQgbWF0aGNvbG9yPSIjRkZGRkZGIj48bWk+dzwvbWk+PC9tcGFkZGVkPjxtbyBtYXRoY29sb3I9IiNGRkZGRkYiPiYjeDIyQzU7PC9tbz48bWkgbWF0aGNvbG9yPSIjRkZGRkZGIj54PC9taT48bW8gbWF0aGNvbG9yPSIjRkZGRkZGIj4rPC9tbz48bWkgbWF0aGNvbG9yPSIjRkZGRkZGIj5iPC9taT48bW8gbWF0aGNvbG9yPSIjRkZGRkZGIj49PC9tbz48bW4gbWF0aGNvbG9yPSIjRkZGRkZGIj4wPC9tbj48L21zdHlsZT48L21hdGg+YKmulAAAAABJRU5ErkJggg==\&quot;,\&quot;slideId\&quot;:282,\&quot;accessibleText\&quot;:\&quot;w times x plus b equals 0\&quot;,\&quot;imageHeight\&quot;:26.24},{\&quot;mathml\&quot;:\&quot;&lt;math style=\\\&quot;font-family:stix;font-size:20px;\\\&quot; xmlns=\\\&quot;http://www.w3.org/1998/Math/MathML\\\&quot;&gt;&lt;mi mathcolor=\\\&quot;#FFFFFF\\\&quot;&gt;w&lt;/mi&gt;&lt;mo mathcolor=\\\&quot;#FFFFFF\\\&quot;&gt;&amp;#x22C5;&lt;/mo&gt;&lt;mi mathcolor=\\\&quot;#FFFFFF\\\&quot;&gt;x&lt;/mi&gt;&lt;mo mathcolor=\\\&quot;#FFFFFF\\\&quot;&gt;+&lt;/mo&gt;&lt;mi mathcolor=\\\&quot;#FFFFFF\\\&quot;&gt;b&lt;/mi&gt;&lt;mo mathcolor=\\\&quot;#FFFFFF\\\&quot;&gt;=&lt;/mo&gt;&lt;mn mathcolor=\\\&quot;#FFFFFF\\\&quot;&gt;0&lt;/mn&gt;&lt;/math&gt;\&quot;,\&quot;base64Image\&quot;:\&quot;iVBORw0KGgoAAAANSUhEUgAAAmEAAABcCAYAAAAmjmIRAAAACXBIWXMAAA7EAAAOxAGVKw4bAAAABGJhU0UAAABWQixmXwAAFaxJREFUeNrtXS1UM8kSXRERgUBEIBAREREREYgIRAQCgUAgEAgEAoFAIBCInINAIBAIBCICgYhAICIQEQgEAoFAIBAIBAKBQETMy+wW++brncxUzfTfZO49Z87bt0uma6qru29XVVf/9RcAAAAApCAIgsrkWZw8q5OnCo0AAAAAAADoJ1zzRLb2Js/F5BlNnu/g/9iDloCCbiTak2dt8uxOnl7kOaB/vzx55qAtAAAAwDTR6kyejclzOHn6k+d+8nwF6WhBg0BB7LxNJEvdSCThh8bCIWwdAAAAyLsQ1SfP+eQZTJ5nWmSyIiRpFWgV8Njeq5Nne/I8BnoQjps1aBYAAADIsih1A30YQKOAx7a+NXneU2x4PHneyDsWPi/MjUn4t01oGQAAAJAsTE0KN97SQhKGWl5pMZLiABoFPLTxhckzTLHdR/KQ1WJ+H3rPVibPDYPA7UPjAAAAgI7Fq0ueAC7a0BrgoQ0neb8+J88ON4xOyflPKeOgjwR+AAAAQMcitsUkYJ/QFuCh7SaFEsOwYyPDe6vkOU7CA4gYAAAAoMOTgHwwoGh2e5ASUv/Kc7qRSlrcMkKcIGIAAABA5sVmjUnCUB8M8MVmt1IIWPjfOhraqZLHKwl3KGAMAAAAZF1o9pkkDCfDAB/sdYVxqKSnsb0Go37eBXoGAAAAyLLIXDEI2Ds0BXhgqy0GIXrVHSKk2yPSsIUeAgAAAKQLDOd0ZB+aAhzb6Rzj1GKIbQNtV4jcJeE7yyEAAAAAoLwL2wKzXtgGtAU4ttUzhp2+mLrRgcpccAq64kYJAAAAgLWwbDDzwWrQFuDQTjvMzcK+QRkqjGr8OMACAAAAaPUuPEFTgEMb5YQCfy/erhmWpcepp4eyFQAAAABnUflkLCon0BTg0Ea3md7aGwuyNJgeOYwZAAC8nFAbNKlOe5B7ZK8vmszFrQNtAY5stMoMAYZYtyTTPUOWMEl/ET0IAEDRdrVv0JJXHoYfFKIEHNroruBe05olmU6Z8pyiBwEAAAkDpvXFkLGQDKEpwKGN3jMJz4NFmTrcu1axgQEAACQMiOuHCoVMcNIL8NVGOwIvWM+ybD9MuXbQkwAAgIQBaj8sMReRJWgLcGSjpwIStmxZthumXDhZDAAASBiQaYF7Q+FJwJF9VhjXE0Uv665Ylu9QQBDb6FEAAEDCgGg/PDAWj3NoCnBkn20ByXlwIN+Kr6FSAAAAkDC/+6DGzGlZh7YARzZ6IiA5l47GkLckEQAAACSsuH3wC1T9BlzZ6J2A5Ow6kvFdIGMLvQoAAEgYEPbBBXbvgMf2Oc88ueskKT8i51AgI04ZAwAAEgb83QfPjEXjCJoCHNnnaiBDzZGcFwIZB+hZAABAwqD/FkpTAJ7b6JGA3Hw7lFNyQvIDPQsAAEgY9M+5BuYblb4BhzY6EJCbJ4dybgg9dvMmhAhredRnuZYMXSBad+XyBKz174KFtubKbksgYc71zykyeavR1sNnEfXGAIHtSBLebxzKuSQkYau6SFfY8M7kGUWOOY8cKaFPMrQNvLsbk3j3St+OCaWYg3uRSMAp3UmmFgP8mDxbmttsTJ7jyfMSY0u9snkcQMKcbzg4pSm2M7y7SWGkW7Lt8ZS79ML/vh+OC/QIMMWWJOg7lLMmlHU/ayNrtGjd0iLlRVVYxa2+rfndW1MmkX9PDuH4dmEGdIcWh+eUPo1iU9OCd8xoc1QmUg8S5lT3Xab9NwQ2vheGhIJsGKKaOBCzaZXg2LG8Y4Gslxzv1i/ZeqBdiwQHFj98XvFiHGh8N7eQIU47+DuQw2rGZymbhiR85onfUwjmWdDebon6BiTMne57DFt84WwKaL14D/JjTJskRBeALHlWO47llYyBu6QFQwcGFj+8r7R9ovHdm77XJwFi+61Jnqc3Tfa8n1GObgbyNypRP4GEudP9KO9VRbRJvQ70Y4jDAADz4Eiu0LlmeSXrzUuSV6mnPMdEdD5yN6D/o9dMxoWFTPwaw8abwasOhi+qunxGNn0iDJs8ZpChk8GDXCriARLmTO+LzNDJWop9fwTmcAuPWOnt9Nx6sns+eR8Esn5naaAa43VKcivPG/7gOUr65Ln5sk9W7LAVho03g/eGSFeYo1JP+LueoH+bgvZbGQlYqaqTg4R5q/eA0jCqU36/zkzTyItD9Fap7VTqZe06lncklLeWpZHKFOJjvcAf5awZrxUyed8VV6MYNoUc6Nx7yfaY71uIGSM/lC/A8T4cl0j3IGFu9M7ZTN9P+e3KFAL2TlGTFUqorkY2spvU5li4SI1dnpykdAI8yU/ToP6lpKbpeFzdCOVtZ21ox3WCMQ3yafdJvWtua4GbcIfpvZAL0jo3T4XpLX5U82p+vcJkS5sJuQMvZaobBhLmTO+c3JUjJgH7ohPknAT+ujBk4zTNIwCcloXIYCv1Amxu8nvuKG+Ms6M5N/Sh1bR8HgNtcsJLuIqgmAtSNaZGWKZwM+WcRXfxWwke5V2qTzYmkn9ho0gsSFjp7Z17+Gopxiukbnz70rQTSiO5FyxUP6ZTW0DCvCVhrzNOwjbzNMZJar419KGcu6QWDLTbSPGI3WKKL+zCxL18tZHwDrWe3DY0CxJWQJ0HRLYqytz3qRCj7Rwy1IU5ZVuOdAW4JWHSsic1x2PrxNppTmXHPw2vhnZx34y2W4aU3EmYPE4wxc/0wjR10JCn9KuMeV0gYYXTOSfZ+Urx2j4o4ccVDXKcCRargSNdAW5JmCiH0IOx1RPqbj9PY1vMRqqaP3LIbHfFgaJXMcUXdmHihmguYn5bDf68hmiIo/UgYZ7qm3tV0U7kNwMlxN7RJIvkrr1XR/oC3JKwYMZJWC9PYy3bJySD+Jpg+t186XLE3RH1gYW38AvUC8OuHmN+dxwlDQEudwcJ81ff3KuKFmP6JyRvaxplqTBzMZ0tsOBXIGHekjBqkBMWXNdIfCSFAQ8sD84LTPGFX6C4SZXRXJmViMs8/F/cmgAS5rO+OYvEM/1tQyFJWwbkuRPM6TUH+gJAwrwmYY9GY55/thWtnMs5WXNiUNHzMe11MMXPPCH4xTL9/ZziPUNOIEiY7/oecUPuCkG6MiTPpc8n38CvQMJ8J2GcIqaXmlzo40jYrylJLDWg6GWlrVEBJt/Q9b9IuU8Im8brqM0cOLv099ETlY8B7roDCfNb19x8sNC7u6uE2Oc8WLTq6MXS2SxImIYG7zR82KOaMGqj3QR5joqSkE/E4lwJK3wTgUbo7L9ElZOjEp4u21BO7sATChLmu645+WBj2uR+Rv7/kkGZQMKAJPv4BAlLbpBTafw9ZxtHShiyQv8+bbG8N6joqEv/wVfPEi1waTtflFL4U2e3DJsOQ5DR+jWn0BxIWAF0zamFd6eEIXuGZZIsWvDgl89m32achO3mbbBlUjGUGDqOO2kZJo+6mLxplxiVacNT490T1Fg5w3D/V2+HwkEUhsfnoTmQsBlZ0B6Vf64YlumcOc4+0YOltNkX4Xy84FheKQnbzttg1aRikhJDGadqvg0pOXqCbuTj7iz4525C6UW5qHH2l7gMirckXPC9I8dP2iT744GM2zNg13WhXYfzR8uCXAOmPI+YnUo5H4+Edlt3LO+F9XWXWTaik+G90cTQL1W5zEMBugvFql6wrodGW5HG0QlPcPeL7kX9Dd1UCv69gOm8jWJ4HFWcW5LrkSlP/y+gjPPxdcFIWF8ob1dHo5xbzncyLIRfSXHTgHdHU0Ozgq9sJP7nlHEjx2KzhGHPXhiseApAwkDCHCwO4dxbsyQXt1jrLmamUs7FUs9Sy7G8V0J5m7aY6pHwnTeR377GeRsUT1liPSdNyo0W5fzRojwzRnCeY7HZxLBn32n3PiPfCpSDhEkSnPctydQSyIST3OWci6U5ul3H8t4J5a3qaJTDVM8F71vjxEwp7ykNuqr1V5XTcD2PjbafY7HZxrD/W4c71gYQSBhImPk+7gi+9dVWiF0QIv1CqkRp52JpZGfVsbySHLYPm0z1ivmuOZoEfnGd8LfLtlzYwZ9VnV99XnyZYVqjpHUGBn6Dqa82SBhIWAH6uOfjRkyQ7zPArFTauXhJOFa3Hcv7KpD1weZu5o75rmgY6DvpVCXztE9Pw/etKYnay54bbSfHYlPHsP9Xj+8MfW3NwHcCs0/CuLvz8JDVnCWZJJd3r2FGKu08XAtkJ/13HcsrCftf62qUc6T/mfGedvBnYdGzlL+fZ7R7mfPbVM/ceUEM9znDQnOHIf+HDjlH5/sz8J3ADJOwgH9VkdUFTLBZDIka6vCVey6WeJdOHMsqIYwHuhrlhAXfGO+JnrJ85+zIGDupm5zfFs13e7O1S9TQJy3yJHLxMwsn/TTrkBPCeZ2R73T53DAWYdcydgvcv10fyY4gd/Ucs1Hp5+IbwVrWdyjnvHBzt66r4UXOIp/yDvWk4waz7TSGfJ/ju1YVVrtSMMPdYO6AxzgVGau/TeZAqkNbufSMivnuNxOpkQcDixXXO9dGL5beho8FxGboUM62s/QfZoO1BBIX9drcc0/C0N9qn8Ap3yzqZbsoqPGGZTU+U3a/yLf4r97CMDT3uowNaAwkzGP9PjDtuGlRpl2mTCP0ICDYEId4cez4YJ+M1Hrilxn6qk/57bXilWkK2r3O44FjkruXooQhE3ad4aQ3pJDqG9UyOQgc37Plsc4uBYMJ926ChPmqW+5VRQ+W5eJucLBBBH4dNdxcq7Grcia0ptpNyo80zjkR0GEw3L6wXU45hjnhO0+VDkWuVLkGvLQuzQO0BhJWUN3+Ys+iTNwctfvAg9pgJC+e5KdpoR8kpw7rjmxFUt3/UHfjHJf3ivKbueDPeydDb9qiAebZELxvXWHc+5jKS7VoLQS8u1DVQw1VaA8kzEPd9pn2u2BRJm65jCVPdAh4kAwf8C96D7HqyFaGAhmXdTfOKdW/o/zmOO9xzbBOE6PdLvNddSV/ahSgSnPZFi01x5CbELoC7YGEeahbjvdgaFEerhfsyiMdAn6QsB2BPIeObOWTKd+ndm7B3HEdRf5+SfE4PWQRijmo1xnvqSjevA+ceivdgqV6VQdkFxzP2Ak0CBLmmV65+WDbDjc5cRBHREDCSkHCJHlh1w7sZFGgr2sTAlxyFyoqHviSli/GbJdzAewu4z2n8GyUesFqKodL3n5rJgW8C9FR6BYkzDe9ck8g1i3Js8aUZ8szPQKe1OZikvgQrw7sZE2gr64JAXrcjgo9Yro6kHJ40tBLeccmvBqlXqzUWxF+opsCZsj7G6FrkDDP9MrJvXqzJEuVGRr1LgUE/MorEiYJSc5bthNu6oqZy+iZJOyKXHZfyoLXyNl2movyMuG3jeC/NcqQZF2uxUr1dO3H2AgHKCoJEuaLTrlXFfUsyXPKrJu04KEuAX9ImCQkuWHZTu6d6ipMhGPuctQE/mMNbaddtHyXMFG9KJNAA1N4qRarFWVQ38btUpgJlz1oFCTME51yE+CXLcjSZiycY19TQMCv/CFh1B+3TJls3gBRFZDDjquJNIjZmbHuh2S0/ZTS7tOU310VYRIAjA2cBYVcfUxzYTOPR99AqyBhnuiUE5kwExb57+L0KDm0BRIGEpbSH9w6jq8WZVpnyvRkUoitDB23r6nttPIYHzG/2ffhSCvgdHK9VUh4N+cm4xuhbJAwT3TKyQd7tCAHJwx5hXxKQGBTlSD9zuhfNCzJxL1hZdekEF0hAdPiBaO2U8tjxMj6kxaCAkq18J+k/H3ThKs5DAdRaZQW+gIkTJM+uXkzp4blWGHIcRcU+Eo4wJmNH9h09DBI4TtDli+jhwUykLAdjW1zri5aoL9VK6K/2z5FATgfwO0sJDzg3Y+6L5AjGg4dlrg/QMLs6vMXm4aJYFoeZZhGUkOPARnsq6Yc8LMf/vu/LKte5KiFHgABAXvR6XlisuIWMdZ7JQTVgUmXavDOKYcxvrgu6zDni2Fn1wJZhpEwZrPEfQISpleffeY8vGSo/SojXAQCBuS1s0OmnbcNyzFgesFqphVSF5CwDc1tc/LRVmLitpsw5dIN3MusRfMmf7vHOWbPfFfPpsscJKxU+uTU4xqbSMEgApZ2eu3dx1IUQOHsvMoMA14YlGGRWQpmz4ZCuCTsXvfgZ4ZCH1wdXwW8XexPhb9v6vAwBP9UVh6bGg8gYaXWJXcefjPUfpoX7hkeMECjva0zy5/UDbV/ZTvylyRMzVWNjIB3dVEUQyTiF37whTuQTRqENcbfd5ScLvFdpRTO5uQhnCW8oxF5R+5CxSBhgKJLbojm3kDbaSfEBiBggAG741wrd2mg3SaTAHZsKsNJLREBAfytBbUI0y30oLuOMf7RtBOGlIj/pcTnmxnb5sT/P+PCLZSI/2TluDJIWFl1OWLOg7ca26wwPAJn2PgChmy+yqgVqpUMkc3fMcbZoW1lpCmhabBtzpHsHxsVogGjNpa22775LbpLA2U3xjZWc7R/xFzkrqOLDnlroxPFAL0JEmZgMfph2mdfU5tzZOtJCcnb6B3AsO23GKdx33V5YpmHAe3Xv0s5wn9puG1Ogt4WzLXQA21RsMj8TAkdHuaUQXIKOMz3Oibi+I3EZJAww3qUHI660tDeUsopyLsy178DrNv/MmN9yF2Xjir2jxnOgIoLJbwlVBKvG247zR15DDMt/CBbD/LhTsfAYJ4+SyKHKIsCEmbKE/bFtMPnnO30EhaiL/IUIPwI2B4DXYZH7C7rzSZUZSGN6F06s/2ExenQQttDE0oHvBpgWznIz5OuorzM4sBWyrOAhAGKLvcEttgWvrtK739PCcEg5xZwOQZaSi3IaetBQ/jeoxQCNqbrECsuPz7uotZXG0IlHI1+RkX8mRpcWfCm0xMrDItGcYBeBAmzRMQ49vlJnoNKwrvmaPd/ptw0oi4+16aLYgKAYAzMMfKHf+hkZT1l47HOiLR9SGpOmvzwkas8rLAg2xS3eAMmOTMDS3Jxa5SENwzI0hPIMMZJSJAwBxuWAfPA0iuRqFOy61Pa1N6nkLlvWujq0Djg6ThYpTWAMwauKIe3R5uOITO8f+lN6ZWYY8rW6nHFnFb4+T0lB8zUoFoSeKGM1SWiHdI987qKVfQcSJgj3TZoYXkN9OGRTh3j4m2gKJv3XSYZk2ysB955f2mwR5llzWLb64qC1mB+M72wJO3yH6mQa8WwHPPkzv6e4iW4QH4MSJhHem6Srq8pZ2YsCOf3KScTp3qBIo+BLnm5XjKSryfKDVv09QM7kfho03LbC7Tw/SD5uTQDao6OJW/Ts+picBAZW4/IsYSDICBhBRk/dRpDUfvdpMWqiROOwIxv5jfIedSnyN0o8gxok71PeZHVonxY21UiPCkVOzUAAAkDAAAAAAAAQMIAAAAAAABAwgAAAAAAAIBIbtK0B4cbAAAoBf4HdGjyo4gTmIkAAAE5dEVYdE1hdGhNTAA8bWF0aCB4bWxucz0iaHR0cDovL3d3dy53My5vcmcvMTk5OC9NYXRoL01hdGhNTCI+PG1zdHlsZSBtYXRoc2l6ZT0iMjBweCI+PG1pIG1hdGhjb2xvcj0iI0ZGRkZGRiI+dzwvbWk+PG1vIG1hdGhjb2xvcj0iI0ZGRkZGRiI+JiN4MjJDNTs8L21vPjxtaSBtYXRoY29sb3I9IiNGRkZGRkYiPng8L21pPjxtbyBtYXRoY29sb3I9IiNGRkZGRkYiPis8L21vPjxtaSBtYXRoY29sb3I9IiNGRkZGRkYiPmI8L21pPjxtbyBtYXRoY29sb3I9IiNGRkZGRkYiPj08L21vPjxtbiBtYXRoY29sb3I9IiNGRkZGRkYiPjA8L21uPjwvbXN0eWxlPjwvbWF0aD5I/8isAAAAAElFTkSuQmCC\&quot;,\&quot;slideId\&quot;:282,\&quot;accessibleText\&quot;:\&quot;w times x plus b equals 0\&quot;,\&quot;imageHeight\&quot;:14.72},{\&quot;mathml\&quot;:\&quot;&lt;math style=\\\&quot;font-family:stix;font-size:24px;\\\&quot; xmlns=\\\&quot;http://www.w3.org/1998/Math/MathML\\\&quot;&gt;&lt;mi mathcolor=\\\&quot;#FFFFFF\\\&quot;&gt;w&lt;/mi&gt;&lt;mo mathcolor=\\\&quot;#FFFFFF\\\&quot;&gt;&amp;#x22C5;&lt;/mo&gt;&lt;mi mathcolor=\\\&quot;#FFFFFF\\\&quot;&gt;x&lt;/mi&gt;&lt;mo mathcolor=\\\&quot;#FFFFFF\\\&quot;&gt;+&lt;/mo&gt;&lt;mi mathcolor=\\\&quot;#FFFFFF\\\&quot;&gt;b&lt;/mi&gt;&lt;mo mathcolor=\\\&quot;#FFFFFF\\\&quot;&gt;=&lt;/mo&gt;&lt;mn mathcolor=\\\&quot;#FFFFFF\\\&quot;&gt;0&lt;/mn&gt;&lt;/math&gt;\&quot;,\&quot;base64Image\&quot;:\&quot;iVBORw0KGgoAAAANSUhEUgAAAt0AAABuCAYAAAD79q8AAAAACXBIWXMAAA7EAAAOxAGVKw4bAAAABGJhU0UAAABnE/JmZQAAGjdJREFUeNrtnSFU60rXhj+BqKhAIBAVFQhEBQKBQFQgKhCIigpEBQKBQCAQR7AWogJxBAKBQCAQCERFBQKBQCAQCAQCgUAgEAhERf7mnuH8PSFtZ08ymUn6PGtl3W9999LszJ4982ayZ8///gcAAADWCYKgMrjWB1eL1gAAAAAASCau5wZXLRTXg+tocPUG13vwL1VaCiC1mCsPrmX1UtuOXI3BtRT+N7QUAABAPif6BTWhbw+uYyWu34LJvNN6AMZxNzO41gbX/uC6HVwvg+sr0ON5cJ0Prq3wyxOtCQAA4MfkPj+4VtRq2cHgOhlc12riTsIVrQsgjsf64LoYXJ9BelyGq+O0LgAAgLsJ/iCwxx4tDKAdixuD6zGwy1P41YrWBgAAKJboXqCFASbGYHVw3Qji6l6ljhyq+O0Mru7gehX8RpgitkjrAwAAZDfh19WkfaaurhIAzwk/b7/RugAT429LM86e1Z6KyoTfW1SbmnV+sx/eHy8AAAD4I8pvDUT3Oa0HMDKuZtVqs44wDl+KS8Lfn1d54X2dWA03beIVAAAA9wJhzkB0U6MbID6eqpq522GFoHrCezU1K57chXGOdwAAANwLhReh6J6n1QB+xNGiZiyFgruW0j0bmukmD8QtAABAvkT3Cy0G8COGFmIOjxqVUrKS8r3XNVNNHlnxBgAAcCsYvgSi+zctBvBP/FQEde/3LNlwpHn/a061BAAAcCMYFoSpJU1aDeBv/Myq1I1AM8WjZMmOkmBT9BmeAwAAyF40tASCu8/naYB/4qcriJ0ly7YsCr5a7eA9AACAbEXDoUB039FiAH9j55cgds4ysulY057PtDZzAgAAgN4kLanTfUCLAfwXNyuamxcDtfpcyciuRYFdD9TwBgAAyGaCnhVM0CGrtBoQN//lTz8J4uYyY/vOBbbt4VEAAAD7k3NDMDl/2toEBpCzuDkQbj5ezdi+VYFtma3CAwAATLN4OBJMzl1aDIgZ0WbFkFcXKRyCiiohJ3gWAADAn4mZagdAzMhSN5ztgxjcd1tYlWgB7wIAANiZlOeF+dyLtBpMecwsCmPGWdyoA3v6vlVXAQCA0QP3meaAXae1cufbtmBCfqfFgJjRHg//VgdxbO8Dq90AAIhucO/bc1bBALTjZcFglXvPsc2HQnuJcwAARDdY8O2rYDJu02Iw5fHSCeTUHNu8JrSX1W4AAEQ3pOzXmnAyrtJqMOUx8yKMGSdVSyI2l4SVVjgACwAA0Q0p+3VPMAk/0mIw5fHSMFjlPvPE9pu8vSwAACC6Ed1F8qtkIj6ixYBxUMy2J7YfGNi+htcBABDdkNynZeEn5watBlMcLyV1GquUuif21w1s57AcAABEN6Tg0zXhxqoyrQZTHC8mqSUhJU/snzew/c0X+wEAEN2I7jz7VHL0e48WA+JFzItnz/Bi8Ax84QIAQHRDQp8+5qXOMIAH8XJvIFgvPXuGS4Nn+I33AQAQ3WDuT+nR0Eu0GkxxvMwaHIgT0vHsOUxqjD/TAwAAEN1g7s82ky6AdrysGuZzb3n2HJuGz1GhFwAAILrBrj+pYADEi6ye/TDLnj3HiuFzNOkFAACIbjDzp2RD1QYtBlMeL11DsTrn2XPMGz4HNfoBABDdYOBL6WpXlVaDKY+ZZwOh2vf0WUxy02+yfCuYp8v9bY9wM0E1/CetAQliquoyrpQN5KghuqfVl5KT6R4s3L+kxoDvizrA4HO8lA2F6muBXiA+rRwJrybj1uA6jXx+2/WowcJd50/qJLHlDO4XDpA74eAbOb0sdNwhAhzGxFIzLDekPs09xZx+9xr2rQxsqQ2uY2XDMB+qhNIyHkN0T5EvJUe/dxLeKxTVW4PrQs0ho070C2PxTlVXaCLEwaN4WTJMybj19HluDZ+nlvTGM6oxw13cJ2pA6Pte4Dw8pCCr2qlK4E96K3pnogUVT8tqFU0a1B1LNi0qwa+zSrGFFxHdU+DHkvDo91XDe2wpEW3KmxLgfGkG1zHTNOzDF54+z4Xh87SkK11hw+0PrnNV5Fz6uWDRg8bayqoGpBJRD5ptEw7iK4Tn1K4CdAxPuhpmPWW7DoTiok8tYkT3FPixbuuT8tBX0dcgPcIY3sdz4DBmDou0+VB9fTZhb9yP7o75pG3KjuOGqsQMZucW77chbJ93Uk2mZhBaVUL7OcXJ9S6NnDGV1tIztOES7yK6C+7HAxvxoMaEu8AePeYXcBQzpivDBwUYA/T0pjBnTZczDye9a88cw4pEcQeeefWl6NHixFpPaGMl4Yr7B55GdBfcjxJhvC1YCewH9nmmkgo4iBlTPbnt6fPspJ6jPviXDZWrHb1+qbeWD4MbPjlspLURg9qDZ455IEQLO/Asj5kIz5UgD2NsW32++sjyxVZz/8FE8DSiu8A+rKZ5sId6Eb8OsuXVt9rHUPi4MZ1X2p4+T8v0pTfJTecMPoV9udhRrcrVPI3abGLxvqY7dtn4UsyBp/K9qVgJsOa4yU/FmHRD5YdJiokqZXmfwoT+gqcR3QX2YVsobmfG/FYthX0cpnStlC8DiO/rpl9x1jx9nrrh83wkvXHFYDVuxUEDdVytzBmWllklTAs7+NSEG6uqBnsqGkKbZhKUQPIqhQzRDZ74MOR0wjjwPmEDZld9LW2pL7V19b/3VX520nSUTTwKGcRM2VW6pIeiO0i88DxJ0Lr+XKAGt0mD07zF+y8biCYmXRjuQ8c2yweqOts/UsHUql59qEbwpH7cpwIPorvgPpSsTLdG/MbimN+5V8K6pGFLuOh1mkB8vwSe1vJW480Ll7VrN0NfVhMI1AWPF89MqSa9eUUY9McZNsyM5ifzJct2SPN/akxvMNR/pGlKd4LfjivldBa3Gq/SXY5HxHv4/1GnG9FdZP9JxEM/rlLImI3Kr2qeMEkNawajD8zJ60Y1G4UcwEFVkDF7mewLVD9fJBbTMECSC9rNsGF2fckbUp8JdV9OykxxEOk/ko0oXzqlwdRm6WifPJw08Q9VYempTWBHvq5IILohRf9J8rlvY/6+PGKuDGOoktA208NH7hHdiG7LvqwjulMe39Wkq725JKNGqQje/tsZ2dTUEN7vTG+QMMYmBrZatY7WrD+kpRHdMNJ/ktr1h5G/nYn5+756eS2lZN95UYQNortQoruRwM6yp2PBvGvRvS686UwGjXIlsGc/Q2dNWn3vMr1BTL9ZE8bY3oTfi+ZxX1LNANENI30nPfp9PfL3xzGCO+0TZBcM87t3PGxvRHdxRPemqZGejwmmrKdxc6nqr1luDGkO9VHGzhq3YsKOcojrM2XhpN8d81t7MZu3SrQyohtG+k7yifyf0rgxXzjD/92wZGfXQAScedjeiO7iiO42ottCZkWQwq7ulOyYDeS1T88zdtZS3nKYwIsgl9TFfxvxG4sR8f5On0N0w0TfSU4X7g39XZjm+Bb59xueCZxbRDeiG9GdP9F9mdan74R2HBs0wo0nDusxvcGYPnOYJB9O5ZU+ZPUCDIjuAvlOIgJ3xrwo71m2s2Iw/73mvL0B0T2Voluy0evUUiMsG+a0PXrisHWmNxjTZ6S7wOsTYvSSVkV0w0S/SfO5F0a8JJ9lZO9n3sUNohvRjehOt2G7FhogWpM7/Gx+7eOb/ogc+HfyamFCvykLXyoPxryQhv1tnlZFdMNEv0n2CD2rv1mNxNtdkFElhkBWXhTRjehGdOdUdK9IB6aUG2A/co/t4M9pXTr0M3ZWXAmdDtMbaPSdB0GcXQ+t1EX3OazRmohuSNVvgZpzZiLC9zPIsI59mKNdJHEDuY8fRLcl0V121ZjBn0LlH8PpImrgk2x+mc3QWdHPjuGny0qOg6qkAutmyA9fyg8dVlRTbWvJnoVX9TedyP9/QUsiukHbb5KN+Vsx885mxvZKV4m/8DJY7I8biG4LolsZ8S64cSXF+/biVvHUAKjLYobOeorc+3eOAypctX+dNKgHGdZCL/gAJq15Gi1XFlZSmKMlEd2gvaAjYSMSb5cObJaK7hc8DRb7Yx3RbekrcyA7Dr6e0j2jx99eDf27Vtb2aNgbLRfYD3J6hLZqX8kGo3OGoMRtLq1OEPXPNq2I6AZtn0k+jd9HBO9bll9QE4juBzwNPopuX/e5qa/7ptTTNORUcONWCvebjayu94dXrNXmMV02M3LWSeS+xzkNpIZQcH/DUePJ2/7dMNjDXE9OnUR0Q/o+C2K++LUc2SzdSMkpyGCzPy4lEKhVT5+pmuCZamka8ktw418WBsSjGFGuy24GjpqLCNVc5nIHf44b/krQ6djEl6z9rwzavJ9lCpXDtrlQObg+Xrql3N48fobmFMXZjEbq3Ch6Du2Wls1lEz/4KlCrPNN4QyT5pscJ77UWGVye4z7lCQagTgaOOkr7xSMHqz9x3DEUZfZym/t9A8K2odSYXdpTFGemn8WdpQwaioEtRlWw2CdLiG5LKTPBn9qk1lcCYkoyhTRG/Le6KxVnGTjpM/IpspzDAKoEZgcQRVlgOMpMDLxPy+ZJRDeiO8W+dGDYRkcObV4zsHeJURUs98sPw1ha9PR5Vg2f5z1tQxYkm04S3KejK+AD/ZqlPctO6hVhdSFIUHMzwg5DkbEPysL0nqMpahtEN6LbZV96d5kyGKZJCu39YJ8HZNAvH51vOnS78PXNY9qGlASroJ+G96hFVozH5qrGiN3UXwI0bG7G7HKfyWnw/Epp8j5gKErkhztSSxDdiG5r/Uh69Ps3+47t7gnt7TGagof90nfRvWn4PD0bxkh2TpcMfv9GIiiCn9VCRu48t7gqGa3LvZLj4EF0++GHI0FbX05RuyC6Ed2uVrKclAhM+KJACVHIom+eGo43TU+fZ8vwec5sGCM5grYm/O0daa6qJC/PknOO09xAmuPOxmCfrh+azj5pIboR3cXvRyb53LuObZbmmfYDDsqCbPrmruF4s+Pp85guPh7aMOZSYMCa4Herwc/6xDspO3s+5baoR9JtnvI+yKW4kbLGUJTYD4Grvo3oRnQXvB895WmVW9l8JLT5hpEUPFwksitS3cTaN5s2jDmzMYDHiHmtvOhAdirlcortENYIj1ZOaRQkgC4STtz3DEOZC4PmlLQJohvRnbQPmZQD2/HAbmlNcUoFgs8xFXLu6fOcGT7Pqg1jOml/jhv8d+umq+Rh/rTAnkaK7RAVpqcFCqClhKvdTYahzAP/cEraBNGN6E7ah6QVmj48WOVeFtr8RWoJZNxHTTTDtafPcmU4fs7aMGZPYEBH4/dmY9JKriy9YbVTaoNGdJNm0QY4rzYSTO8gJhEHVCnIz0tSndbK1SpWxwObD4U2X+BpyLiP3hvohacCPcurLWPaaQqwmMFEdNpXIDsNaS+F56+o/L7CT6LqBUvy9nodpHkaE4PYnnA1jrZHdMNkP70INyNWHdtbilmYSm0/FUBK/fS3gVD98PRZ3gyepWfLmI20jBiRxtAxsOkrixWL4M9JmT3fVkEsd76WRgfsq5cnRF967V4L5Kd8rdJyiG4Y66MFYUzdemCzNB3mIeBAHMi+n5rWti579hymx9of2DJIUrbofoKAjR4A8hKY1fZ+SmvlfcJ9ovnsj9MgNFUn3FX5tB9DOYOP6u22ypCTens/GQT9Hq2H6IaxPpKWNmt7YPOD8woKAJP76aKhWF307DkWDJ+jYcsgSQ7165jf2Yn571uGNuluruomeO5GZFU+PDVziVADCzF2bBj017QeohvG+khyzsSn60WVQF6b+55VbnDUV8uB2SmvLc+eY8Nw/p2zZdC8JB9uzJvEZ7SmqOlgIShxd5egM72YVGYBEPa1VmDOJxMuohtSEwXnHth86cVqW/rPdaHmVC47125O+mvIL8/6pslBP7e2jUpUQiVGJIcryMsJ7NE9Cv7F8Pej5WPuEDdgIa4qMRumpBuoOJQI0Q3x/lkTxtK6Y3uXhRvZe3mZlyj9aZ0DR37dMbD13LO+aXKk/b5toz4FxlQjfxtXk/t3Qnv2dVcCDX57L0YEVZjCwEJc9eI2Rwp3UvMFBtEN8f6RlN37cC1gQzEirLKynCNfILqLKbqXDGx99Kxv3hk8w6pto54FxiwN/V24Qew1RsTOJrRHsru7JPjdRsxKQ5vpCyzE1O6ogVP4ya5LayK6IdY/knzuU8e2Sle5T3LmC0R3MUX3TCA/OTXw6QuNQV76q3X7hQFTH/q7uPPsd1Kwp5H25/cRn/pPmbrA0urAV0wKU2mMIB/FG6lPiG744RtpPrfr1JJrga0vgeMTMxHdiO4h35qkZyx70i9NKpec+DYgbIx5c79NQyAEsqPg1zR+byZmUAjL45WZviDlWCqpvhXdELkw9N9U8ziAIboR3R75RvI19MPlWG+wmbqRQ38guosruhsG9u550i9NTuJe8Wly+ZuOMSJPZjkle+al9kz4veMYEbTI1AUWYqkz6kU18t9J8rq3aFlEN/zjG0l+dM+hnWXh5/mDnPoD0V1c0V0K5Ae7dT3pl9LqK0++TS6B+jS+bztnLq2NZiNWRNpMW2AhjtZiPnkfpjAYnNC6iG74xzevOREsks2ej3lNJUN0F1d0K/+eCO1986RfPgrt3s/KsCOJAIh56wmFRiVlm3RXAg/H/MZKjAg6J0cWLMTQXEyffRq10Vea100LI7rhr1+keZo1R3YuCfLOv4IcH86G6C686F4xsLni2Ob5QLZ5uZ+ZzaFDhYZFObJgU6Kj4MONKMHPqiz3wRQc8w5OAvxqXB53zH+/mqcBDNGN6PbIL5I8zXcXiywj9naMm1NbOfcJorvAolv5WFp6b9uxvW2hvRdZGvcrQWcIV71nLdjU07z/1Yi/75LHDRnFz7Z0wAnkpZiatDSiG8T53F1HNko+x+/gVchB3ElF7H3OXgTrWRq37dsbmGDCu43527ic83XCBiz004Xg5+FSZzqra8HPk1zHcZrAxorKLZ3FY4junPukHMgOc9t3YGND8Flba6wA8CD2TGp2VxzZOidMLbnz/Q3mm9ABZUs2dTRteIn8XT2msTuEDFgahO6j/VE3JgLZEbtPCWy8G/rUzrHyiO48+0R69HsrY/vmBcLkCsENOYu/A2H87TiyU1oqcDNrA1uGortp0Sbdo+A/hv6mGvw8AKfHwAYZvRiGm6FWBH8vPWJ3zsDG4U3Sd8QCojvnPjkSxkw1Q9vKMS/ho2BegjzG36ywfOCTIzvvBTY+ZB6LanVYilVDhS8CMyMGvFc+qYOl/rka80VlR/gbM4HsVL1N4e+vD9kY/pNDdhDdefeJZDL98rS/3Jq8QAN4EoO7Qq1Yy9g+aZGCdReNWPdpldvApmpMfmyuSzCB14POXEx1nUuTl1DhZo8Twe8uRlYkfuE5RHcBVtm8zNMUFCO4ZiEIch6HJZVGqct5xvZJNlrfuGrEmk+r3EOiQZe4ybFNeICFfjkTI5TfTDeMCNKotD/VKXHyFIlXSmUiuvPuj3UfS4AJVv66xCEUKBYlL8ALGdm1KLRr2VUDVoWD2UYGNs0H5hwRFpCREOsnEV0GL7xLGr95QalMRHcB/XEqjJWTDGxqa07yHMoG0xyP5xnZdCawqeOy8SSi+zpDu74MBPcNgxuM6VMtlVP5qfrXvdoQWdX428O0A1etnH+mNVDE7C5v43VEd0H88e7TgSKq+tAkwR3++z3mJChgPJbVV1Qv6mAHf07N1F3ldntQonBVeSlDu16Eg+wjG1RgTH/anzA5/h6VJjKihOVNGoErzOv+GPWpLsbGCyZ7RHdBfFEzWIDZtmRLSY0VOrHawHtQ8LjUfRl+slhiekawyfojq3SXSUZ7d7qX8NjRPp/RYUxf0s1B+1Tita4m18Xg5xHvIc9pveAZ1D59HH45UCsOp1TuQXQX2Bc7BqK7bcGOWbUZcuImzizLFQI4jM26ICvh2JINuqkuX94clKj5mayasU09wQC7QfeHMX3pMkiPfppffAxKHH0PHl31XG8x9lEeENFdJF8cGMTIlgVx8aIxNuyzYRKmLD7XBGmSeynfe0swZzZ9arS3CQb/dmDTiWZjUg4NkvZvl5N5ySBfNfPP6ohuRLdDX2waxMHvlO4dfkk61liYeuRlF6ZceH9lOUcJNjJ/erPCPWT8uDf4dxe50pqrG5zsBTp9KS06luw7Tck+qiQguovoC2lt4O8c0lLCe25rvBB/sboN8F/MLAsWkE6SzFWqsIGO4A5TLVd9bKxxSeg7jmza1sibY6ADnb70moKgPbMlaNWGlH5C+3gBRXQX2R81gzgWT+yqmtehhnjoq5flCt4B+Cd+bgX7k+rC368Lfj/UiPO+NtTNGKNnHNnUmrADlcEOdPtS0pzuqwwOhLpKYN+1rZ3hiG5Et0c+qai9DJIX1HCCbo76WqvSR1bUZs0bzf1NZ15UQADwM05n1CmtunneNyo3e35MjLYElb76qiBCyedGuhhh+LJDm1bHfM5boWuDoC+tJFhJPsrixTPcnGlYm76L4EZ0T5lv6ppVRKLzxosS4Tfqn8+CmHvTrekPAH9XvS+Ec+/HUIzeGOzH6uaikp0SFs43T0ZsWsiqFBRMxQDwy6BKSTtjG9uCAaqvnomUEkT3tPqoplJBngM7fCpx3yCVEcA4TpeV+P4K7NHLVV18dWpW9MSesmObZmIEyAFdGBL0qaZGXuiXElw1RzZOKk3WV2/zVEpAdMP/+2tJ7QO6TCDC++qUvRP1OZsvSADpxWh4EOOuWslOQ4A/q5fuhbwOWMOf0RY8sevOduUImLrAn1GpS/tqI9SZug5VabJZD2wsqQN9hm38rQasKl5EdMNE/5XVCltLxU1nKNbPVFwdqn/XVAdhsZoNkF18rqkqdTdqMaw/oQrJnYrbzULs6VMD0KVPbw1KeISrept0UwBAdAMAFHbcnVW54N8XX5sAABDdiG4AAAAAAEQ3AAAAAACiGwAAAABgukX3XCS3cNTF5jsAgCng/wDxyqCGOW8ApgAAATl0RVh0TWF0aE1MADxtYXRoIHhtbG5zPSJodHRwOi8vd3d3LnczLm9yZy8xOTk4L01hdGgvTWF0aE1MIj48bXN0eWxlIG1hdGhzaXplPSIyNHB4Ij48bWkgbWF0aGNvbG9yPSIjRkZGRkZGIj53PC9taT48bW8gbWF0aGNvbG9yPSIjRkZGRkZGIj4mI3gyMkM1OzwvbW8+PG1pIG1hdGhjb2xvcj0iI0ZGRkZGRiI+eDwvbWk+PG1vIG1hdGhjb2xvcj0iI0ZGRkZGRiI+KzwvbW8+PG1pIG1hdGhjb2xvcj0iI0ZGRkZGRiI+YjwvbWk+PG1vIG1hdGhjb2xvcj0iI0ZGRkZGRiI+PTwvbW8+PG1uIG1hdGhjb2xvcj0iI0ZGRkZGRiI+MDwvbW4+PC9tc3R5bGU+PC9tYXRoPiLrnCoAAAAASUVORK5CYII=\&quot;,\&quot;slideId\&quot;:282,\&quot;accessibleText\&quot;:\&quot;w times x plus b equals 0\&quot;,\&quot;imageHeight\&quot;:17.6},{\&quot;mathml\&quot;:\&quot;&lt;math style=\\\&quot;font-family:stix;font-size:20px;\\\&quot; xmlns=\\\&quot;http://www.w3.org/1998/Math/MathML\\\&quot;&gt;&lt;mo mathcolor=\\\&quot;#FFFFFF\\\&quot;&gt;&amp;#x1D453;&lt;/mo&gt;&lt;mo mathcolor=\\\&quot;#FFFFFF\\\&quot;&gt;(&lt;/mo&gt;&lt;mo mathcolor=\\\&quot;#FFFFFF\\\&quot;&gt;&amp;#x1D465;&lt;/mo&gt;&lt;mo mathcolor=\\\&quot;#FFFFFF\\\&quot;&gt;)&lt;/mo&gt;&lt;mo mathcolor=\\\&quot;#FFFFFF\\\&quot;&gt;=&lt;/mo&gt;&lt;mo mathcolor=\\\&quot;#FFFFFF\\\&quot;&gt;&amp;#x1D464;&lt;/mo&gt;&lt;mo mathcolor=\\\&quot;#FFFFFF\\\&quot;&gt;&amp;#x22C5;&lt;/mo&gt;&lt;mo mathcolor=\\\&quot;#FFFFFF\\\&quot;&gt;&amp;#x1D465;&lt;/mo&gt;&lt;mo mathcolor=\\\&quot;#FFFFFF\\\&quot;&gt;+&lt;/mo&gt;&lt;mo mathcolor=\\\&quot;#FFFFFF\\\&quot;&gt;&amp;#x1D44F;&lt;/mo&gt;&lt;/math&gt;\&quot;,\&quot;base64Image\&quot;:\&quot;iVBORw0KGgoAAAANSUhEUgAAA8sAAABtCAYAAACWXPPBAAAACXBIWXMAAA7EAAAOxAGVKw4bAAAABGJhU0UAAABV2yU35QAAHYJJREFUeNrtnS1UI8sSgFdERCAQCEREBAIRgYhAIBAIRAQCsQKBQCAQK1YgEDkHgUAgEBEIBAKBWIFAIBAIBAKBQCAiEAgEAoGIyEu/be5mZ+enejI/3T3fd86cvXs3ycxUVXd1dVdXf/sGEMFwOFwZXTUkAQl2Uh9dq0gCAAAAAKC6QcHU6FocXRuj6+fo6uprZ3Stja6WD8Hl6B1mR9fZ6BqMrl00Dwn2cjr8zeXoaiARAAAAADAYSzZH1/Lo6iAN95Q3owPjq9H1OUzmVQfQM46+7/roeh97n3usAGLsZS7QLj7UZBKSAQAAAIBATKUWFr+Prj292PIUiDtOkZQ7Cp0fXefCADmMd5dmR0bPOj26LgLv8OBq0A+F2k57dPUDtqPazjTSAQAAAKjUuHBWZ9yqzNve6LoOGSdGsYkE3VDw8QRBcpCOA++s9ia/BJ5bBc5TWAQIbUjNFt4GbEjNFi4iHQAAAABvx4C7epHkMYP4qYlE7Vb2YkjQGORmdG2NriWdgqq+cxfzeZWWOmu5gQ9CAuU6FgGGtlTX2xXGUba1jnQAAAAAvBz/nWe0wNhHmnYrekMHtlGogLgd8d3DBOV3LXzf6ZDAZqj3D1ABGyYJmC9C7OoAuwIAAADwbuy3rLNUm19jPb2oeGEYLJ8gTXuVvBOyujrOUdxKa8LKsnVFsvTm+oeQ5zwmoIGMbOwkxL6uSe0HAAAAqMx4sGcQLFMg1lIl7iYEygcJ328mfN+qtAI9+/MWNptDoAwFBMz3pPgDAAAAVGIs2DIIljl+1EIFbiQEuokpyXpVOoknS953NWLj/QWBMhQYMN9RZR0AAADA+3HgkjBQfkZa9ilvIWGP8oMkgIwIBoKcW/C+mxETA9es9EHOtncZYnePBMwAAAAAXo8Bf7Jf2U3F1SP27H6hVl8XhL+1LzCAlZLfdzUiUH4gUIYC7G86or3dYH8AAAAA3o4Br9iv7KbijhMUtm/wW/MRe4C/2Cv5XaNSzV85ywwKtMNGRDs5ZwsAAAAAgHdjP7U4+c5+ZfcUt5ywT/ndtGKvDgQOdfGivl5FU/uAF0t+15WYw8FXsQYo2B6XItreEdIBAAAA8Grct8h+ZTcVd5OgsD1P3rMVsyd7D0uAkuwyatvCD6QDAAAA4M2YrysMlo+Rlj1K6yQoS60qT3vwnjNqlibiHW9Je4WS7fM2wjaXkQ4AAACAF+O9O2GwvI607FHafYKyeh68Yz0mGFF7RmexBCjZRlsR2wP6VMgGAACo9BhhTp/gEnURWLkTj3wKg2XGfpYobSFhr7Ki5cF79mLej1RXsMVOo1JzfpH5AAAAUNnxwWbCWL2PlJzQ46owUH5EWvYo7dR3ZY3eYS3m/W4IQsAiW1Uzjk8RtrqFhAAAAAiWCZad1eMh+5XdG5i/+VzYS1fkfol5vzaWAJbZbCemdsAcEgIAACBYJlh2Uo/37Fd2S2EbAmUtOP6OcYd+n2AFYKndPkSlYyMdAAAAgmWCZed0OC3Y+sp+ZcuUdpugqFeXU5TVrIzPEwHgdduMm8jaREIAAAAEywTLTulwWRgoPyAtOxQ2L1DWL4ffbyoh/foCKwCL7bemJ6uiJrGmkBIAAADBMsGyMzo8EAbLh0jLDoVJNph/9/j9FrECsNyGf8bYbxcJAQAAECwTLDujQ+l+5Q7SKl9Zs6PrQ6CshqPv10o4w4xy7OCCHTdi9rZ8uNo+AQAAgGC5YvqT7ldWn5lGYuUrbF+grL7D73eW8G67WAE4Yss3MXbcQ0IAAAAEywTL1uuvI1xVvkda5StrVh9B42W+vN6LPfBxxRwq2V63Yuz4g2qJAAAABMsEy9br75j9yu4o60yorDVP3+8OKwCH7HkhwZ6PkBJAZPuZcbn2hvD9WrrCquor6mgdgGAZrNTfI/uV3VBUV6iogYsrVsK92MzYgGt2HVfV/Y29LQB/tRdVSX51dF3q2hXPBdyzrgNWyTU74b3Uvre9iEIxqlL+NlYAQLAMVuluxiD+YkxXkpJUavLJUM6Vx5MBS1hE4Xqpl3RfdXxYc9LBqQXyO02waQbHQD8zHC7qUxCC24xOCrj3dwP/2p7Ql78J7rGDRQD+mWAZnNFd6uxXvVDYJMgWdHZ6QB28zgyW/cd5ivi94LVkmRyS3lWtMtSwmFx1oFZ12qPrx+g61wM7tdqxVdD9W3pfSD/Crvdc61AS9i0Ptd1j11C1vkatsK7oieC4AHK9gGeRTka/TtJW1US2werEPFYC+GeCZbBCd1If0RW2I1Wo+S4km1a152vdlppI/m/BtYfl0LJIBit5zNiASPaLumFeJhSPO8lrFlvPql0Iy/I/q1lth+Q7L3inVSwRPO9npnQa86GuEv8p9FMzBTzbk/BZLia8z4eBf6aeAeCfCZbBDt1JfcRyzG+s6QB5aDBpekB7+iPAbgmBslWrWYJUVQYP2cl6TnfapxEzxLEp/lk3XJ0C+WH4HLsOybsmqGD/C8sEj/qYaR0Y7+h+5tEgOP7LTxXwrCaT1ZsT3Kdh+O7PWBL+Gf9MsAyl621eaPefYRNW+vv3E8RrD2x3+C3I6xKC5X2L3r8uHEht0GxTyVelfGzrtP6XDGznJquJFj1jPkjxDFeO6eDWx6J8ABH23s/ITx0X8Ky7BrP8jQnuM5Wir+OYRPwz/plgGezW2xe3ge/VdCbVIIN23a+0PxCuOuXBokUyWBM+8wLN1li2zZzs5yiDZzuZ4P6uBcs9wTv9wGLBk37nVjv3SQcJawU8qzQt7rqASTO2Z+Cf8c8Ey2CX3k6Fdn849p2GYcq1qHhYpY8X1B1m0iVV1q7w92xKwZaeHU3efjr5DnQax6We5erqq6cHb4OiB7LKmU/YafQc08G2ZEUAawUP+58ZPSFqmkH1mXexIP1s0vTwvQzut2CYjr6FBeGf8c8Ey1Cq3qSZUkv68x3hqQe0rRyU9SAUZNPBd5MYFZ1Ievk2BJM1xymccj/NYFbvY5yEgWtZBnr/ppftNyPZcMVf857o2qQ+x0UBz7Nt8DxLGd1zw6Cv7eLB8M/4Z4JlKE1n0uyPd50p/COmrb7p1eEbg4JhRkXEqq4s6WHYfQffrSV8t0ssIXddzBtMyqTaU6gre35O6IyPPO5wtytod5DMqSe6njN4550CnufSZCCU4X2lRZMIlgH/TLAM9upsPBAOy8i40CvNsyG/rc5X3k9RQO9+yHGjocpaFQrwxMF328mj04fU+qgbpPwbFb0Z/q6Q+xJR6W9HT5yooPLr7NX3kLTMAxc7CT3jKFkZuKigzUF1guV5g3du5fwsUwb1Qn7lcP8FQXofwTLgnwmWoTydnab02apv7wjvMZOinkUH7fwryGOh8DY8NsSfWEKhDvnGoNF2hb97FuLIf8YVLNArUct6xrvuuFyfBbJ8rdpggzi4UsFyx5YsqdE91ste5dbBxwvBMuCfCZYJlq3UWT+FvzY+wk0vqFwa3IPjRkOEKE29mXHw3R6F77aJJRSql2mDTuI9aW+UTjvMrACJozKVFjhqVUwuUJ1ged+W9x3KC0vm2iZ1oDFgkhjwzwTLSMkqfaWpVp+6YrXOdpIeH/c55Ozlv4TXEKZvPjj4btLUVMUK1lC4ftYMOoitBMf+VvVBoEEWxTrBMngaLN/bMDk6NDuysYhV7iMmiQH/TLCMlKzS166hn34dTngWsmqrBvfDP4wJbsPXwZTesyWF6orl6EiaFnIf8xvBM4ZvqrivyWA7xVHF5AIVCJZ1MRPp5Ggz52fp2CT7mMJnTBID/plgGcrRl8l2B+XbljK4Z91gIvcELf0R3KGvMwyGe8aaWEMpOmob6Gg+5PurgQHy59CTY3BSyFJ6bM5lxeQC1QiWpVVFi1jJNUnB3ihIPk9MEgP+mWAZrNBVfWhWGf40w3ufS1O+0dQfofV9DSZ18QgpFI8oT0/S2euDwPdqIfbbrbAcpfb+QrAMHgbLPRtmy/W+MOlRHR+mhVomeK6wbRpT3wDwzwTLULSulg3888ek6deBe0tPCfokC+Tbf2lrEp4dfT9pWuoHTbdUPUmPLnseb7ghWRF3VW7YBitrQzpA8ND+pYUqNyxqh5cFyufIB78+Fog1dIEc+jL8MxAsu6arroGf6GZ87xWDezdQ1nC47XPeusGMKB1I+QMfaYW+Vf2d5UB6l/rvdsXl+H2SlDkAh22/ZYvzN9yH9rNAGQUHZ1cO6nlBT4K/B1ZdzrLYzwf4Z4JlKEhXUj/xmnUGkKG/ZKvO8PfB795WzzUwRjqQ8nV1JE0X1Xs9guld+8jQKK1nFasDj2xfOvH7nPNzzBkUGVO0CpRR8FitQwcDgaQ9fvu0BvwzwTJjXcv1ZLJfeTeH+5scWbWMwmT7lZXjn3H0/Z59TjP3zBYXDfZQBNO7lB1PI0OjYHkTqwOPbF9asOS44IA0acWgVqCMTl3tA/QeO+kkxBEtAv9MsEyw7MFY7T2PtkOwbCasuUmPBPBkMkBxS/N1anKDxhwuP5Oj0jjnEnyx+5pBQa31nJ/jzaANnhcspysXi3bq7SUDQ59A5gz+uQwZ3ZR8PQkmM8p+xk3akni/ci+n+xMsGwhLWg3twOF3lA5cbnCFVujrIIUjPkZyqTrALhKDCk4SzeT4HOuGfddmwXJ6C6z21RzQrekExBcPFJPCP5cgI2DsIZ1UkbCS0/1N9iy3q66sc99nFQyMgWDZDn21DFcQSO9KHywzyQC+2P2eDRlEutqvCc0CZRTMJLtwRLfrEwzKKSiFfyZYJli2zUak+5Vz26ZjuGWvWfWOT5KirFLb6hXouAiW7dHZpYHeVpBY6mD5FImBJ3YvDVJ/5PgMy4YDxueCZbQRuP+WI7o9nmBQ/p3WgX8mWCZYtsxGpL7iIsdn2DCoQVCrsrKkS/DXFem4CJbt0Zm0EbPPnGAZsHmTqqKtHJ/jxnDA2CtYTr3A/RuO6Pd0gkH5Ji0E/0ywTLBsmY1I9ytv5/gMP4XP8Fj1Dm+rCkWACJad1NmUsFiPGiDPIjGCZai0zS+VXXlaVwo2LUDVLlhOfRcDmZT7ZL9Yo4XgnwmWCZYtsxHpxGqek7u9sle3XVHWhVBQCxXpuAiW7dKbdD/9LtIiWIZK2/xR2U4/xary+7DYI6OWXO03h/Iji9hrh38mWCZYtt0+xPuVc36OW3QlE9RrmTPxBb4n1bDd1Ju0qMsT0iJYhkrb/L3Q3ndyuv9aisHiRcEyCk4ozDmm48cUMr6mdeCfCZYJli2zj2Ubxmd6wlbCYpU7unZVnM1Qfs5ytfPy7dObyXEh80gsVbC8j8TAcXufNUh/bubUT6U5e3anQBnVAwOjOwf13BrKz9H+SgFu0ULwzyXIplvy9UuQ1VL2My5XuO1I05+3cnwG6VGLThd4zkJQO1WZ/TFYdejjAq3S24yBMz5CYqmC5S4SA8ftfbPM/j3gS18N2l6zQBmtFzUIK+A9JOmLavKEKtj4Z/pExro26qdfto9Q/SP7lWWC+iUU1JIH73pFsOyk3o4MBp7ObxfIUG5tA7ltIzFw3N5PykppCwkYrm1MTQ08l3reKYf1vZIQpKlVsw4tA/9MsMxY10LdNG3wEQYnDKxXXWEfVVl+N0h5eKMpW6Oz1RSVZTlv+ZvxWa/rSAwct/cHoa1v5HDv8UnnR4MByGmB8pkP9KUnHuh8Wk306Ynwvr6u9VEonI6AfyZYJlh2VTdf9HJ+jj6TXMlCklaWvPTkfXelvTlN2Qp91Q3SVArrXDwNltsVkwtX/DXvmE6bBoP2mYzv3QlmaRj0W98LlNFhUUeRAP4Z/0ywDLG6KX1F12C/8n7VlbUnFNQPT973u0GHXqc5l66v4GHt0j3nL6R6/V9+GxyrEioX8Kw6ug5QC99iM/x9zux4wPCsC1BJGGQduMc853SgsNflNwD8M8EylKWbfhmTu4Fn2Kcwn0xQ0vOVW5687yLBgzO6WggUcHnT1W6lx4YsIENxmk+lJoeIg70MlqWz9OcZ3ze4tWfLoN3dFCifXY4AAfwzYwCCZSv0It2v/Jjzc0ja61XVlSU9DNubWUD9zlIYTJSrp37YPkO9F420kXQD5CieKyYX8C9Yls7Sb2Z4z5VA6vejPkanZ1MfpVe/38oI0gH/jH8mWAZjvXxxmOMzLAmfYbnqylr1cdCU4aBqlSZdmo6C6V03XxM2oz/npDNyVU/1CpGj1zUJCJarGSzrFS0pjQwD0KfAb3f0vz3Y5GPUNioGP4B/JigjWLZGL6dlB6rCzGImVg32K2979t7nVXxvh/TTDGQ8qErsc4HP3FF1UyRL6QrXHsEyOBwsrwvf6SnDewaPqbrW/782lJ8wUStANlM6O+yLap+VCfhngmWC5fL1Ilm0+8xre5ye1BrQRmXCkp4D2fLsvaWpqQc06VL0Ezz3eyfkM1tU3cx0Ymi9YnIBv4Ll4yL7g+Hv6teDQMAwr/9NWl30viDZHAQGX3N4GcA/EywTLJemE2n2xXWOzyBZSLmrfPaHnv1+EwjrzTdhjd6nLTRUZuCL103QyT6F2Z9OuxxU0X4N5Smd4W9UTC7gV7As3VqzkcG9GiG+c3vs36UnLhwXIBe1CvjOPlHAPxMsEyxb244KzfjTfkGS/dRGWb8Lk0g483Si4F3w7g8060L10gwpOLcU83lpZsRqhWUqmRB7r6BcwJNg2XC/cjuD+wX7nfvxAX9gJTfXwN1wskxNKEzhaQD/TLBMsFyqTs6EbWMpp/tLMg5P0NQ3o1TkdU/f/1Lw7gNmPUvVyWHC56VnCJ9XVJ5TFPeCCth5R2jnn5P258N/z6RUs/Ozgc9IC7fM5yyXjbDiYwD4Z4JlguVSdSJaxMgj/hj+Pj53ILh3A019M5r1m/H0/XeE78/+rmL0EUxdfB1d04Jg8EM46dFM8Uxqb9aawzKV7p38gQWCw3YuLVT5POF9VkIGGZsT+NZ6jjKZC2RPsaUI8M8EywTL5eujVeYihnBr3nc09acTk+wnefJYBjNCGaxjMbnrYi5kpq0j/K40naVn+EydsRm2aUflum7DChdAznb+S2jnNxPcoxnSR11G7Nd8FjzLa87+/SkQ2MxiKYB/JlgmWC5dH9KMi/0c7i05SvQMLf0RmHS/8qnncpDMsHSxmNwnbu7TNlY1syy05Q+pU9V72vvBwj0Oylay4naHFYLjfchjnv5M9Rsh93iO6k+Excb6OcmiFpIuy9EfgH8mWCZYtkMf0pMbOhnfd1mwQPjqazZxWqFJ9ytveS4HSUW6X1hMrjq4CKmOOWPw/bpu4MOsJj7GCvQ4XTZ/KDtwnskgcL0PGeQ1U68D5fuQvc9xhY36Za0shxwHQvVrwD8TLBMs26MPyeTuIMuMCX2Cw6tgworq1wHBVXq/8pgcZkOqO/5jQFiMSJY1PXOlUkxags/XI1K0NlLcu2cwe91O+K2Nsc5qwXGdSAbtTawXHLfzYZaD8UCfdmm6xz8kuI6ilrEcToITvQQTgH8mWCZYtirmkEzu3mfc9m/YcmouuLpQWY8Vkcc5AcXEMlwJCczuovbC6tSuq6wKGujqflKeo45P0UVMPnxYkRHuyb/FesGD/ifzlWXtJ8P6qIMUQWuux4Lo/jQY2NzmWUAM8M/4Z4JlyFwXmWb8aT8mOflnC+38K7ylPAouOCyPZaoFTyS/dkzFy09ddbw+1nDV31+y3ithsG9xqD+7OPbdBZ1uNhj797rjepHUJaDiIfjQBz0L2/2F8PemIoqGiVZqDU5a6GXw7o2Qlexb9p0B/hkIlq3ThfRYwWUC5fKVdVDG5nLLZfLEOYCpZXcntKeXhBWgzoTPsTc05z1wvEpmHZUFejkSFHKYwoLBA1u/FLb3vuC3GhFp1FfSAboOUKRpp3MTvPdWyD60awJlwD8DwbKVupBsjfucdDJIT/heCvxPB61EC/Fe2EnVKiST7QR5vLH3K3JgmQWnGTzLdIRjNeW4Iu28iwWDJ7beNWjfyzG/sx7Rh5ybDl5Gn38QPo/6XMPwt1cj2vchfgrwz0CwbKUe5oQ2fp3BfZ4FfmcOrcTPNkj2d11UUC5vCTJZxYL+kdtiBs7vKauqfylnr4MdyLQHemkktPMPVp+gov3QS7DAkT6z9SqizRylCUD1/kopyvf8jAqadTqd2i60H5EF9ZGm8BLQLvDPBMsEy4XpYT5ii0Mm5xzrOjV7Mdsu/vt9xn/JwpSmh+1WUDY/EmRyggX9I7PZCZ1fP8viaXpQ+ZLyWdT3Zj3RS9Kh9wdYL3jWFz0Ytvd7naL6FjOhtDnhM92k7BPv9Hdv9N/jJr7uJNWNAf+MfyZYJlguXRdqYe5YcAqPSqFeE/5mQ0+2vgraEGnXGQWEX7QqKJuZhDQhUrHD5XY3wYx1M4fnWRZ0RGGDgjmPdPIrYVWZvcrgWz/UNqiKnZgGl0V/oFNPn4f5oHzVLj4J8M9AsOycTuaFtTZedHG7n7po67K+NvW2m3uh3ztj3GemIIly7issn90E2axgRaHO78PQ+fXyTKcS7EH3tiCOnvSJG4zsYbXgaV+0PWEA+qJ/o5bhM01HHMOTlk+dGk46KuCfgWDZbd20dIXsQQ4TqgMdaLeRtJlS6oJ9uZUeTAvShK6xpFC5fRfOFj8UlQaiU5E/EzqSA99WZvQMZNwMPbOL4HvA/J5i5Wonz75AFw+7n2Dg09dtm8AB8M9AsOyXjhq6UGUWmUgvOtWbbIyUylgRCrpZcTkl7ffEAMPltqhXUN5D0tcv9WCxVvAzNfUs+XsgfbHnox6VfBOOJmC/ClShL5rWWUI3EQPyD52eqlZo50voJ3d1nxi1H/lDB9Zn+rOLBA2AfwaC5Uroq637/QvhAufnmD9bx1dMroB9gdBvkVTisTtnSChRfg3tCKcte6aGzx2JPneVCvcAf7eLGd0fNW3LrNATXI2x52sw2AH8MxAsw1jbWNQZIptjV0cfE1VHStkKXFKZk+ORvv23+T5unw97AMA2m63FpPB8mJ7lCgAAAATLAFVpLNOCPSt9ZvX+klncSvwlEgLL7HWb9GsAAAAgWAYwbyzfBavKXST1j9zi0rGXkBBYYqfNmL0tbBsAAAAgWCZYBohpLL2ExvLBURShcmvFpGM/UFkYLLHTi6hj4LBRAACAyo4PpsZqIoRdbNEC0I3lJSFYPkRKkbKLm5XbRUJQsn2uRVTUfcUJAgAAAADED6aXBKvKnN0YL8PTmLMAF5AQlGSXcxFnyqr6BItICAAAAAAgfkCdlIK9h5QSZVjX55iF8USqK5Rgk7UYm1xHQgAAAAAAyUFe3KHWL5zRJZblrK4YHsYJEoKC7fGEyS8AAAAAqPqgeF4fC9PVf84bfHc7YVX5OxI20sVczOTDDhKCguxwJ8IG95EOAAAAAFRhQFzTq0dhxXuOks5E1t9/jgmUbzlXOZVeFiPOrFZ6WkFCkLP9rUb0CV2kAwAAAABVGRQfJ6wK/0j4flwVZzXYbiPl1LpZiQiY35Er5Gh37YijzEi9BgAAAIDKDIoXI1aPxnmM+X49YVW5i5Qn1tFSRMCsjuxpIiHI2N4WIrYAbCMdAAAAAKjSwPhsmMxnzPd3Y753T/p1ppMaYQGMKgQ2i4QgIztrhpyVribTOkgHAAAAAKo2OO4LguWXiO82IlI1v1Y955Bwprqai9DXAwEzZGBf7ZBAWf29hXQAAAAAoIoDZAlbEd+9jFqJpgBVbvqaGV2/WGGGHALl4MSXOlt5BukAAAAAQFUHyR8JgfJJxPf2Y76zgWRz19tByF7zZ5PjvgC0La3qgnHjHLKFAgAAAACqPlC+TAiWZwOfr8UEympFeQ2pFqa7pZB9zGryYxnpgNCGfgYmXVTQvI5kAAAAAIDB8u9VpTh6+jPLupjXY8Tn1CB7FYkWrr/p0XXKpAUY2k1Nt+1xrlQdAqQDAAAAAPBn4NwbTsYNxbxK12EnUPzrCqlAjL3Mj60oq+yEHaQCAAAAAJBdwKz2yG6qs5aRoBU6nBpdR7qCMSuEkGQvh7pYHLYCAAAAAJAweF7R5y7HFf360OmamxQAslaPTF6AxE5ovwAAAAAApoPo0bWo9ypv6kul+TYZYAMAAAAAAICt/A+e6KzRpRupcQAAAbt0RVh0TWF0aE1MADxtYXRoIHhtbG5zPSJodHRwOi8vd3d3LnczLm9yZy8xOTk4L01hdGgvTWF0aE1MIj48bXN0eWxlIG1hdGhzaXplPSIyMHB4Ij48bW8gbWF0aGNvbG9yPSIjRkZGRkZGIj4mI3gxRDQ1Mzs8L21vPjxtbyBtYXRoY29sb3I9IiNGRkZGRkYiPig8L21vPjxtbyBtYXRoY29sb3I9IiNGRkZGRkYiPiYjeDFENDY1OzwvbW8+PG1vIG1hdGhjb2xvcj0iI0ZGRkZGRiI+KTwvbW8+PG1vIG1hdGhjb2xvcj0iI0ZGRkZGRiI+PTwvbW8+PG1vIG1hdGhjb2xvcj0iI0ZGRkZGRiI+JiN4MUQ0NjQ7PC9tbz48bW8gbWF0aGNvbG9yPSIjRkZGRkZGIj4mI3gyMkM1OzwvbW8+PG1vIG1hdGhjb2xvcj0iI0ZGRkZGRiI+JiN4MUQ0NjU7PC9tbz48bW8gbWF0aGNvbG9yPSIjRkZGRkZGIj4rPC9tbz48bW8gbWF0aGNvbG9yPSIjRkZGRkZGIj4mI3gxRDQ0Rjs8L21vPjwvbXN0eWxlPjwvbWF0aD6McrJRAAAAAElFTkSuQmCC\&quot;,\&quot;slideId\&quot;:282,\&quot;accessibleText\&quot;:\&quot;𝑓 left parenthesis 𝑥 right parenthesis equals 𝑤 times 𝑥 plus 𝑏\&quot;,\&quot;imageHeight\&quot;:17.44},{\&quot;mathml\&quot;:\&quot;&lt;math style=\\\&quot;font-family:stix;font-size:20px;\\\&quot; xmlns=\\\&quot;http://www.w3.org/1998/Math/MathML\\\&quot;&gt;&lt;mi mathcolor=\\\&quot;#FFFFFF\\\&quot;&gt;w&lt;/mi&gt;&lt;mo mathcolor=\\\&quot;#FFFFFF\\\&quot;&gt;&amp;#x22C5;&lt;/mo&gt;&lt;mi mathcolor=\\\&quot;#FFFFFF\\\&quot;&gt;x&lt;/mi&gt;&lt;mo mathcolor=\\\&quot;#FFFFFF\\\&quot;&gt;+&lt;/mo&gt;&lt;mi mathcolor=\\\&quot;#FFFFFF\\\&quot;&gt;b&lt;/mi&gt;&lt;mo mathcolor=\\\&quot;#FFFFFF\\\&quot;&gt;&amp;gt;&lt;/mo&gt;&lt;mn mathcolor=\\\&quot;#FFFFFF\\\&quot;&gt;0&lt;/mn&gt;&lt;/math&gt;\&quot;,\&quot;base64Image\&quot;:\&quot;iVBORw0KGgoAAAANSUhEUgAAAmEAAABcCAYAAAAmjmIRAAAACXBIWXMAAA7EAAAOxAGVKw4bAAAABGJhU0UAAABWQixmXwAAF01JREFUeNrtXS1UM8kSRURERCAiEIiIiIgIBCICEYFAIBAIREQEAoFAIBCInINAID6BQCAiEAgEAoGIQCAiEAgEAoFAIBAIRETEvMxuZd/QXzJTNdM/83PvOXPevt0wXVNd3X27qrp6YQEAAAAAIuB5XmnyLE+ejclThkYAAAAAAAD0E65FIlv7k+di8jxMnh/v/9iHloCMbiRWJs/m5NmbPL3Ac0j/fm3yVKAtAAAAwDTRak2e7clzNHn6k+dx8nx70WhCg0BG7HyFSJa6kQjDiMbCEWwdAAAASLoQ1SbP+eS5mTwvtMjEhU/SStAqkGJ7L0+e7uR58vTAHzeb0CwAAAAQZ1Fqe/pwA40CKbb1zuT5iLDh8eR5J++Y/7wyNyb+bxvQMgAAACBZmBoUbryjhcQPtbzRYiTFITQKpNDGlybPfYTtPpGHrDrj733v2frkuWUQuANoHAAAANCxeLXJE8DFCrQGpNCGw7xfX5NnlxtGp+T854hx0EcCPwAAAKBjEeswCdgXtAWk0HbDQol+2LEe471l8hyHYQgiBgAAAOjwJCAfDMia3R5GhNS/k5xupJIWd4wQJ4gYAAAAEHux2WSSMNQHA9Jis50IAub/t5aGdsrk8QrDAAWMAQAAgLgLzQGThOFkGJAGe11nHCrpaWyvzqifd4GeAQAAAOIsMlcMAvYBTQEpsNUmgxC96Q4R0u0RUeighwAAAADpAsM5HdmHpgDHdlphnFr00TXQdonIXRh+4hwCAAAAAIq7sC0x64VtQ1uAY1v9w7DTV1M3OlCZC05BV9woAQAAALAWlm1mPlgV2gIc2mmLuVk4MChDiVGNHwdYAAAAAK3ehWdoCnBoo5xQ4PTi7aphWXqcenooWwEAAABwFpUvxqJyCk0BDm20y/TW3lqQpc70yGHMAACQygm1TpPqvAe5R/b6osFc3FrQFuDIRsvMEKCPLUsyPTJk8ZP0l9GDAABkbVf7Di2lysMwQiFKwKGN7gnuNa1akumMKc8ZehAAAJAwYF5f3DMWkvsC6sXP+1mEhaSiLx6ZhGdoUaYW965VbGAAAAAJA2b1Q4lCJjjp9bdupvcOgoy57YeWwAvWsyzbiCnXLnoSAACQMEDth1XmIrJaUBLmKWQM+T32++FMQMLWLMt2y5QLJ4sBAAAJA2ItcO9FLDwZciF0HxXRrfVBiXE9UbBvSpblOxIQxBX0KAAAIGFAsB+GjMXjvKC6iVrwQcbM98GKgOQMHci3ntZQKQAAAEhYuvugysxp2SqofrjeF5Axc31wKiA5l47GUGpJIgAAAEhYdvtgikpB9SMByJiZPhgI+mDPkYwfAhmb6FUAAEDCAL8PLrB710bCQMb063+ReXLXSVJ+QM57gYy4TxIAAJAw4J8+eGEsGscF1k+feTXNPDLmL85tWFps/W8IdV51JOeFQMYb9CwAACBh0H8TpSlYeqonJGM+HkDGYun+WKDjH4dySk5IfqJnAQAACYP+OdfA/KDSN8iYQ53fCHT77FDObaEdLJoQwq/lUctzLRm6QLTmyuUJWOvfJQttVYpuSyBhzvXPKTJ5p9HW/Wc562sEyJhVXUsS3m8dyrkq7P8NXaTLb3iXDGp6zPnBkRL6JMOKgXe3ZyTevdG3lzBUMjm4l4kEnNGdZGoxwM/J0zEweZ9MntcZttQrmscBJMz5hoNTmqIb490NCiPdkW2P59yl5//3g6wmsIOMWdGxBH2HclaFsh7EbWSTFq07WqRSURVWcat3Nb+7EzHIhkU9vp3BAd2ixeFFMHHuaFrwThhtPhSJ1IOEOdV9m2n/dYGN7/shoZhk5D6r1cQ1kbEhjQds6n/rVYITx/JK+v+S492akq0h7VokOLT44YuKF+NQ47u5hQxx2iG9A9mvZvwnYtMQhq8k8XsKwbwI2tsrUN+AhLnTfY9hi68cUkDrxYeXHGPaJJUyqlMdZOwNZOw/fUrzrHYdyysZA4OwBUMHbix+eF9p+1Tju3fSXp8EmNlvDfI8vWuy54OYcrRjkL+HAvUTSJg73T8kvaqINqnXnn7cZzk0DzKmTY97Qp11HcsrWW9ew7xKPeU5IYP6TNyA/o/eNBkXFjLxa0ztqRm86mD4pqrLf8imT4Vhk6cYMrRieJALRTxAwpzpfZlJEDYj7PvTM4e7nCTwnwounwYZ+62/c+vJ7snkHQpk/YnTQHmG1ynMrbxo+IMrZKA8N1/8yYodtsL0nprBe0uky89RqYX8rifo34ag/WZMAlao6uQgYanVu0dpGOU5f7/FTNNIiqOc6Hvq3NBBxsoFslOpl7XtWN4HobzVOI2U5hAf6wX+KGfNeK2QyfuuuBrF9J7Jgc69l2yf+b6lGWNkRPkCHO/DSYF0DxLmRu+czfTjnL9dn0PAPihqsk4eoHJgI7sTMzw39nJ09Y8mMvZN71gsgJ1KSU3Dsby3QnlX4ja06zrBmAb5vPukPjS3tcRNuMP0nsmBvsXNU2G8y/cWP6l5NdMJk2xpJyR34LVIdcNAwpzpnZO7cswkYN90gpyTwF8ThmxymeYBMsbWk9RWahnY3CT33JEBcXY054Y+tByVz2OgTU54CVcRZHOgl5mT4RfjXX+UXXxnzu9KlHT6SL/zSb5/99hSwXQPEmZf59zDV6vK37VnbHz7UhJAaSSPgoVqlFeiATIWqZ+3nJOwnSSNcZKa7wx9KOcuqSUD7dYjPGJ3C0BWBzv38tV6yDvUenJdaBYkLIM694hslZS570shRt0EMtSEOWWdnPeJTjK2nCO9SMueVB3Le2rtNKey45+bSGhoF/fDaLtpSMmtkMnjdAHI88I0d9CQp/S7iHldIGGZ0zkn2fkq8PuSEhby7Xxdgxx/BIvVTUH6RgcZG5NHpp4DfYhyCFMgb0/YVwdJGuswGylr/sh7ZrvrDhS9sQBkdbBzQzQXM/627P2+hugehRZBwlKqb+5VRbuBv7lRFviWJlkkd+29FayfQMYWxFcWZZGE9ZI01rR9QnJOTTDrRdu82XdEfWLhzfzE9xqnXhidCPuPNHi43B0kLL365l5VtDyjf0ZhdcNiyFKSkIyC9lehyRhIWHSDnLDglkbiIykMeGjZOC4wxWd+wuMmVQZzZdYDLnP/f3FrAkhYmvXNWSRe6Ld1ZfHvGJBnIJjTqwXut0UqyfSjgYy1MvTdIGERDT4ZjXn+bitYOZdzsubU8IBQ0VoA8k4Iplij31cU7xlyAkHC0q5vTt2lixkE6cqQPJdZOfmWkv7zS9wceMnv6XxwXdgUJEwPCeMUMb3U8GHtgLfB94Y1JImlBhS9php0Boy5REUTawibztXRiqT+nXKi8skrUCVrkLBM6pqbD7bu/b6zzw+xV1KwaNXQi7/6MmmYMvVkDCRMT4MDDR/2pCaM2mg3RJ7jrCTkE7E4VwbrDxFohM7+JqqcSc0/XbatnNyBJxQkLO265uSDjWmT+xX4/6sGZQIJS6a/xTyTMU949VsRSRin0vhHwjaOlTBkif59lNE9GlR00KU/TKtniRa4qJ0vSin81tkdw6ZflXDAGTQHEpYBXXNq4Q2UMGTPsEySRQse/HAyljRnbErGdtKia493s0OWSdhe0gabJhVDiaHjWSct/eRRF5M37RKDMm2ndFDuC2qs/ME09p/ejoSD6NMrwB1uIGG50DVnQXtS/rlkWKZz5jj7Qg+y9FmluT9pztj0svCS4+95Fcq95FheKQnrJm2wbFIxYYmhjFM1P4aU3Fd2DaUUDsQdT35RLmqcLYjLoKSWhAu+98HxEzXJjlIgYzcHdl0T2rU/fzQtyHXDlOcJs5NIrxVNYco3j3kvqMH5SYKaY71fWF93mWUjWjHeG0wM/VaVyzwUoLtQrOoFa6dw8JWkcXTCM9z9ontRp6GbUsa/FzCdt5ENj6OKc0tyPTHl6YNaxSZjRxrClK+0Jpcsy3+dMRLWF8rb1tEo55bz3RgL4XdY3NTj3dFU16zgKxuJ/wll3E4w0FYxbbEXBiueApAwkDAHi4M/91YtycX11OxhZkq8uTz2ZLU253nG9m2RsRiepaZjPV8J5W3YYqrHwnfeKp1eivCUzcOaRuUGi3KOtCjPjBGcJxhgO5iu2HfafeTkW4FikDBJgvOBJZmaAplwklufZ+xUQ5jSJ3MdC/JKc3TbjvU7EMpb1tEoh6meC963yYmZUt5TFHRV6y8riY69FA+yfoKB1cU09Y8Od60NIJAwkDDzfdwSejpseTm4IdJvpEpo1Xs5RgL5LFxakFUa2dlwrFtJDtunTaZ6xXxXhSaBKa5Dfrtmy4Xt/a7q/JbmxZcZpjVKWnMwSdWZ+loBCQMJy0AfSxbcrkW5uPk+N5iVtJGv45g5wyop9qv2VyzIvCqUretYx28CWYc2dzMD5ruCYSA/kXAp5Lc1G5MneebGWXGLC3e9qUpqTJkeOUe8Ozn4TiD/JIy7O/+0sbCSTJLLuzcxIyXS9SI5S5KWrfD//tCzWJLH+7fkhuSk/55jXUvC/te6GuUc6X9hvGfF+11Y9A/DsIy6S2d45s4zMuheYgywAaarXzrkHJ3v5+A7gRyTMI9/VZHVBUywWfz2UIcvyfq1pyEZ/5PIV8XRd0i8S6eOdS4hjIe6GuWEBd8Z7xkqjLvC+JuondRtwm8L5ru9uzLCGHI3PdmR5JGXg5N+mnXICeG85eQ7XT63jEXYtYztDPdvO41kR5C7eo7ZKBbxPvT01Ajruk6/YcwRqdgYMx1D+tN/vH8vhY5c5CPeoZ503Ga2HcWQHxN814bCatczNhC3mTvgMU5FztTfDnMg1aCtRHpGxXz3m4nIyIOBxYrrnVtBL4o8X8cawo5DLwXV8gPfdSKQ/d6hnCvO0n+YDVZDSFzQa/PI7Xz6rfYJnPLNgruIi4wOyvWIJMxv5FvMncy412VsQ2MgYSnW75Bpxw2LMu0xZXpAD7JJ7aEG8vXgpbMA+Y7gG14dOz4kId6SzsZ/4rI+5YTMWDIZME7XjGJ+T5DcvWYlDBkyQP1J755Cqv4zoEG7hClsps4uBYMJ926ChKVVt9yrioaW5eJucLBBDNejH3bc13DaMZXkS3HUcHOtxp67K5YOrSflBxrnnAhoMRhuX9gupxxDRfjOM6VDkStVrIlNWpdmCK2BhGVUt1PsW5SJm6P26KE2WBj5OkpIvsa0MW9n5Jslpw5rjmSUVPc/0t04x+W9rvxNRTm14XvTlg0wz7rgfVsK4z7AkC/U5LYU4yTRyMtB0VaQsFzqts+03yWLMnHLZeAKtb91N835ek9Ivvqe5iv9LHz7jeAbNxzJeC+QcU1345xS/bvK35wkPa7p/Xu7exTazHfVlJ3FA3ZihZvk1BxDbkLoOrQHEpZR78G9RXm4XrAr9N5f5Gs/Yc5XJslXQAe7zrxMfBm5nskv7dyCueM6Dvx+VfE4DeMIxRzUW4z3lBRv3idOvRVuolO9qjdkFxzP2Ck0CBKWMr1y88G6Djc5syCOiOS4DxfpdGuSUhOjLJOvgC4keWHXjuTznMnHTGQ+pd+WZyRmtmK2y7kAdo/xnjN4Ngo92TWUwyXv05pJHu9CdBS6BQlLm165JxBrluTZZMrTQd9pIV/T+nqLOdLLI/Pb3xzItinom7YJATi1aPr022NdxdUohydRtesZhwPg1SjWhKfeijAKbgqYIe8fhK5BwlKmV07u1bslWcrM0GihU0BAviL1IwlJLlqW7UTQPyUTAnBI2BW57L6VBa+esO0oF+VlyN/WZ9QoQ5J1sSY+1dN1MMNGUFQSJCxLOuVeVdSzJM8Zs27SUkH7Swf5+sgr+QroSRKS3LYsG9dL1zclwBFzl6Mm8J9oaDsqWXEQMlG9KpNAfQEo0uS3rgzqu1m7FGbCZQ8aBQlLiU65CfBrFmRZYSyc4yKmgGgiX29pqm5vQWd3KbwBoiwghy1TQnDq0YxmMPeKhrafI9p9nvN3V0WfBAq+UC0p5Opz3i6SeTz6FloFCUuJTnvOwiJ/L05PkkNbIF8gXxG649ZxfLMo0xZTpmeTQnRiGNGBprajymN8zvibgzQcaQVSs6MahyVLMjcZPwhlg4SlRKecfLAnC3JwwpBXBfLi6CBfr0UkXwEdlrzoO6PFNUITysS9YWXPpBBtoSFp8YJR25HlMWbIOooKQQGFWvhPI37fMOFq9sNBVBqlib4ACdOkT27ezJlhOdYZcgy8DF8JZ5l8PWSlur0FfR7adPQwSOEH0/O8aFIQKQnb1dg25+qiJfqtWhH9I8+JjMBMe1mJQ8I93v2oBwI5guHQ+wL3B0iYXX1OsWOYCEblUfppJNWc94V/qOciIfkagHz9pdcqU6fPFmTZSEWOmu8BELpTSxrb5rDiJjHWRyUE1YJJF2rwVpTDGN9cl7Wf86WzCF/giguf3DUK3CcgYXr12WfOw6uG2i8zwkW5JmBEvvqCZO15nq81WPRcHR8x9bhiWI4bphesalohNYFxbWtum5OPtj4jbrsDUy7cwL2MWzSPrg2JPGbPfFfPpsscJKxQ+uTU4xqbSMEgAhZ1eu0jr6UoNJGvAZwDbFvjhAEvDMqwzCwFs29DIVwS9qh78DNDoUNXx1eB1C72Z8K/b+jwMFBl5bGp8QASVmhdcufhd0PtR3nhXvLoAdNEvm5Qa1Cs9y1m+ZOaofavbEf+woSpuqqR4fGuLgriHon4mR98y3TTwRZnUqdw+Y9CykvCNkvMPIQ/EZP1t65CxSBhgKJLbojm0UDblwySUc2ZvpOSrzHprQnrjd0HnGvlLg2022ASwJZNZTipFCsggNNaULgcNtuD7nqG8T/Mm8goEf9bic83YrbNif9/zQq3UCL+s5XjyiBhRdXlA3MevNPYZonhEfiTp42vRvLVgNUm7osyo1aoVjJENj9g9PORbWVEKaFhsG3OYBgh0THzAy5qt307LbpLA2Vvhm1sJGj/mDnJXgcXHfLWBieKG/QmSJiBxWjEtM++pjYrZOthCcldkK9ftQQv4QHX3i9NxmncD12eWOZhQPv17yKO8F8abpuToNeBuWZ6oC0LFpnRnNDhUUIZJKeA/XyvE5p0f4qQmAwS5lSPksNRVxraW404BTnIS5hNA/n6psK1GPfm+miNsT4krktHFfvHDGdAyYUS3kPYf81w21HuyBOYaeYH2ZaXDAMdA4N5+iyMHOLkE0iYKU8Ytx7VS8J2eiEL0Td5CvIUfhwnGO+nqEVprZ/aDI/YIO7NJlRlIYroXTqz/ZDF6chC2/cmlA6kaoB1EpCfZ10TIbM4sJXyLCBhgKLLfYEtrgjfXab3f0SEYJZzqFcpvih1AZ4v+33VVGpBzlsP6sL3HkcQMJ+oHzjdfHizL2p9syFUyNHoF+xCcjW44uBdpydWGBYN4hC9CBJmiYiNmEShHTY/U87XOiXWf4YsPtd5Lq8gPPh16BXgKqaU91eFkT88opOVtYiNxxYj0vaZilsN5pzM6Vhq+2KOWxwJkPkZWJKLW4MkvG5Alp7wJBROQoKE2d6w3DDDaG9Eos7Irs9oU/sYQeamSea1AuiTo8MuIi6p67cNWgM4/XdFObw92nTcM8P7l6kpvTLjmLK1elwzTiuMpqfkgFwNqlWBF8pYXSLaIT0yE3I30HMgYY50W6eF5c3Thyc6dVwpkB6jyBfqTqZ7877HJGOSjXX6iuvSYA8aZ9Vi21uKgjZhfrleWMJ2+U9UyLVkWI5Fcmf/zPESXKAmHUhYivTcIF1fU84MN9n8nTxjnaLmOM3JKdoB+cpcP7bJy/Uak3w9U27Yclo/sBWIjzYst71EC98Iyc+FGVAVOpbcpWfDxeAgMrYVkGMVYQmQsIyMnxqNoaD97tBi1QDJ+IuEPVOJAuglH5v5bXIe9Sly9xB4bmiTfUB5keWsfNiKq0R4UipOowAASBgA6LTRB1qIQb4AAAAAkDAAAAAAAAAAJAwAAAAAACBzJGyamzTvweEGAAAKgf8BK2IS+w8/j5EAAAE8dEVYdE1hdGhNTAA8bWF0aCB4bWxucz0iaHR0cDovL3d3dy53My5vcmcvMTk5OC9NYXRoL01hdGhNTCI+PG1zdHlsZSBtYXRoc2l6ZT0iMjBweCI+PG1pIG1hdGhjb2xvcj0iI0ZGRkZGRiI+dzwvbWk+PG1vIG1hdGhjb2xvcj0iI0ZGRkZGRiI+JiN4MjJDNTs8L21vPjxtaSBtYXRoY29sb3I9IiNGRkZGRkYiPng8L21pPjxtbyBtYXRoY29sb3I9IiNGRkZGRkYiPis8L21vPjxtaSBtYXRoY29sb3I9IiNGRkZGRkYiPmI8L21pPjxtbyBtYXRoY29sb3I9IiNGRkZGRkYiPiZndDs8L21vPjxtbiBtYXRoY29sb3I9IiNGRkZGRkYiPjA8L21uPjwvbXN0eWxlPjwvbWF0aD6I+WgIAAAAAElFTkSuQmCC\&quot;,\&quot;slideId\&quot;:282,\&quot;accessibleText\&quot;:\&quot;w times x plus b greater than 0\&quot;,\&quot;imageHeight\&quot;:14.72},{\&quot;mathml\&quot;:\&quot;&lt;math style=\\\&quot;font-family:stix;font-size:20px;\\\&quot; xmlns=\\\&quot;http://www.w3.org/1998/Math/MathML\\\&quot;&gt;&lt;mi mathcolor=\\\&quot;#FFFFFF\\\&quot;&gt;w&lt;/mi&gt;&lt;mo mathcolor=\\\&quot;#FFFFFF\\\&quot;&gt;&amp;#x22C5;&lt;/mo&gt;&lt;mi mathcolor=\\\&quot;#FFFFFF\\\&quot;&gt;x&lt;/mi&gt;&lt;mo mathcolor=\\\&quot;#FFFFFF\\\&quot;&gt;+&lt;/mo&gt;&lt;mi mathcolor=\\\&quot;#FFFFFF\\\&quot;&gt;b&lt;/mi&gt;&lt;mo mathcolor=\\\&quot;#FFFFFF\\\&quot;&gt;&amp;lt;&lt;/mo&gt;&lt;mn mathcolor=\\\&quot;#FFFFFF\\\&quot;&gt;0&lt;/mn&gt;&lt;/math&gt;\&quot;,\&quot;base64Image\&quot;:\&quot;iVBORw0KGgoAAAANSUhEUgAAAmEAAABcCAYAAAAmjmIRAAAACXBIWXMAAA7EAAAOxAGVKw4bAAAABGJhU0UAAABWQixmXwAAF05JREFUeNrtXS1U80oTRlRUIBAVCERFRUVFBaICUYFAIBAIREUFAoGoQCAQPQeBQCAQCEQFAoFAIBAIBAKBQCAQCEQFAlGBqKjI17x3+n5h3zSZTfYvyfOck/Pd796SnczO7j47OzO7sAAAAAAAMfA8rzR9VqbPxvQpQyMAAAAAAADqCdcSka396XMxfR6nz4/3f+xDS0BGNxLN6bM5ffamTz/wHNC/X5s+i9AWAAAAoJtotabP9vQ5nD6D6fM0fUZePBrQIJARO28SyRI3ElEY01g4hK0DAAAAaRei6vQ5nz430+eNFpmk8ElaCVoFHLb38vTpTp8XTw38cbMJzQIAAABJFqW2pw430CjgsK13ps8wxoYn0+eTvGP+887cmPi/rUPLAAAAgMzCVKfjxjtaSPyjlg9ajGRxAI0CDtr48vS5j7HdF/KQVUL+3veerU+fWwaB60HjAAAAgIrFq02eAC6a0BrgoA1Heb++p88u9xidgvNfY8bBAAH8AAAAgIpFrMMkYN/QFuCg7UYdJfrHjrUE7y2T5zgKzyBiAAAAgApPAuLBgKzZ7UHMkfooTXYjlbS4YxxxgogBAAAAiRebTSYJQ30wwBWb7cQQMP+/tRS0UyaPVxQeUMAYAAAASLrQ9JgkDJlhgAv2us5IKukrbK/GqJ93gZ4BAAAAkiwyVwwCNoSmAAdstcEgRB+qjwjp9og4dNBDAAAAgOwCw8mOHEBTgGU7XWRkLfroami7ROQuCj9JkgAAAACA4i5sy8x6YdvQFmDZVs8Ydvqu60YHKnPBKeiKGyUAAAAA1sKyzYwHq0BbgEU7bTE3Cz2NMpQY1fiRwAIAAAAo9S68QlOARRvlHAXOLt6uaJalz6mnh7IVAAAAAGdR+WYsKifQFGDRRrtMb+2tAVlqTI8cxgwAAE5OqDWaVOc9iD0y1xd15uLWgrYASzZaZh4B+tgyJNMTQxY/SH8FPQgAQNZ2tZ/QklMehjEKUQIWbXRP4l7TiiGZTpnynKIHAQAACQPm9cU9YyG5h6YA/+J2G3WwmF6nP/c4GpSpxb1rFRsYAABAwoCwfijRkQkyvYA48nVFcVADw223JLxgfcOyjZly7cKKAAAACQPEflhlLiKr0FZhydedEIRumoSdSpCwNcOy3TLlQmYxAAAgYUCiBe4ThScLZxftEPJlnISRp3bEJDoT03Y6be9QgiA2YVkAAICEAcF+eGYsHufQVKHI16MrV1eRJ85zLR4sIN+6q0elAAAAIGFu90GFGdOyBW3l2g58b9MOg3zZIGEnEiTn0tIYcpYkAgAAgIRltw9mQNXv/JKvLrMKvS0S9iAh154lPQ4lZGzA8gAAAAkD/D64wO4d5CsBBobkXGJm7loJyg/IeS8hI7KMAQAACQP+9MEbY9E4gqZAvgLwvT47huTdkJStYkmvFxIy3sASAQAACYP+GyhNUZi+XqIsvjTk68sn5CaPpqk9Ln4s6lcmQ/ILFgkAAEgY9M+5BuYHlb4zT776EiUe5pGvfRtxgb7XSELOV4t63pbU6ZIOIXw3ZzXPtWToAtGqLZcnYKx/lw20tVh0WwIJs65/TpHJO4W27j8rqDeWGfL1YYt8Bb5DJuD91qKcq5K63VBFuvyGdymtdZbm/GhJCQOSoanh3e2QwLsP+nZMKNmcpFaIBJzSnWSjkN1fR3GbtelzPH3eQ2ypXzSPA0iY9Q0HpzRFN8G763SMdEe2PZlzl57/33v+uECPOEe+ui6sba5mbIbIWZGUtZe0kU1atO5okXKiKqzgVu8qfndnziTyN3MI6duZmaBatDi8xfRpEDsK2i0T+Ypr87FIpB4kzKru20z7r0nYuO81eU248N+jmnjqDd5FXshX4JtkcGxZ3omErJcc79aMbD3TrkUGB4aZ/0hH2xKFDJHt4O7k5FczPovZNEThO835PR3BvEm0t1egvgEJs6f7PsMW3zkLMq0XQy89JrRJwumCHFEZSBIAp8lX4Ntk46x2LcsrMwYeohYMFbgx+OEDoe0The/ecb0+CRDab3XyPH0qsudeQjnaCcjfY4H6CSTMnu45ldHPGZvUa0897pEMUFzyFfjGPcnv6VqWV2a9eY/yKvWF55g6+yt1A+o/elPnubAkE7/G1ODM4BUHw4iqLp+RTZ9IHpu8JJChlcCDXCjiARJmTe8rzMV7M8a+vzx9uINHrJjkK/Ct58aD3dPJ+ywh60+SBsohXqcot/KS5g9enFPz5EHxZMU+tsIU4czgvSXS5ceoVCN+15fo37pE+42EBKxQ1clBwpzVu0dhGOU5f7/FDNNIi0P01l+dz5LDck++At8s62VtW5b3UVLeSpJGShLF3lY1f/CpiVoh0/ddcTWKqSKTkxv3XrJ95vuWQ8bImOIFOBPocYF0DxJmR++czfTTnL9dn0PAhnRqsk7emnJgI7uT0HszKXrmJJGvx5RkNlPkKwWpqVuW91ZS3mbShnZtBxjTIJ93n9RQcVvL3IA7TO+ZnOS2uHEqjHf53uIXMa5m5hUmW9qJiB14L1LdMJAwa3rnxK4cMQnYiDLIOQH8Vckjm8KGedBxbyHJV0AHsrZSzcDmJr3njuLGODuac00fWo6L59HQJud4CVcRZHOgl5lp3d+Md50Ju/jOnN+VKOj0iX43pPTy5YLpHiTMvM65yVerIR4ZceM7kA07oTCSJ4mFaqw7tMWx/tkg7/ykqOQroIuPnJOwnTSNcYKa7zR9KOcuqWUN7dZiPGJ3C0BWBzv38tVaxDvEenJdaBYkLIM694hslYS571sgRt0UMlQlY8o6BeiX9QSen1ySr4BOZMueVCzLe2Ism1PY8c81CE27uB9G2w1NSm5FTB4nC0CeF6a5g4Y8paMixnWBhGVO55xg56vA70sCOfDtfF2BHGcSi9VNjvtjOySEodDkK6AbKW+gA/L2Jfutl6axDrORsuKPvGe2u25B0RsLQFYHO/eI5iLkb8ve72uI7pFaDxLmqL65VxXtBv7mRjhibymSReauvY+c9UMJ5IulJy/nJKyfprGG6QzJOTXBjBdt88LviPrCwpv5Af+epF4YZYT9JQ0eLncHCXNX39yrilZC+mccVTcsIREZZWWBVez5+gD5AglLRcKoQc6x4JZC4iNTGPDAsHFcYIrP/IDnBlUGY2XWAy5z/39xawJImMv65iwSb/TbmkCSOhrkeZCY0ysZ1nuJbP0d5AskTCUJ47hSe4o+Llg5l5NZc6JR0Ush7bUWgLwTghnW6PeLwqSKmECQMNf1zSl5cBFCkK40yXOZlcy3lOTrE+QLJEwHCeMUMb1U8GHtgLfB94bVZQJLNSh6TWjrMSOTwQrFPuHYNFxHTZn6d0JG5YuHu+5AwtzWNTcebN37fWefTyAWHVi0qhnStT/fHoB8gYTpJmGcBh8UfNiLGDBqot0IeY6yEpBPxOJcOFb4IQKNo7N/J05OjMo1xXVM4AkFCcuQrjnxYBPa5H4H/v+qRplyRcLolORAQczXJxHhUsFt9hskLLpBTqXxYco2joRjyBL9+7jF8kmjooMu/WfP3Rvou4ydL0op/NbZHcOm34X6NafQHEhYBnTNqYX3IBxD9jXLJLNolRzWrR+a0POS3xf7d730/rtRA171BfbNDlkmYXtpG2zoVAwFhk7CMi394FEbkzftEoMybTtqvPsSNVbOMNz/6u1QchD5x+NL0BxIWE4WtBfhn0uaZTpnjrNvR3VaoYV3lJJ8vdJYAPn6rV/ZRIZly/LKkrBu2gbLOhUTFRjKyKr50aTkYAbdo4u7M9pJyV55gRpnC9JlUJwl4RLf+2j5iZtkxw7I2M2BXVcl7dqfPxoG5LphyvOSU/L1RvM14nTnz08yqFqW98L4usssG9FK8N5gYOhIVC4zKUB1oVjRC9Z20GhLCV3ir5gIpO5FnR3dZP1uNkB33EY2PI4izg3JxS1WOnBEj35y06kC8vVBcaUgX9H6vs4YCRtIyttW0SjnrqvdBAvhKOrc1OPd0VRTrOArE4H/KWXcTjExrGLYsxcGI54CkDCQMAuLgz/3VgzJxSUze5b1p4p8vRY529GAZ6lhWd4rSXnrppjqkeQ7b4UdQynGUzYPawqVGyzKOVaiPD1GcJ5igtjBsGffaTfMybcCxSBhMgHOPUMyNSRkWrOouytP7rLxeZ6vDsiXtO5lY3TbluV9kJS3rKJRDlM9l3jfJufMlM7R46CqWn9ZyIbrO2y0gxQTRRfD/o8Od40NIJAwkDD9fdySJAslQ3Jxj0hHNslLgvjaf+KTEfeVWPeyJzsbluWViWH7MslUr5jvWvR+11e5jvjtmikXtve7qvOHy4sv85hWK2nNwcCvMfXVBAkDCctAH8tkbHUNysWN97lxYD4YKCBjTyBj0rpfldRx17K8MvXhnk3uZh6Y7zoTdg/LEb+tmpg8yTM3ccEtrmHX61RQo2N6HDL01cnBdwL5J2Hc3bmfZLVoSCaZy7s3HdHjjIypOJpEUD5P5xVJ8ms7dlDm2P9aVaOclP43xnuagnGfxfx+idHuZcpvEz1z5xkx3LcEE8MDhvwvHXJS5wc5+E4gxyTM419VZHQBk9gs+kRtyTGdLnnqaoOBjKn1Lp1YllWGMB6oapRzLPjJeE8wy3LI2ZExBsFtym8Lxrt9mtolKuiTBnkSuRh7Ocj0U6xDzhHOR06+0+Zzy1iEbcvYznD/tl0kOxKxq+cO61YVGXtHxmSknm8ldDmwbA/mw3+8/1J3Yxf5mHeImY7bzLbjGPJTiu/aEFjtesYMd5u5A54gKzJUfzvMgVSFtlLpGRXz7W8mYk8eNCxWXO9cMwM6VkXGPhAzFqrfYwkd3luUs2kt/IfZYCWCxP0IwYslZrtPOiZwijcLDqiLjBqvX1bjO2b3u4lh/o/eFj3+dRnb0BhImMP6fWbacd2gTHtMmR4zpusZGRumJGOvpKNFWLDUhviPV9Gy44OdGamUbDOPvqpz/vZa8MrUJdq9TuOBY5K79ywPBpoY/AF9T0eq/uPXMjnwLN+z5bDOLiUGE+7dBAlzVbfcq4qeDcvF3eBsZlTvJbLrj5Rk7BPHlH8dNdxYq4ktfdGaajYoP9A4JyOgxWC4A8l2OeUYFiXfeSp0KGKlijXgZevSPENrIGEZ1e0M+wZl4saoPXnZvxJMFRn7KDoZk8w6rFqSUaa6/6Hqxjku73Xhbxa93/dO+t60FQ3Msybxvi2BcfcWgCIN9GWPdxeqmNRQhvZAwhzU7YBpv8sGZeKWy1jNUT+AjKXX4Y2EnjYsyXgvIeOa6sY5pfp3hb85Tpuu6f13DUQc2sx3VYX4qUcESBZuoIsxhtyA0HVoDyQso96De4PycL1gVzntjxkZewYZk9bdrjUvE1/Gb6Z838r7jrnjOgr8flXwOD0nEYo5qLeYg+NZCJqrYhov1IIlelVvyC44nrETaBAkzDG9cuPBuhY3OWGQPhHJaP+0PbkrbgpNxiTjwq4tyedZk48ZyHxCvy2HBGa2ErbLuQB2j/GeU3g2Cr1g1YXkks9ZzSSPdyE6Ct2ChLmmV24GYtWQPJtMeToF6yeQMbUk3kr9Rgn7Zp/OyQrAqUUzoN8eqSquRjE8qapdhyQHwKtRrElQvBVhHNwUMI+8f3B0DRLmmF45C/unIVnKzKPRwoaAgIyxdCRzJLlkWDZu6Iqey+iZJOyKXHYjYcGrpWw7zkV5GfG3tZAaZQiyLtbkJ3q6eiE2kouikiBhhdEp96qiviF5Tpl1k5bRd3/I2LWX7rLwXJIxySPJbcOycb10A10CHDJ3OWIA/7GCtuMK4z1ETFTvwiRQWwCKNOGtC4P6LmziYgZc9qFRkDCHFnLzGVrhsjQZC+cEISChDoIByNg/erlz8AaIskQ/tXQJwalHI+7MWPdDMtp+jas+POfvrjAJFHqSWxbI1dc8FzYzPfoWWgUJc0SnfWvHIv8uTi8ySVtAKBk79+TuAs4tGZOo4/hhUKYt7k0IOoXoJDCMnqK248pjfIX8Tc+FlFbAmR3VJCpYkrnJ+MFRNkiYIzrlxBa9GJCDcwx5hXhKli4rVJy80J4xyljn1lurGZKJe8PKnk4h2pLGoMQLRm3HlscIkXUcdwQFFGrhP4n5fV2Hq9k/DqLSKA30BUiYIn1y42ZONcuxzpDjwcP9iEn696zInjGPfz1Qz4AsJY93V+hIa7JAAhK2q7BtztVFy/RbsSL60HQWBWB9ADeTkHDmpNeTkCN4HHpf4P4ACTOrzxl2NBOFuDhKP4ykgh5LrONFOtEZFo2MkVdwZPX47/+ybDgRo+Z7ACQ6/l1lpzNZcYMY65NwBNXCcC7cxPUu7E5qzL+9VVmEL3DFhU/u6gXuE5AwtfocMOfhVU3tlxnHRSBgaue0vkS19lyQMWYyoPasdWa88Ei7vUtUZ1aeOsqMR1sPObfdwRAu3IR1mbRo3vS3+5w0e+a7+iZd5iBhhdInpx7XRMeCSwQsLnttiFIU2sjvnid30XVmyRh9L8cLeKFRhhVmKZh9EwrhkrAn1R3MPAp9tpW+Cji72J9K/n1dhYeBKitPdI0HkLBC65I7D39qaj/OC/cGD5h2GyhRUdPcH1NSViKn/ElVU/tXpk/+ooSp2KqR4fGuLgriHoH4mZ9oVuimgy3OpE7H5T8CKS8lmNw4cQhnEe+oBd6RulAxSBgg6JJ7RPOkoe24DLEbEDDjZKzDKOHEIWNlh7+Tc63cpYZ260wC2DKpDCuVYiUI4KwW1AqGaKYnl7Bq0o/zMgwpEH8knM/XE7bNOf//DjtuoUD8VyPpyiBhRdXlI3MevFO82Md5BM6w8bVqFxteuiuR/HWz4+i3lRlEUykZIpt/YOjt0LQy4pRQ19g2JyV7bKJCNKDVxuJ227ezors0UPZCbGMjRftHzEnrOrjokLc2OFHcoDdBwjQsRmOmfQ4UtblIth4VkNxF7zhFxp5SkLFPyshcdOy7GozEhKEqTywzGdB8/buYFP5LzW1zzr87GIaZnkBWJBaZ8Zyjw8OUMshkAfuT3TERxx8EJoOEadajTHLUlYL2VmOyIB+KXP/OcVtZow1r0sKvQ4o7Kzv2TXHrQ+q6dFSxf8JwBpRsKOEzopJ4VXPbce7IYwy9zE8cW146PKgYGCmzj8YoiwISptETNmLa4VvKdvoRC9GIPAU4fnTfZurM0jtWnCsJvqfN8Ig9JCWPVGUhjuhdWrP9iMXp0EDb9zqUDjg1wDopJotXVUV5mcWBjZRnAQkDBF3uS9hiU/LdZXr/MOYIBjG32bObZsyxstE475Tf0hBqQc5bD2qS7z2KIWATOqot2fz4lznZFSUDbQ8iUqJRET8fE0UjIfH5VOmJlTwWDeIAvQgSZoiIcezzmzwHpYh3LdLu/0y4aURcfK51F8UEjNhOjTw546ySsIDdXjJOJc6j1gbaeGwxTtq+ZGpO6vzwR1txWH5Btjlu8RqGVm4mCJmLW4MkvKZBlr6EDBNkQoKEWdiw3DBjfj6IRJ2SXZ/SpvYpZjH+oYWuCo3nzn6WyQ5+skjCAt+xQWsAZwxcUQxvnzYd98zj/UtnSq+EpCkbq8cVkq0wnmXJAbmaHFYldmna6hLRDomTZTRKk40JEgYSpsCzcZxg8xKFF8o6xsXb+befihd9JdIgA98wy5J/UzgGJrS+NF372GOBWVYMtr0lKGgTQyjXC0vULv+FCrmWNMuxRO7snzleggvEx4CEOaTnOun6mmJmuJlxn+QZ6yCrt7C2U6b1/SdrJEz4jjZ5ud4Tkq9Xig1bcfUDW4Hz0brhtpfJQMYIfi7MxLBIacldejZsDA4iY1sBOVaRCAISlpHxU6UxFLTfHVqs6shwBEJsphdIzhhk+FtqVG7imDYZ9xRSNXtuaJPdo7jIclY+rGkrEJ6Uip0aAICEAQCgl4z5HqETaAMAAAAkDAAAAAAAAAAJAwAAAAAAcJ+EzWKT5j1IbgAAoBD4H0OWXGc3pOXJAAABPHRFWHRNYXRoTUwAPG1hdGggeG1sbnM9Imh0dHA6Ly93d3cudzMub3JnLzE5OTgvTWF0aC9NYXRoTUwiPjxtc3R5bGUgbWF0aHNpemU9IjIwcHgiPjxtaSBtYXRoY29sb3I9IiNGRkZGRkYiPnc8L21pPjxtbyBtYXRoY29sb3I9IiNGRkZGRkYiPiYjeDIyQzU7PC9tbz48bWkgbWF0aGNvbG9yPSIjRkZGRkZGIj54PC9taT48bW8gbWF0aGNvbG9yPSIjRkZGRkZGIj4rPC9tbz48bWkgbWF0aGNvbG9yPSIjRkZGRkZGIj5iPC9taT48bW8gbWF0aGNvbG9yPSIjRkZGRkZGIj4mbHQ7PC9tbz48bW4gbWF0aGNvbG9yPSIjRkZGRkZGIj4wPC9tbj48L21zdHlsZT48L21hdGg+hzrfYgAAAABJRU5ErkJggg==\&quot;,\&quot;slideId\&quot;:282,\&quot;accessibleText\&quot;:\&quot;w times x plus b less than 0\&quot;,\&quot;imageHeight\&quot;:14.72},{\&quot;mathml\&quot;:\&quot;&lt;math style=\\\&quot;font-family:stix;font-size:22px;\\\&quot; xmlns=\\\&quot;http://www.w3.org/1998/Math/MathML\\\&quot;&gt;&lt;mi mathcolor=\\\&quot;#FFFFFF\\\&quot;&gt;f&lt;/mi&gt;&lt;mfenced mathcolor=\\\&quot;#FFFFFF\\\&quot;&gt;&lt;mi&gt;x&lt;/mi&gt;&lt;/mfenced&gt;&lt;mo mathcolor=\\\&quot;#FFFFFF\\\&quot;&gt;&amp;#x2192;&lt;/mo&gt;&lt;mi mathcolor=\\\&quot;#FFFFFF\\\&quot;&gt;c&lt;/mi&gt;&lt;mi mathcolor=\\\&quot;#FFFFFF\\\&quot;&gt;l&lt;/mi&gt;&lt;mi mathcolor=\\\&quot;#FFFFFF\\\&quot;&gt;a&lt;/mi&gt;&lt;mi mathcolor=\\\&quot;#FFFFFF\\\&quot;&gt;s&lt;/mi&gt;&lt;mi mathcolor=\\\&quot;#FFFFFF\\\&quot;&gt;s&lt;/mi&gt;&lt;mo mathcolor=\\\&quot;#FFFFFF\\\&quot;&gt;&amp;#xA0;&lt;/mo&gt;&lt;mi mathcolor=\\\&quot;#FFFFFF\\\&quot;&gt;l&lt;/mi&gt;&lt;mi mathcolor=\\\&quot;#FFFFFF\\\&quot;&gt;a&lt;/mi&gt;&lt;mi mathcolor=\\\&quot;#FFFFFF\\\&quot;&gt;b&lt;/mi&gt;&lt;mi mathcolor=\\\&quot;#FFFFFF\\\&quot;&gt;e&lt;/mi&gt;&lt;mi mathcolor=\\\&quot;#FFFFFF\\\&quot;&gt;l&lt;/mi&gt;&lt;/math&gt;\&quot;,\&quot;base64Image\&quot;:\&quot;iVBORw0KGgoAAAANSUhEUgAABEYAAAB7CAYAAAB5E4V1AAAACXBIWXMAAA7EAAAOxAGVKw4bAAAABGJhU0UAAABeTPfubQAALopJREFUeNrtnS1QJMvShleMQCAQCAQCgUAgECMQCAQCgUAgECsQCAQCgUAgiEAgEAgEYgUCgUCsQCAQCAQCgUAgEAgEAoFAIEb0N323ON/sbP9k9nRVV1c/b0THjT2X6a56M7N+sjKzfvwAAAAAAABiRFHU6j5T3Wez+2zDCADYPvBGRsPdZ7L7LHWfve7ThhXsFXv9m5SFmJDuc9Z97rvPi3meu89N9znpPmvdZxzGxLyOxYMOTAQn1+V4EIEJAAD4e77rPjvd56L7fER/YwaWAMD2gVPZDMVOD7Nu3evZ4331yegMtrDXxturMZTL7vMZydHpPld4F3O53TDKFj+jMBKMXKeMTL+MI7EFKwCABo2B/SeN8RriNWfd8MpYCQC2D6xudhfNAfa+kc1DggMkDVuwiL021l5NdMhtNDhOu88I6vcXt7ES3vXxRGhSOPK96ZNtLOtJmAEABDiXxQuq9e5zaA5EHhUL7b/WCjAKALYPSpFP7Pw4Nhvd54QT/yIgqgd7bZ69Go/iZQYh9ybSYbb7THSf6diLmBNR8kxExH/8bidw9SsOZYOdYGQ8buykF1/GTjgVAQDUfYx7jMrHOswCgO2DUuT0UrKMiOrBXptnr7E3sPu8pRDxmJUaYzb8WbhtslGZzfJVAi/7DDZBynvI5Gn24xInIQCARfc/YFwEANsH5cjptmA0QBqoL4K9NsteTYhNWtRHXHhlOOf3uwIyfzZUMecTHE4d8vUaIfvdFM/7NOwAAGo6rq2YUO3vZ8tEPj4XXGg9wCoA2D6wIrNhE+E/F+/DzKGd1mmyCZPYa2Ps1ZDVSSHhMi+iwRjdq4DQ+4YpZMtE0nQS0iq4iaY5erCeMAnFOrECOwCAwMa7OVPQT4MTmAMA2wfOZLWhlBO3jWKvzbBXU6E4zSnyIKl9Ye41lmKkIQo3nFKrJd4gL2KSjRuAFlIisnZgBwAQ4PynOZHioAAAbB+4k9OUQkYvMIa9NsJee64VTbtyty18z5WC1IkGKNp4ihcOpwjOkSQn5AF1ZgAAgY13p8I1wRfFxwHA9oFTGU0o9m3nMIa9Bm+vceRGTlGWfcW7rokY+Y+LtAK2OEXAd4RWUm7nGc4RAEBAY91v4ZrgDrYAwPaBUxm1Ffu2NRjDXoO31xwP0VtesdW+dx0JSb0NnNP4CuP3lL6vYn7A6MlSSuTIKc4RAEAg45w0PHcftgDA9oFTGWlqjIzBGPYatL12O7ecUVckxnYBh0Cjc5NMmkRaleddTA/06ct6RrFjQksBAHUe38YUi+55GAMA2wdO5XRMfRGAvf74L4XmPaPj75pokZ735uUoHTXUKXKM6YEUvdnNuB6byBEAQF3HNulpZKcpBdkBwPaxfY/k9CSUE3sY7DVsexV4CfcLvrdl3v2ZUFtjN9SNXsZtI5GpvcLpP8jSn4sU3TmAHQBATce1M+Fi6wq2AMD2gVMZaaIEKAOAvYZrr+YWmk6OR2i8BIOL0wT2zP+OB6xQMxlOkSe84UCgQ1lXZa3DEACghuPau3CxtQVbAGD7wKmMlhS3kLCPwV7DtVdBussFaiLmMr6S9zXDwTQNS0CoS5MZDrZlGAIA1Gw8k2IWxgDA9oFTOR1yCwlovL2a6IZOTsc3UBWxUySriu8OLAGlTm1n1PyZgCEAQE3Gsk3hQuuNWkoAYPvAuZzuhXJiL4O9hmuvGbUMCJnS8TgU51plXUnMgA8K6tZtik7do1MAgJqMY+fCxdZv2AIA2wdOZTQhOCT/xhyMYa9B2qsJl8kzhHPURMRlVgjaZ8g1VYATO/2kMjgAoKZjWFyE/YPTSACwfWzfSzlJbyH54EAOew3WXjOuBSWNRsfjGhwCyzq2n6FfCzAEAPB4/JpW5CxPwhgA2D5wKqczonpAo+3VpH5Iqs4S6ZDN40TGaX6MB7yroAQ9i2+peUnRsbjY7zAsAQA8Hb/2hAutF9gCANsHzuX0KpTTJmxhr0Haa3yrhaDjD6hJLo+3ORzOwxIoSde2M/TsFIYAAJ6OXVfCxRapuwBg+8CtjCaJ6gGNt1dhcZUj1CSTw60c/m5gCZSob8OmCjROOABAncYtaVG/VRgDANsHTuW0LpQRh+XYa5j2aq6VlXSejVY6h2OCAjVUbgZl691WztVZpNQAAHwasxYUp5HcgAcAtg/cyulGKKND2MJeg7RX4R3FHQaqTA7zwo0uYQlY0Lthc4V2Gg5gCQDg0Zh1SI0BALB9bL+Wa8peLMIY9hpqfRFJDtEdapLKn8SrRrQIsKV/WdXDvyiYDADwaLy6FS62SN0FANsH/u1nvg/Lh2AMew3OXrsdGhWm0XDynM7hfQ53r9xEAyqcyE5gCQDgwVg1ojiNXIExALB94FRO0ltIqJmIvYZpr4oiOwxUyfz9xPsNKtbBVvd5ztHBNkwBACoeqxYVOctjMAYAtg+cyklaX2QHtrDXIO1VEO1AIaTBNqSk0QAXurhPjRsAgOfj1LFwvXELWwBg+8CpjKQXccSYhjHsNTh7VRjBK2qSyN+qhDvSaIADXZwV6CJRIwCAKscp6UHMHmwBgO0DpzJaE8rog30N9hqkvSrSaE5Rk0T+7gTc/YIp4EAX4+il9xxd/A1TAICKxqgJxWkktx0AgO0Dt3I6ZU8IGm2v3Q5dCDu+jar8w92skLsl2AKe2DM31ABbkyinRyBPT6SnkV/cdgAAtg+cy+lFKKdV2MJeg7NXcxvNp7Dz1Mj4l79TBnmnfA91nxlzA8uaeeZcbMjiXMq4+LD55rKvhYaE1cQpBAzK1LlJE6lEIbbqZNAyabFtMz7+7BkjV824OeRBO6WnkTc1lkNsD/M9Mvhp/l3YeWjeO2Hmu1ieo57Mx9MJ+hb/e7LgO7fMHDZMnxq5Xsb2K7R98x1nxTYNX/22tmTmsZEG2MSwGW/mjWzX+sacCezVX49Q5MNE7Bl30muMKHg5GMfxIHnYfR4y+I6L385a+P5Y99k1NWKS8FB0sWSRM0kU01vTF2mgNH2b7rMPIgvd8D5m5u9DkwcsDXl9MgXVFitqt/Q0cq9GspgxG99bgRxezd9OZLxvI75evftcGXm9Jrz3VwX9bJn5+ESYex4ful2b/rbzNoaxY7Xnty36FNyYhe17bvvm+xI8Fnz/lLGJK1OjJA/P5lKBmUBsoG104MaswyWIdeDMNQdB2Ku5VudU+TwKO94p8O7vZzXQQV46gByyjFcPHLvG6dBROO4+y0wRMfJ9F3z3w6eCpmahJ+FtDW0DJejbeYJuLcOMFa6/F5UPUTl4MTXGXG1CNaeR8zVwCB5mOM0l89VmwntHfAtjN3PKlvD2vby58sy86/sU/fsk/LRn3nqiT8GNXdh+DWxfcU3vgfK98+bdXwPYWuy4XKjpvL1rHF2D4tJFKnww9qoIe3GNtUAHeukAwiYhn8tZ4xUedMF/UdKC6bfyuw+e8Snh8Q7NAyXo2ljCyUeH4nmlbuBWhEW+P8zC6dSMp3tmAX+V4yy9dxGyG0LOstkUXQicz++G13Mjj98pm/Cr3pBxE70g2VgNOervrGJB/2ZOzm/MoVvRTdA1fQpuHMP2Pbd9k0Ym1e8F4TtnFDebSPGrDhHPRp43OfryZcaVGzPHfwnHpEnsVdaRp8hPzAU4yGvu+Z74AdI43LIwaE4O2Kai7ZnwiNsj21wB0KNvyykTJnWpBl9Y5c3r8aZtOy+s39QTO85ZbE1b7s+VcFw691AWEwKHebwhOsgKeTabq1/9Dv1v2QlrRN046vOaYJ3zZOoDjKQ49eaN3n0q5tIj+hTcWIbte277Rq+lGQTDgvftDxghknkY6Wt5B5O9cZ/jTDgz66ahBOfUqmBsebVca6a29tq/6OlEfmIkwEFemkbzxvI+daLppEwutz1pWLcFBta9Ado0SFjtvEf8bgrbvI82gpJ07iQlgmEKdtRczuREJH6Z08jJAu9+yFlsjVnqk+Y0cs0zeezkLFRfTUrSiOKdy318rJv/fivgZ9PRHJK3pjyQntxGf4os3gnlv02fghrPsP0a2L7QMfO/SJec94wI+zIo7n2KVjDzdl6/f0tSYYTRQ0fYa3ZH2mYhpXk0G86bgs9ZoAO9NI2m0eGTORx2jCPk3CxYxlP+blwZDfVUoC1jkbzeThqmPOJ2Ttjml4grVkE5OtdKOSWJIxHaMCRekBzlbN5uBoyKO61izlKcRnoTfWec5Xlz/WnRwx8TMdkbpTAcyQoS2o7sWRQ4EA4LjhGSNNUF+hTUuIbt18D2Ffua7RznwGvkDhdVr2GN7PLm7edIUTzVjCt5+mDlEoU62muZCzBphMkLS9Z/FFYaQnkMY6k8Tkm9veZvNRFRk4p2jChOfbIGqJZH3I4o2s6mFZSld+MpUVcf6Fkud7M5EWuf3yeLDha/8xb6t1en9YYJZ37PkcdqCd/pjeDZEvDzbnOuMYv8V1sLcrN+unaZ4hlin2o2tmH7ntu+sjzATMYc9p4R5Xhh0j5Xzeb7+1rjwwEPJtcqdvq9CAILxgq8W5LOsth0ey2z422F0p2ybC3M3QaMlcb7LwXv64r3XiTkT8bhtAtmAD+O8q/V2vWQrw8hVztoFyhR72ZSohHfqWmTytl6TgTnSxmOJRP6L1n8Xlvo400d1htmk3uYw9NLWRGCRva9NpKHE8v93xG04WDAb4xn6Ptn2Zu/EPtUs/EN2/fc9iN5sc33jHn/I4WvLYljwKQYFYk2eY0qKMZq9gl58+lJ0XSfSHahymZT7dWGQDdsbDIbMshvKbjjZobyeNeEd50L37mXEO7WTvi778KFn2UOfJ4sRu7RLlCy7qWFrZNW8+9C/DjHPksrMpdSByYJnTIXmnXJWTbtvBQswidKdiRq8NOyPko2aHMlfGs3LeScPgU1xmH79bD906KbYeMUfE2IENnTziMmrb3IRSJrDnVFWkNlz4FM9ppor7YEqzl9n/4Berm7qGPdiUC4fxHy/ip410Lf5u0pryiSGbQ3zYB1EHl860b0p+q1800QAEb/1jJCahfh53/h/ZcOnSIjyrpiUyX21fucZTO256VUvlhK84h84EdY8C8qY74w/U46aPhNn4Ia57D9eti+dG29nsBdfwro0yDzh3nnm5KbB0e6Mh3JLmnYL+FbVxU4RppZX8R0XnolqVe1Ezzh7l2hOEMwVslmP8oK3TMh5R99NRAmA+PqQMHVPNoFLOjgLs6R1IXfQ45NfkSC6vWKb24oF5rzJX7b65xlU2gxb2PwamshqJDJvWUeDiWNKPF7x7brsoXYp5qNddi+57ZvOJAeoo30/G4oITL5MirhJlKTxq7FqGVdWYhk9SXPytg3C51VG02yV9uLMmmRHW5V+Zu7cYWRdmCsdP6XFPwvpbyj1Xc6ENvCQoBcaTZCe2gXsKSHRxmLrPUG8jEuLDQ3V/J3T5SLzNkSv+1tzrJwY/RlMzpQIZNDy1xIr9gcKul7Mw4W+sH1qWbjHbbvue0La/DEuOv7XX+qx3lZB+nG6aKtN7Jk2Skiibh8KCn6bLKKcg1Nri+i2Vzu/wC93GnCjF5hrFKn3mHKOw6bsGiJ/lT7luIS7QIWdTErdfOwKVGJwkgRWwXVjjRO/RJTeLzNWRZujGKsWmyDJpx+xTIf0nD6donffLW5uQmxTzUa77D9Gti+YjN80POb5f50saj8oskHSsfIviV+pJEir1GB22dSvimtZTnSBHt1MSDsKxSN4qHFPKvOct4aKAPptV43Cb+d7XOsnATMk8aJ94RmgQqdIxdlTvCe9n9YmML624ajyNRGkuK8onFowrE8JHPJhYMNmi+h4tJDh60Sv/m7792T9KmRaxBsvwLbV26GZ3va3ZuKfm+jbECC88V5FIMiUqTU/bLwAOW2CfbqalC4FHa8Q42Mf7jThCPfwJgVGZwK+f/o3WCYyfCpr37OSMA8tZWTygjaBSp0jjwEN9n+3XdJ0e43iwvgUeECr9R6S4o5886hLOLNwLWgTc+2x8VIfjPFtQNeIteyiv6+svSr7DVniH0KcL2M7Vdk+4rN8KfhrtXH36vFOWtcuYa9Kvn7swqnyEmJ310RfnMjdHt1OVhJq/1yjee/3F0rjPQcxqzIYF0hg3aGQ2UucJ4mlJMK16iCqh0EHyFGKSqiNG2nSqznnKB/lD0OKFIZ9jxx0DmdIxSnorsO2qIpLD9T4ubD2pozxD7VaNzD9j23fUWxzUvz97t9h+czljnqKOz3psTvjilqnDyXWKNoSGg3b1HJt0n6aK+uBoVJhZId/gD9/D0r+PsFY1ZkMKWQwbb5Tf/VvIcN4El7Fdwa2gUc6OVYzilMx6R9tALp74pwcXflqD3LCfNY3L6zsiN2lM7ZeUf9l6YUHTtqz44v/PRFVDoJW++bpy7pUzDjPLZfA9uP8q8p/m8tbSJcPm2kn2W07821Y0SR9mojhWa3omgR7+zV5WClydlaZhn/D39fCv4oXGtPDtJToHMzyL32hf4NN4Qnjbd9F80CjvRSclPEhe2aCo42Bx/CMOUpx22bNGHUbVvjYexsFY49TtINEhb21k8ABW069Yif00iHdknffe8v7kifaj/GY/ue275yMzzVN29fuji8UEQxlOkY+aX45kWJfZ0W6uhtVH6hW6/s1fVgdagQ+DhL+L+4G1NOsHuwZk0WF0IZxJPcQZNSaPp40lx3doJmAQc6OaRwbMZ/t1TTfrYUp3F7gcr61OWCNqctI4qIz2WHHEmK7P32bDNb6gLdpJqd2kijC7FP2D6279g2YufEVt+8POKIoxeXTopId5vjV1lRlgk1EJ3UAPPRXqsYrK6EnX+NGnKFooK7CRwj3shiSyGHTlPTm5STyhWaBRw4Ra4iPU7qVhxYMUZ9RIEWPvYpZ1lRWO7GIT8t4QnhpqP2jCujDP9LV/VYB4PrE7aP7bveDPdFPq445EmTSvNrwG9JIzxLTbkyuiC9FGUpdHt1PVC1FEK/+AH6+ZtTTq5bsGZNFu0Cm6tY98caxpPGMXKLZv3D37CZLHkGf5aUebtJxcZW6+CwN5sxadrlQaC2403OstE96ea47ZAj6Tw27bBNN0q7jHmd9VwXg+sTto/tO1wfflVVM8flYbQiEv17PzFaUh9/VbmnbHp9EU3h1Y0foJ+/eaWRrsGaVSffl1Ie6w3kSVN47gXN+oe/tQj4hqvI8xuUFCeUHRthsTWzHas5yyZKSRpGf+6Yo22hQ7DlsE2rBWzS2pWd9Anbx/Yr3wxbTePIaOOYqzV+gTFiv6Q+/nL5PZ/ttQ6LfK7uHNxwcIzYlcedQhYPTUwNU56UvaJVOEZqhEsfnQrRnyJ/HR8X44558CJnOdLVVZt3zJEkfNr1CW1LGWn4jWtfF80h9gnbx/YH/P5OAXvYc8yRNkq/XfA7Q5GuHl88v48P2Lf4m7+FzoifTbDXqgarA4VXkPoig2+ScIz4YcxRU8NilY6RDlqFYwQHycA6c+HrYtwxD5XnLEd/blL4lOqRY36GhKnN2xXIbrWgLR56rI/B9Qnbx/YdrQ0jI9MRxzxp1l+F962R/Ircb5wN2K8xIf/vkZtr2iu31yoHq1th5+8Z2nGM1EAe6wpZDDeUI9Xkh1bhGKkpOub0ZbxifZlURIs8BWw3Uz44rSNdod9Zxxyt+By9GxWvB7TusV4G1ydsH9sv6Jj58n0/0/3mseaApOA3RiNdwdUYcwP0aTmSFZS9c3Hg44u9VjlgNboYHI6RRk/AMzhGcIzgGAke8xXriyaKbSdgu9mTnkJabIOmJlgpV7Qq23fuc/SumV+/CthgZ5CNA33C9rF9u7Yf6eslPlcxDikdmdsFv3Go5KLQja3Rn5oukmjSL5Pm1GqKvVY5WE0rBL/0A+AYqYdM3jnxwTGCY6TxuDOyalWoK2PKTdck40506snYt+qYH2ko/WXFcjwoaI/xieiop7oZXJ+wfWzf0ma4ymiRkUh3zfZkwW9oo0UOlN8YM5EvkrSuOOp1omn2WuVgtakQ/MgPgGOkHjKR5vMfN5QfHCM4RkLGgwlLbnmgK9uKdr9GgdbxUoZpr1lqw7zPsojk9S42K5blcKQrStiL+LR3yEP9DK5P2D62r2yD6rbCiqJFfmrWAQW/UaQA7Yzw3VMmMkhiD9dVRLv6YK9VD1jS6wMfGd5TOVzGMeKdTLbRaxwjOEYahzezwGx5pCuasN+jgG1GszGZsNQGTX2BvQo4krZv2gN5Lg1gp0ee6mhwfcL2sX3h97XX9G5XpEvnijZuFfzGi5KLG4HTdVWxFqjEIeKTvVY9YD0IO3/C8F6KElV+2tMQmcwqcoSHG8iPxjHyjkb9w9+KmTx5Bn/eS3CIfOffDnumJ5qiqzFWAraZSnOWC8hiwjE/48L2vfni+FMcrCVh3lM9Da5P2D62L2jDmnK+HalAj8Yi+Y1CnSIpbgX2czGWE94TF29dN2kwkuiLd5NaM9N0e62685pwmdUfYNBNeGXe6AbKRKPb8w3kR+MYeUGjgGV9nIqK3wxx5eupRYGQ3LGAZSw9ET2z9H1NDYmHCvg5Erbt3COZthSHa0kbgXEP9TS4PmH72L6gDZpIjOOK9GhD0cazgt84LWDzQ2bcaJto9Svh/uPLrMXXfDrUqdpeq+68xjM2xfCeyuMEjhEvdbuDPEpxjJBGB1zo5JjyVO/Dt7SZARYYQTsgTSixVLabFr7fUtaP2HLMj6bY35qH65+itTkuPF7TBdUnbB/bz2mHJn1kuiJd0tRAmS/w/qFIdmVuL57MPP+hWLf8Nk6eEezVPwJ2FIJs/QBZioRjxB95xIPbs0Ie1w3kSMPPDVoFHOmldHF263tuq5kXNJXtzwOW60KVYezddy4q5+hxx/xs+No2hXw7BR0J8x7rbFB9wvax/ZQ2TCnacFuRHrVtr1kHrDGUtX++NJEkbd/30lXbqw8ESEOGrhjec7nULICp1+KHXn/js2mOP+XpACdgwIVOtgT5w/FGZbMO9tpt45xyHDoIWLaHVUanKeeE2wr0XuqofvZYxrsFNw5PvtpziH3C9rH9hHZsKThar0iPNKk+85Z1NasGzI15z0YdHCG+2WudNkf7DO+5XD4qjOcUxqzJYbXggNbGMZIKqu0DFzqZV/ztsU4pnZHuWsHKFpyOuLit6tDARBBqDi62HXOzHsLawWzyrgrOvz/pE7aP7Vdj+4rU6vjgYqgCHdIUz70Z4DvaOmcXRoaLodQWqtJefej8mEL4ywzvuXxqJk9O4O3p9FvCCbN3eaUecKUJEd5Cu0AFttuLOBR1tGZ90p4+zQYs205Vm8lIf8tA2yE3Q8r6Bxuey3q0QI5+jHv6hO1j++5tX+k8Oq1Ij05cyFC5Lu7UbU3iu736QIBmwAi2Un5FhnsHY06cU1cKuZw3jCsNVtAuYFEXR3JOavbrGJZuTpM0mAhUvkuKhea4he/vKWTw7lLXTN55UDoyQNTmPH3C9rF9t7Yf6W7VXKxAhyYj+RW9lwN8Z1opj0fsNTwCmntPsR0+NQWU4LR8/ncScv3iu+FXkMk/XI0pJ4BZNAxY0sXhjDDeTp3TSyLdzU9RFSHKjniQ5vjfeiCHC4e8xAv+L0XbXuviIOy286yAE+GMPmH72L5b2+++99jzNBppbZE46mVygO8sK237BHsNjwBp6kejTtIH4FNTyfcTxkrlfqovFDDeUC0UcAJMNISvCTZswAM9zMrff6/idKrk/mnqTkUBy1l6xeKhhW8PKTcgux4u+GuXgmvm3Q9l/z59nmtC7BO2j+0r5qmLCvRnVpHasTPgt7SFltew1/AIkBZf3P4BJHxq7n6OMQJrpfA+kmDMuwV1faMhnGluy3hDy4Alp8hFxunYZAB91BQ4fg1UzpprIFcsfH9SudhddMTLYqS/CnarZrLfLBBhMUefsH1s343t+15TQhHxczdoRE3390dNTpOr2l59IEBzYjzNMl7Mq6ai8QyMlcL5SUJdkVbf30jDwy4bwpnmrvbfaBmwoINpJ2aPIThFCjhGXgKVs+bWhVEL39cWX5xywEnszO+9olO6bmiX3I5Rm+mSBYpLDnw4EWKfsH1s31ZRWEWquRUZ5bRNWp7gs4x9aqS71jm4vXHV9uoDAWtNXqxZ5FVzC8ESjJUyqHf664oMoO9Oi29VyJvm1IuIMVC2/u2n6NpDSBMujhFVAdrritc6ziI5+04mY0fggTB/vlVyO6ZsnwAWiLA4oE/YPrZv1/Z72iOtL/LoWHeGzXrcWUpLrIc+FMNtqr36QMCBkACuldVv1KXYhLGBuB5LqyuS8LeaCKmpBnB3oOCjjbaBkherSaG7ccjsWGB9fWhyKo1Jl5Jec7pnqQ2avPGOA06We/S/Y9IaJeHiN5bXK0eW+qu5CjTGKX3C9rF9u7bf0yZp9NOxY/2RRm/8KvGbN011jPhgrz6QIFUATov1m3Vpvt4hjA3E9WUfn/s5f//i0vvsOXfSwl+fTYigAc70billfLwOsUChosB5kMVXY6eqrXztOBU1TvPLc6YpTkStR+2Y9UHvRmTPnIxKCkTuWGhPb6j6rcV+Hzt0jATXJ2wf27fUJs31tCsOdWdVuI96LDPKp+GOkcrttWoCNJWaG1k0akB+b6ndYJ3j7YRijSM5vzmzuYgxk9xYTfi7a3TIHKhq4v1KSZ8ZCbTPv5QLrfHA+i/NEe9oHGPmdOu74PZ9zt+e+rA5MvPDfX+xQEUdhCXFt0aFf9eb+vtlyzmprGk1qGMkuD5h+9h+2bZv/laTEjbqSG8mhNFYr2U7JhIOWxsTTe2DvVZNwJQNAsB//O5Rv8Uqv9N9G6yOpMiaorDQU8F2nZsBfaMGHEodo7toHChB3/oLzv13ohtkEa//77f2+r/5Ctsan+oslvxOac721QAOp9WabI4u+mpZTZj/vl/mxiT6c73lp2QeSjgsmLfU92HFnLM/4LeC61NNxz5s32PbT2hX5WmeZhMtidr4sOGUUEYYxfhZsY3FB8Trodhr1QOWtCDR4w9QdOMudTxxZa9+4Lwrku4V6a5uG1W2a9NGzqMlDscUPHBzEijDZq+bFCnS0/dV5UJrq6J2TvcUuosXy8Mlyf2z7JTdvvXLheDvNZujL0v87vR9Z7nn/5NEmD4rnFvvPZuH0Zy/v3eVO57iGE3C+oDfCa5PNR3zsX2/bX9YUSfn0pHeHAv3TbacndvK+fq4Ivsa7kuH3wzBXqsetKSDxQnL+sIcS+tZzMOWitf+oqGXmhoYikJTK4p3zvacHL34vtlThG8S0QTK0Lf9lDDYsQb0fUK50DqvoI2TfePiUUnvXSw7JNnw+d6jQ6OC3xwoZTBaMr/rffnyO30LUknUwamSG1EadMK3bRZ5lObvzwz4neD6VMNxD9v33/Y1VxkfOdCZLaFTZNliG5aU+vJagW2Nm9oqpUXP+GKvVQ9aTxShtM6xNJ2Gm2nknPYXZFIbm6LOyJHwfcN99rRSAx43fZkMQfA2m1RsNXYeTjaIg2fFouPdZfqqWRz3LqivopKKLSvCxN8k30yIFlwUtkN7CrhUIr+bffr/u7evigXpmmAR2nsYI0mjGUn51pQlXbspSxea1KeajnnYvse2X8BptGZZX9KKsvc7RVYst2Mkkl+e4fxwO/pz49Z72dEzvthrlQOWpvDqNEv7wjxL67hQgFXG53RfqJeorkjCe6QFhp6E7/tdtwJrCucQaTRgUF17ScgNnmwYB/vKhdaKo3Yt9K0FHso81UlIaUjDtfB9R0Uia6I/V2RqcFhS/7f6Ftn/pI4lhNmnYVaxMToQtm825Vt7lvRNog/nA34juD7VdMzD9j22ffPbOwUvC5bX9nkpPZ9lOq1y2nOr1JlbF47POIPDVoqeL/Za5YAlDZ/6iLimc1CuJacJjw3kZUwTRh8lF27cLvhtzfVk0znv2u2LXhmvCf8PZeW1ApCja+0eh+anzQWWxxxMKxdad7bnXuMg7nU0P5fsFBlWnLwdCN73s+d9qisaC6QzPQ3Kf/T3zSjf88NEwt/9FrZpJOU7o30Ri+KIn4yw8Vcb+mdOG62evobYpxqOd9i+/7Y/poyMsBVxNdMXAZFmu22H+rsW6bFpsT1zKc6ajdDstcpBS+qlJJJhcK5/Crkebwgf630D+Ys5TR3PcYpcD1JXJOGd70K5HOcMnp1BolcqdEpJBsE9LBiUOLG/NbmekqIWwTd+WmzLiWThPuA3ZhV9zbtZYr5nzPosEsnWl5MtwXrBfo8lbHg+0tosrHn1lvGtuz6HmuYaxR1X+mfy4vPwUMKmNLg+1XCsw/b9t/2fSk4mLOjJvGAt/uQ6wtTsOT6U/JReENZkd+wkZHh8RSXe7uKbvVY1aJ3aHBzAX1y3hJvwtQZwcZIzqBz3O0jM4H+fkOM2OmBbLhSD3UzC71f6nAsHNZKDJK/1qynOOuBusdHw/i8qF1rvFpwVEwknT1bqvUS623imMt6z0DeHrhVsz5GS/09tKrFZFL4mbIzaGQtwUQRRwm+n+kLoXwrU2zrM+Gb8vuES9UFSWHGlhO8E16cajnXYvv+2f6LkpFWyjvyM8m9BOSvTXpXt2y0QNRL3Z7mk7y9GyRd4fJWdUuSbvVY1aL1QX8Ap35L88ovAOZCmb32Z6JBtMzC9Jww87RLaoynI9WIGqdjJNWkcOL1OkZs6nQgJ9fEcywWgdNu7VC60HstyWphCgJ8JkSKTlvqqCUeezFgc9p6WHQ3QnokCRfU+TJRjK+fdc1HyddSZtwUo6pB99qaeGsf8W58TbdKCPh6XpAutKL8AcSlFf0PsUw3HOWzff9t/0pBRom60zBq0k7MPWKlYh1uKvXI/TooeBBm9v8nQybnQ7bUKYY9RX6QSzj+bzHfOKY71EMeUibIMDBy9UoEsHosOfgCAgecC7WLreZBDCuOUvk9xukx4sjna6vvtsJkzOmVuMhU5/UnO8UNTl2XBcLpmnOSPGb+ZEshGE0F0niDLwocFkazg3mIJupB3EFFafa4Q+xS4YwTbr8b2n5Q8jJSgF1OClNJrm/NSASdFp6DexLL5Zd4xJOBlN0cm97bGEx/t1bWgpcbIibF7x8B8wP2/LsEJcVBymx5KaNNCzeQwKejTDRYLgDUbnBM4ypNS+k6lDhJT+2A9Y4y7sB2iHKUXwUzr36FZoB0kOI9uy2hv9KcIbieyjwfJ4l65OUpbfM8PwMen8Btti/r+EZV4+2GIfarhGIft+2/7B8rvLQ/wrWGz8f/Mcf6seajL2yXoRMfoxbmZx0+N8+BROF4dRor6MSHYq2sh7wk7//MHKJN3yaD8K+D+Xw44sAxUbDWlTZsDtmm1hnKQ5ES3sVgArNrhcgHnSG8EyZlZaK6ZZ938+9Qstr4yFtNbkZurBcdK2ojcl1wXYtPyxug0kt8MMTvAdz4G3BgNKb71VSRa0+Suf+ZEXM6VKNvg+lTT8Q3b99j2e5wVdzZlYfRgL8ouZPpdX3DMY30+iqrBs4vDV1/t1aWAbwSd60QUXqzCuD5tegUr7vvuAMZ2ZcPYzMTwVrBN2zWVQ14aDZFiALixxdkBxp+i4+i44z4OGpV3YWNONCd3ZeNTmxcfyW41SdsYtQfkoF3guzcmNLwl0O0rwcn6dMlyDa5PNR7fsH1Pbb9vDXyq+PZdnkPG9GvT2MqXIApysib6vOko4uhbn7Zd7gd9tVdXnZcsxAilt+eVyzslXAq07+M5g2TWYt5mCNlWgTbV1SmSd0LRiagtAoBLmxw1C3WbC6441PVnFTm/0Z9CgUWxY7FdcWG9kxI5viiaFx/prxK9L2OcjpKv6/w0+pK3Tnw2m5qdnqilbXPym1fjI14H7Fva9AbXpxqPbdi+p7af0I4Fs9aWzkNvxqH4nRpyYZwmr4J3vJlD4oka6vRiAZlpHSIHVQQm+GqvLjo+EXwn/ZdBXq2Rm4D7rvW4HjgK+f4lbE+cA7lYY/6Pc/p3jIUCUIltxifdv0t2kNyYjeJQxX3TntDGOcqzjtq2HOXfLJKF34OmTaRs5rM238Ml9X27b2776wYOs4GcNtGetyXo5ofZEI1blGdwfar5uIbte2j7OXvEvaj4bSxZ7T83nA/VXKdbZpwpi6OOcUqtMldX02lp5dkphnRrMhgVnFy0A+7/giCvceAJp0C79jMiWr4XP2M117usaKXY0z+KhQJQuZ3GUWyXOXnZaSdxV+bEe8qjPrUEeeZf5tRxwXVki6lLsWlOYyUb5SdzwDFR8ob+PUOux2VvvnsOBL4kaw7jUDhQbghezHfiDeCIA1kG16cANpHYvme2L2xX28xFFwUcSF/GMR/Lfj7gEgFLJmLmVRkV8mjkuuLTutt3e7XVaUkV4seIa3pty2E9RwaXDeBgynhId40hbplBYrzCNo2YgW7btGnbDOqtAPjOK7q8jGUC4J3dximIc2YTtmPs+PvZNGPofB2ctiaffdGM9d99iA9rZnwZY41jasHM0Xs988Ca7QW+WZTOGZmumdPVGYvf2zObl80Cv50wslzrmcP3etJQKtHJEPsUyDiG7Xtk+wOsj6dN29b65qJvG1msY4qMhbl6N0GHFs2+Zwh79auzksKrhwzjTmRx29SoEVDJhPZBwVUAAAAAAAAAG6T0cK1ezMKUE1lM5qQ2XMESKEnX9nNSaMiPBgAAAAAAADRiczQmyZ+DKacyybtTfR6WwIA6Np1zG9AiLAEAAAAAAACaskHaCPUa0prL5TpDHg9c/wYG1K9L0uYAAAAAAAAA4M8GSXJvNyH17uUylnNLzT4sgYK6tZFzlSdFlgEAAAAAAACN2iS9Nf0mFI9ls5RxVVjHt+rUoBY6lVXDhqt5AQAAAAAAAI3cJEXUs/BaRkek1IAS9Snt1qP4dpppGAIAAAAAAAA0bZO0leMUeYYlL+R0niGjAxgCQj1Ku4Xmi1unAAAAAAAAAE3dKF3lOEY2YckLOQ2b6JA0rMISyNGh1Yy0rJ8wBAAAAAAAAGjqZjvrus530jS8ktd4HMGTceLfhiWQojvtjLoiONUAAAAAAAAAjd0sreZEi+zCkncymzYOqyS8cXsQSNCZMVNUNQkbMAQAAAAAAABo8oYpK40m3kgNw5KXcstyjjwgN9CjK7FT5D7lRqN1GAIAAAAAAADUcaOzE1+f231uus9x0RtjTFpGJ8MxsgXbXuvBTIZz5KL7tGCp8Toy0n0eU9KulmAIAAAAAAAAUNfNThJ+aTfCxsHCFbD11oX4quWXFBme4hxptG4Mp0SKfHD7DAAAAAAAAKDuG55S6oFkbKhjzMF0bfRhPCUqIMYxDDVSJ4ZS0uTiwr2TMAQAAAAAAACo+6Ynyii82RK+YznjPb9guXY6EadM3KXIcw+GGqcL1wl6EKfejcIQAAAAAAAAIISNTxamhO+4Tfn9C5un2upFq/scpsj1kLSaRujASEr6zAnyBwAAAAAAAIS0+cnCvOD3Kym/jQsytmG49vrx09SR6Mc1t9UELffJBKfIZ3wlN+wAAAAAAAAAQtsARRmOjZGc3w6blJskbMBuMDoykZJac0dEUJDybifcUHRLPREAAAAAAABAqJugqGihze7fnFNXpDF6EqfW7JuogV7EhVrHYSgYOS8lRAjtkzoDAAAAAAAACHkjlIbJnN9tc61rI/VlKqEY50+YCUa+V323znAVLwAAAAAAACD4jVAahjJ+s9N9Ogm/OcIp0hi9WTNpVGfIPCi5zpiIkW1qyAAAAAAAAACashFKw37C346ZiJB+xE6STdhsnO6MZDnQQH3lCgsAAAAAAACAJm2CsnBl6gvE17PepESJxEUZZ2ASAAAAAAAAAAAAtYO5bvct0iP+zQZpFAAAAAAAAAAAAKg1zLW7myb64yvDGRJf4XnZfVapPwAAAAAAAAAAAIDgENeMiG+iMJEka+ZZMreREB0CAAAAAAAAAACAYPB/xzh+nPiepuMAAAIjdEVYdE1hdGhNTAA8bWF0aCB4bWxucz0iaHR0cDovL3d3dy53My5vcmcvMTk5OC9NYXRoL01hdGhNTCI+PG1zdHlsZSBtYXRoc2l6ZT0iMjJweCI+PG1pIG1hdGhjb2xvcj0iI0ZGRkZGRiI+ZjwvbWk+PG1mZW5jZWQgbWF0aGNvbG9yPSIjRkZGRkZGIj48bWk+eDwvbWk+PC9tZmVuY2VkPjxtbyBtYXRoY29sb3I9IiNGRkZGRkYiPiYjeDIxOTI7PC9tbz48bWkgbWF0aGNvbG9yPSIjRkZGRkZGIj5jPC9taT48bWkgbWF0aGNvbG9yPSIjRkZGRkZGIj5sPC9taT48bWkgbWF0aGNvbG9yPSIjRkZGRkZGIj5hPC9taT48bWkgbWF0aGNvbG9yPSIjRkZGRkZGIj5zPC9taT48bWkgbWF0aGNvbG9yPSIjRkZGRkZGIj5zPC9taT48bW8gbWF0aGNvbG9yPSIjRkZGRkZGIj4mI3hBMDs8L21vPjxtaSBtYXRoY29sb3I9IiNGRkZGRkYiPmw8L21pPjxtaSBtYXRoY29sb3I9IiNGRkZGRkYiPmE8L21pPjxtaSBtYXRoY29sb3I9IiNGRkZGRkYiPmI8L21pPjxtaSBtYXRoY29sb3I9IiNGRkZGRkYiPmU8L21pPjxtaSBtYXRoY29sb3I9IiNGRkZGRkYiPmw8L21pPjwvbXN0eWxlPjwvbWF0aD5UdbNcAAAAAElFTkSuQmCC\&quot;,\&quot;slideId\&quot;:292,\&quot;accessibleText\&quot;:\&quot;f open parentheses x close parentheses rightwards arrow c l a s s space l a b e l\&quot;,\&quot;imageHeight\&quot;:19.68},{\&quot;mathml\&quot;:\&quot;&lt;math style=\\\&quot;font-family:stix;font-size:26px;\\\&quot; xmlns=\\\&quot;http://www.w3.org/1998/Math/MathML\\\&quot;&gt;&lt;mi mathcolor=\\\&quot;#FFFFFF\\\&quot;&gt;f&lt;/mi&gt;&lt;mfenced mathcolor=\\\&quot;#FFFFFF\\\&quot;&gt;&lt;mi&gt;x&lt;/mi&gt;&lt;/mfenced&gt;&lt;mo mathcolor=\\\&quot;#FFFFFF\\\&quot;&gt;&amp;#x2192;&lt;/mo&gt;&lt;mi mathcolor=\\\&quot;#FFFFFF\\\&quot;&gt;c&lt;/mi&gt;&lt;mi mathcolor=\\\&quot;#FFFFFF\\\&quot;&gt;l&lt;/mi&gt;&lt;mi mathcolor=\\\&quot;#FFFFFF\\\&quot;&gt;a&lt;/mi&gt;&lt;mi mathcolor=\\\&quot;#FFFFFF\\\&quot;&gt;s&lt;/mi&gt;&lt;mi mathcolor=\\\&quot;#FFFFFF\\\&quot;&gt;s&lt;/mi&gt;&lt;mo mathcolor=\\\&quot;#FFFFFF\\\&quot;&gt;&amp;#xA0;&lt;/mo&gt;&lt;mi mathcolor=\\\&quot;#FFFFFF\\\&quot;&gt;l&lt;/mi&gt;&lt;mi mathcolor=\\\&quot;#FFFFFF\\\&quot;&gt;a&lt;/mi&gt;&lt;mi mathcolor=\\\&quot;#FFFFFF\\\&quot;&gt;b&lt;/mi&gt;&lt;mi mathcolor=\\\&quot;#FFFFFF\\\&quot;&gt;e&lt;/mi&gt;&lt;mi mathcolor=\\\&quot;#FFFFFF\\\&quot;&gt;l&lt;/mi&gt;&lt;/math&gt;\&quot;,\&quot;base64Image\&quot;:\&quot;iVBORw0KGgoAAAANSUhEUgAABQoAAACRCAYAAACLxIV/AAAACXBIWXMAAA7EAAAOxAGVKw4bAAAABGJhU0UAAABvHSnuVwAAOC1JREFUeNrtnRFYNU8XwF+4EFwIgiAIgiAIgiC4EARBEARBEARBEARBzxMEQRAEQRAEQRAEQRAEQRAEQRAEQRAEwX53/+/0fve97967c87O7M7u/n7Ps/D/vre7s+ecOTNz5syZX78AAAAAACpEFEWD7Wem/Wy1n7X200AqAIDfgoD0PdR+ZtvPevvZbT8DSAXwLWEJrtl+FozgTtrPdft5aj8v5nlsP+ft56j9LMadGqnlopdZpAAWdtKKnR+SAACo7Tgw0H6mzGLr0MzhvqK/GUNSAIDfgoJ0PdF+ltvPfvu5aj9v0b+w9gV8SwACjKOqq6ajfkUyvkwwcZlorBfdjBu9xCwiEehjK8Pt59MMtqtIBACgFvO3aTOHO24/92Yc6MczkgMA/BZ41HHTBGd+ko9OLfXcSRNJAr6lOGHGKb4H7ec9ckOsjCkk60Q3jfaz0xW4fSEYC31s5qqrP8YB/FEkAwBQev8+bI7J/GRgXLafV+Vc7RyJAgB+Cxzod9roN16znrWfmww6/iumgIQB31KMcBsmuv9hIbw4O+nWdPwXi3//TTZTZv2MtZ+HBNnecawUetjMQEKgMDK7KCtICACgFL58xtTLOTATX2kGhg3rSBoA8Fug1PeI4gSilD0kDfiW/AU+2iMI1Z0ZuJYUlDI7BzYKWkPaYt3EAdzNHgHcC4q6goX97JtgfTeX1BMFAAjej79E/qEWDwDgtyBLLME3C0ga8C35Cns25Zjxh02tQROMsIEipDKne9dDjgccOQaBLS332Ol7pU8CANR6UvyAlAEAvwUZ9D3Sccmpj8zCb07QAb4lX0Gv9sg06gwiTFj+1oml8J8IcFnJc7HHbU8xW0gIFDY13WNT4Nvc+kS/BAAIcz6w0vGsd9R+enYwKT5CygCA3wLHNtAwSS/xBSZLsc4yBBEJ3gC+JUchr6cECZ9tjyV23KxK6rAbp3rQRzcbSAky2NdEHyd6wlF2AIDS+fV4E+g8w6R4GSkCAH4LctD7jFLfB0gP8C35CDAtSBgH/cYFv3csVMAhZpwox2aPyyd+4EIYcGFnI33Stu+oWwgAUErfvq+cFA8jPQDAb0FOOn9U6JsySYBvyUForZQgYcyS8Dc/hAq4xHz/keGEOZbtRCcAKfY20ucCo2eKuAIAlM6vNxUT4nskBwD4LchR5zdCfX9x4gnwLfkEB95cnss2x46l3GC+f8mwlXKhDJmE4MPuhs1t5r0uMZpCSgAApfLrUnaRGgDgtyBHfUsDhXdIDfAt/oV1lyKcD+mNQib4KOUY0/0jv+WU+o4ECcGn/Q33OQIQ+4NppAQAUAp/PsZxLgDAb0HgOn8V6nsbqQG+xa+wdi2Es6n87XehErjM5JdVrcgdpAQ52OFwn5qFcbp/CykBAATvy1cUk2Jq0gIAfgvy0rfmOOgckgN8iz9BTVnUJRRnE3b8/qFAAXEdvgbGG22n6GSPLg452uNEn4D/B8FCAIDg/fgRx7kAAL8FAet7XlGfsInkAN/iT1D3PtN64wCjRe3Dn84+jeH+FyTsxxnBVCjALlt9jsF/UrMQACBoH/4inBRvITUAwG9BjvreE+r7FqkBvsWfkNYsBPOd9Sro9t/PpBxB/iR12CpIeMfNTlCgfS71sc14M2ASKQEABOe7xxVHbPDnAIDfgjx1fi3U9yZSA3yLHyENp1yU8cOpo/cNmjTPzoDhq6mPOIrRRlsWx7/H6d5QsJ3u9LHRV/oyAEBwfntFcZyLTUkAwG9BXvpumrWuBE4zAb7Fk5D2LYUz4+Hd8W3Iozj0P/JYtqgTyS1eEIKtNtrPTR87vadfAwAE5bdPhZPia6QGAPgtyFHfLaG+PynFBfgWPwIaN9HRNF7phN51sWgRJCS1GkKy2eGUuqMXSAkAIBifLc3S2EBqAIDfghz1vSvU9ylSA3yLHwGdWArmAHPyqocxC2O9IFgLAdpuKyXATXAbAKB4Xz2hqMVDmRMAwG9Bnjq/E+p7FakBvsW9gMYsMth+GMWkvOkhrtn4lCL/OGtrCGlBoDZ8lHIJUgspAQAU6qc3hRPiD6QGAPgtyFHfA5YnHQkMA77Fs4AOLQVzhzl51cOlhQ7mkRQEPrC/pAS6h5EUAEBhfvpGOCm+QmoAgN+CHPU9J9T3I1IDfIt74QwKzmVvY07e9GATzT5BUlACW15IseNLpAQAUIh/bpiC7xLWkRwA4LcgR50fCvV9iNQA3+JeQFsCwUxiUl50MG2RXh0b8QjSgpLY9HWKPa8gJQCA3H1zS1GLh7kHAOC3IE+dPwv1zYk7wLd4EJBtoVBuO/Yj/0FLZ7iGtKBEdj2ZUvf0k3qnAAC5++Y94YT4AakBAH4LctT3kODuhMgk2wwgOcC3uBXOlEAwx5iTFx3Y1CV8JkgLJbTtU2qeAgAE5ZeltXiOkBoA4LcgR30vCfV9i9QA3+JeOEcCwSxjTs7lb1uodQlpQQnte8Si7sMGkgIAyMUnNxW3SDL3AwD8FuSp8zOhvveQGuBb3AtHUrxxCJNyKv9BcwNs6i4J2YRQYjtPK0b8wS3IAAC5+OOFSA7+GQDwW5CXvhuCS1Z/mEJygG8pTjhcOZ5/AOWHOaQFJbbzMYs6I6dICgDAuz/epxYPAOC3IGB9Twv1/UlCDeBb3AvngivHC5P9uGU25xPOD2ria9gNBADw64sfqcUDAPgtCFjf60J9XyA1wLe4FcyQ8NjxIubkVP6XlnJfR1pQAXuft7D1O4LiAADe/PCo4ojNPJIDAPwW5KjzK6G+V5Aa4FvcCmdNKBjqE+YbNPlJpR5EYlABmx+wLBbL5A4AwI8fXhHO+2KfPYDkAAC/BYGtF6hHCfgWj8KRXAVNfUK3sn+ylDt126BKdn9sc9QeSQEAePHBJ8JJ8Q1SAwD8FuSo75ZQ38QoAN/iWDAjFpcLUOvBj+xXBXJvITGokO0vcu08AEBhPvhFOCneQWoAgN+CHPW9J9Q3dygAvsWxYFY4+1+Y7G2zCd9JnYeK2b5tXdRXbB8AwKn/1dTiaSE5AMBvQY46lwZvKFkE+BbHwpEWCZ3GpJzIfU4g82MkBhXsA7aX+HB5EgCAO99LLR4AwG9ByPqWBm/euAQR8C1uBSMtEhofUW5iUk5kfy2Q+wISgwr2gU1L+39g8AcAcOZ7pRvEZ0gNAPBbkKO+pcGbc6QG+Ba3gpkTCoYioW7kPimoC/nJjhhUtB9MEyyHmtj6IEdiIBBb1NwiuYLkAAC/BTnqXHq5xDpSA3xLsZ2Qi0zcyP1YIPNrJBaM3oZNcGvB7HStmBu5GgW0pdF+JtrPbHzhh3kmy5R5J3TOl1gglNRvxEHCe7M5NINESq/PpjkSNWM2W1c6ngUzRgwF3H7pLZIxoxVeIIwbmSx26HHJ6HfI4buGzBi9YMbtgZLJZMW0O9M8w/SdE/OM8u2A38Jv9Xi3tD7hhIe526SR83KHnBfN/zbGaad/5kY/drnQ5T/njbyG8C3lUqq0E27RFZw4nk+BzLeRWmEOL3Zs2+aY+EfKhRsLObVr2gSaP/pcfLNVlsErvl4exwwV9/f3HTYc99tJJFMa/Q2bxdG+qakqmTPFur5tPxvtZySgb9oRzvteKjauz5ox9M5yoyq+dO7Apt+2/81U+1k1N3WemvHtucecrxWQj1o0wasnweZd3BfOTHBiTPC+ziNeQ3w74LfwWz3WOrnWJzT+IA4IXpg+/m05zp+ZYNhIjfpj0wTYto28JP7zzvzdBL7F/8eNdUVsJc+WIoJ6mOF9P0+tF0lmYsGtOmHqZtL0izvB0fDO+p2zHts2agZw23ZdlyFYaCYmtuxipVAyn3LTY2NhDOkEq7NRM3F8jNwSBw3nArXJfpxUQKctEwz6zKjDy16LQbPYLk1JGWPnB2Zz0QXPpt/M9FmEH3XOmfh2wG/htxwFb04yvGverJm+M8r52wTNJivaBwfNxueFA1n9qfVXdIC10r5FuMgOhaWaD3Z3QnlRn9CfLhpmIN43i/esvPi47MekcH8o2rNXAh3MC3cM6Q9QJh+z0GNC9URGSVB6ijMH1xTjs4Z4QTJe0HfWphaPWdSsdWX0uuA96QSB4HKuQktpmEyQQ4cLvV43Qt6azc0Tk0nXHex44tsBv4XfchS8mVO8Y96DnH8ChvHGwGBF+l/LBPS+PPnMj6L6a+V9i9klKBsTv2qKWYyIUqmZInhzensOd5M72XHc1iyT2q/QgxGm/onk+xaxYCiZvznoYcv3PjYWQKSbEXOc68tyMntlMh3mTS2e4Y7fapis9HWLgGP8vuWCxr5K1+IxetgWbK49mM3C+MjZhMk2GzWZNksm2POdNhYJ5+OrBclm0mS/2XJv7H3J2M5PTbRNEwj7yDBXOufbAb+F33IQvPmSJBEYOV3lEO8o7ekRo4NVS5/5aQKJm2Zu9FOjcEeYhLOIb3GvxPeoXHxGNS78aRYQEi6YIjhdEG6aTB6ffLiwcdO/zx20Z6EEupFM3k+xZiiZ72n28TvXZMkWNh7sWx7pihdSc1I9md/PdWPJok2VrvNlFs0248m7kcW45e8OmeBQ9+J0pOPffIS80DALN9vF92lnEDzld+OghOaY/i7fDvgt/JaD4M2N4LdXco6dxPKdKlnAes0ywHdvfOBAylr2SCCrYXyLu4+bKmE24X3NB7sbJhOFyX67j5wfzW7IrnEaB2a3Tsu8A0ftKlt4pQS6kQREg8+SBEiw8Yk+k9MrMgtznQRvWgQIf44OjWZ830tIu+hRRWvxmMDvteX4saPtbwmLiquO99vyWIB85iwz9781ma6mX+0LbWuDbwf8Fn4rob1HQn3vWPzmQELQNM9g4UQJ7HHOMmD9YgKuDcFv34fYd6OK1ydcMsrSPJpz5i8Onr1fNcXs7EjlvvwLXMm/sxbekzlu1uoXdDLHTDTHfs8ztvXI4QBVhoxC6SR7BYuGkvugpGAhmYV+5T9puQF05WpSbzkJ/cxjFz2qaC0ec1LDJivmInJQNN1sKnYyZRZNthwWEIx4y+Pol5GD7Zxplm8H/BZ+K6GtL0J9z6T8XjOno8ZpMZRmoLY4nGAfvYjXzoOKdyxb/v53lNPlJlGNap/m0QlffoHPRaLK+YFI/kMmnXpUMZhLedceP1YEzdIYLoFuloXfRH0fKKsf6te/OYbsbzJoU+v12/j7hsN32wYpTnKQQ6Vq8ZjFn202+qYrvUa/LxvoXODHG3snoW7eWWYs/XfE3tH7tkOZm9T52yvkv/FbNfJb0e/6gRI+U46+Dlpms72ZYNm+ycDcMRmId1H2W6f/yDxAe1ywnKfEtjOX4T1joQXjohrUPtUKZlghmDOGq8xyP1HInSOWxeutEeluRJ5VvGurz07UqZlcSIL8lyWR8YxiYtDAOqGkPuWcYGFush6L7G4yfnZdR0hYHsb7LroiU/0ucL3aFllveXj/Xsc7XgXj8neeWSXCjKGWw/emZe+88+2A38JvZey3/2VcZggSxt8fl5watwjurkSyeuq9mArEFiVHsV8iy7qYKe8MKqBaJd/iWjCazLZNhqvMcpcWPP5EasHobtt3n+lRR+czaUfR7IKkHWkrRU2MjsG8lIMtgMLemymZLgQL3c11bI52XWuO0li8X7o5uO5ZHtKTJDuB6nXRUq9vLhY3PdrQUi4Sr3KWla3Onx2/dzglC+eJbwf8Fn7Lwbi53Geedd/n1NeGNOHAJI5sKUtSBZPAEduXICbx7GoTUyCjG3xLsQaypzDsaYarTDIfUTiWOyQXjP5GFX3mWui03xMCfa2Uv5vtMRDelyVI2PEt0joR21gmlNinxMHxfvXybsgozyTfXcsx10tQNvpdD1E65h8HNoa1AtSr7SLt1ecYaLIxNOzlKKvZIk8NmeP+hZQPqfO3M/fGb5XVbylPcI30+J1emb1HWTcGFVmP3YwVaIsrgqPUT67KJBidBBMorIpv8SWcM6FgvshuyCzzZYVBXiC5oHR4L+03Aud5lxAknBa0LT7OsGSe8TIey1Wk9N9glVBynzKSsqN5w9irmoweW/qQW1/BWGWpkXvPi4NSz/si+/q973lslEX29ScL2XQX2uCeJ//WawNwl28H/BZ+q6tt0ozHR0H/z1RjL+EdexkChdsF2aKkzR8uA5pmbRpSoHCFWJi7Bfktw1VuAwWTiXB1uKvQ4ajF7x4m1AKZqaF8b4Sy/SaIAhWw+8mEbOK/MsvJLLSWZZwtcWnpP1591QSMdDfp/VcHKJDASXAbMYJaQp95laVQHFt6y3MTz2SDFHqkqk8NrFW+HfBb+K2utu0I23aY8BtJpaIeXQdhzTj/qgwUPuZsh5INVC+lq0x5LVtO8S3FOa0hxXGYA4arzHK/VTiSdSQXlA41tT1WUn5zMaE/LtdUvmcK+VISAapg+9MptYuefNUsqmmQ8C3yeHOd0aeGZ49tKm0tHuECZzHHdklleplj2waFc/0DT+1Y6PG+eb4d8Fv4ra62SRMGFrv+fj6h7z/6Gu8jXf36HwZykmm/Y9i9kjCmPbRDks24i28pznFpLjJZ/AVZ5f6O3CuxEP0Q6vCoz++NJBwBOKyxfHcUfYRgOlTF/tMyCz8IFjoJEkYujx/1aM+McuFw7qk9pa3FE8luJdzMuW3ShcZKjm2bErbtzFM7Gj3mTcN8O+C38Ftd47gkE/+zs9agSYR6zau8iHnncKS/2KSVk0yliUobAdjdPL6lOOelOT458guyyHwkVCcCYl1eu0ovT6hLGP93s8ay3Q5lYQ0QcLBwFkn9sxiXBAl3cmjToHLxsOipPaWsxSMcEy6inGvzKnQ8nGPbFoVte/Ulv4T++c63A34Lv9XVLumprcuuv+/ORnzIo2yLIgvyh7Uc5kbStp37sEfFKYshfEt5Ah2vDFeZZT6ldCJjSC84XUoD7d9Jwb94B7F78lj3XeZId4vYI1YJNQsWUuPqb3lJMjcec6y19Cj1ZR6DFaWrxWPGA9sF7VuUcx3PeFwP5Vi5w/F00lNbNvOURZ2/vWK+Hb9VI78lHMv/ynxLCM6+5Rjg3Feu8X1f6HQsbI83exT25Ut8S7FOTHp0kpt3s8t8TelEmkgvOF3OKfTY6vqNqYT0+hVkqyqLwIUmUMW+MGNxBGc/KuHt5o7ltCH0FTM5tm1LeIRqymNbSlWLx2QfSI6gzRXQxnGhTA9zbt9KKAvXhKP4l3w74LfwWxn1PdGxpvr2XWPPsb+JOfHYpj3FWmrWU1vGhFmsC/iW4pzYhMKQN39BVrlraq9FSC5IXWrqUWx1/H0jIdOE47O/MmXecqEJVLE/2Ew+b+qaiWyOKX2HPNEzx8psgoRzHtswXiafahYVkprOewXan4SlnNun2dR887FBbepk/bXJwbcDfgu/1dGuUUV/bZj+1b2mWs9ZprMhBQrjEyeKtux7lI8ke89bGYiy+pa8HcQawilE7mcECiulzwdtHY2EXZ54YjGIVNXFZcnGhCr3iUfLCfNMzeQyIlyUvRThZ81CZrdPQDOuBzTquQ3SjcqXAvUay+sudL2atq4LszUGc27fmHI83fTUnre8gg91/vYK+Xj8Vo38liIr77zHmqqImo8ToQQKFVmtMU++TmYlZHumsYhvKdbxSlNR61O80a/cbxQOhNqQ4erzSKPLHg6TSeP/5TqsHGy3kR5UtE9Ijtbu1OUociSvtTxfcHvjy02WjI52zKbtSE7vvil68SJoq7Ru0FyBbZXUpXosqI1vysy6QQ9tuehVjoVvB/xWvf2WQoZrCWuq3OoSdrV9NIRAoZlnPCvaMedJLnEA/V7Qjit8S/GO90oonDuGKydy13TcFyQXrD41ad2jCZmIF1HNa4wlyFbDKZKDivaHTWFfiCdAYxWXiXQ3+LquftYcy5JmF6wU1NZ1YTvPCpatJFi9U1AbL5Rj6r6HtnRusI7w7YDfwm916Ftyf0JsG0MJJy7mCpKpNlC457gdl4o23EX+LlE7FLQjLsEyjm8p3vm+C4Vz+AtcyP2TQGGl9Kk51nLb9d/xoDiENP+R7bdCttdIDirYFwYjecHln+NCaxWVybhikteqsQ21FPYzWpBepQvF0YJlK2lvUQvYZeUC1vllAMafjZqnwbcDfgu/pdT3TcIm6lGBMtUGCncctmFT2YYpTzKRHiWfx7eEMcGWwrFIN7KPCBRWSp+NSH57eDfrSDJRtprAyAOSg4r1g1FhzaPEYxxVm+Aojhxf1dyOSlGLJ5LX/T0o0Xz6s6jgUPu9TeXm20/dqqES235tvx2/hd8qk99S6Pu4KwGn0Frvkf4ixlVH79fUJfxT59FTME7SnjV8SxiOd4UoaiFyH1I6EI59h63XiwwL+EdqfzoNFBJUdyP7GTNO8BT3rJljalk3Ijon+1uRh9s8C7BPzWVsUzXv08HX4lHMTT+igi8AE7b5uuC2ZpmrnJc5A67O347fwm+VxW9Fujr+wRwNjbPhlO2edfBuaR3AzszpcQ+ymBCeXj3Et4TjeA9YfBcid21K8g3SC1qvuxkGtRkk6DRQ+InknMj+JIKq8hIVWEDdgW3GdWWklxNc1rw/B1+LJ5LfXh2zHYBsjwXt3Sy4ra2MvmOlxH2gtt+O38JvlcFvKfUdVFKNchMzchE4zvBuHzcuzwj7xUGemzER9QlTBXRXtBHVdNDTpiQTKKzmBPQM6fWV66NGqEiOQCHYZQlEjutv5WSb20Xs1tdwjBrNuY3S3f23ELJjhYuh6QDae5sxK3m8xP2gtt+O38Jvhe634g3MDP0zzoqbDECuhxrf4uC9wxlOn4w5lsGCMAi3hW8Jy/E2FFHUtV9QZECJQGH4fUpa/ybug9x453YC9gP1hAgUguxY3WRJ7HJQMRl+rvuxwSjwWjxmYSFlKwC5TgoDBI0A2jzjICN5pKT9oLbfjt/Cb4XutzLOO48DsdnzIpJGlAFK5/GF6Hd5G9v1cLwOXsC3hOd4pxWG1GLIIlAIfXV7n/fAQKCw5rs+BArBLXENr5nA7XJP8V2b9Odwa/GYjbYnRVbOQABylWS3XgZkD+cZfcVNVNLaynX+dvwWfitkvxXpyg1FUcEXmHR9w7Oi/esZ3zkW/X2hS+7xnej3EXzJBXNPRW5QR9Qn7CucDUXmE4MigULor9t96bE/pEagkEAhBMh+oDbZiOS1oKK6Hxc0E3hpxvtcju1bV+h0u4Rj1FZANjEe6W8B/rPZWcZM3Tp/O34LvxWq34r0NfyD8a0mYKfxLdMZ36udr7+48GPR79qIr4L3xpf0NfEt4TrfM4JUBArBuW6lt55xQRCBQgKFECLHgdrkquJb7ujL4rEpt83h6PdR8ndF+4YCkKt0sTEbmF0cOfAVeyXtE7X9dvwWfitEv6XQ9w+vAWUTrirb38jwzokMGx/bGb83jmlI7rx4DmEcDNm3hOJ8X4UC2mHIIlAIqbodV+iVWnoECgkUQijcmQnUQKA2+ZT3RLimffkmx7ZpjpIfBSLXTUGbP6IALjDoan9TsR5IYqGEfaK2347fwm+F6LcyzDk3A7JZTVmDwwLn6sPKd8Y1Li+EgbbdUOaWIfuWEIQzrDCk+qRb+pe/tpAygcJy6Fe6kJ1FagQKCRRCwcQ3gc5XdOycoi+L6z7t5Bis0dzSOBGIXCU36F4GahtzUfZjuKW8DbjO347fwm+F5LfiAJJSpiHVJhyIdKVR5jK8cziSX06r1m08nzIBQlu/Gf+7g9DWZKH6llCEs8Siu1D5a2swECgsh36PhXpdR2oECgkUQkE8lCUjJtLd6PcScduxZs7Ryqltq2WdC0XySwG3AraRYwe+5DG0jEm+Hb+F3yqH38pw2m47IJudVW40DGR4504Gv7UkCIyvCgPMcfAyLu8whm8pn/OVpktTRy2MQOED0iuFfpeFer1Cal4ChcNIj0Ah9CS+eXE9KlHNlUh3G+IZ/TjoOl+ao+TLJQ1cjwdsI66O4R6VsH/U9tvxW/itUPyWMuD1HlKAXjlnPi7AFn/mgM0+vzti+uC5MGPxxehyEN9SXud7JxRQfa6Dzkf+Q8pOTcC2HPqV3nj1itS8BAq5jTC77GfMgMpT7LMp3MlNHdPLFkhXZEGIdswJ+Oef+aLMIPkMYQES/b59WxJceiuBncw6OIYbs1rCPlLbb8dv4bdC8FvKuf5BQPbaNHqWMp7hnTMZfNVhj/XrutGFxB9+m+PIC2VYe0XUJ0wVkPQs+wpDlnMdECisrm7jgVhaZ2MMyfWU56Oir3whOahgX1jOuJiNd3rnS/rt2uM1E9hNsHW+LhT6PA9EptISPpclsZUtB8GyeLE8UsJ+Uttvx2/ht4r0W9Hv2n5feQbZPHyD5sbm24zvPMzgq+LLNwfNvPJQkZkYz0WvTGBxGN9SHcc7pjCmUYYs53rQ7DqQeVbdBS270O4cOn0Fqtwf7hT9IZ7Q7UclrqHVbvu9ctFOfcIAa/GYY02aoPdiSfvhVols5sxBwOy8pP2ltt+O38JvFeW3It3dCbeB2axmjrKU8Z3vSh/1bQKD34o51XX7WQv5aHEZfUtIApJ2RjJz/OjhWdOzkVzwep1UTiI43u82UPiE5KCi/UF6ZCLuPzMl/+ZBpV+9xV7CrMVjshCiENtm0XbN0cPJEtlMM0Pdq05mS9hfavvt+C38VlF+S1nbbyWwtZ84oSHLRmaGcixS4njFbvT7hvhBfEv1na80TZWbdv3o4ZJAYeV02lQek/3PESNBp4HCWyQHFe0PkmNPZ1EFbuLMUIfnCHsJts6XJvsilON70qyclxLazaTyKOBfG3ZlzOit87fjt/BbRfgtxTz/PaTgjfII8EbGd+44Dgi+mzVsPG/cNIHlJr6lfvUJbziXHYQejpUduYn0gtXpYUYnzS29yXLVZBKdIjmoYF9oWi5g4+MhyxX67nWlT12tub3EdZ+k9XLXcmiX9vjeegAy1WTlnJTUfuaj7Bd8rPLtgN/Cb/Vpm+YoaEiXmAwq7PUta6BTm3Bk5pBxLOjUBBsX61JiLlTfEpqApE6uxbDlRRcbyg4+ivSC1OeCg92cZSSZKNuozJMIAId9Ydcyk2WiYt+t3YSZrbm9tEKcY0S6ou8xQwHIVJNRtFJiGzrOOK95LesGd52/Hb+F38rLbynlOh2QvWouQVp38F5tfcJdfAtxl14CmuBcdjC6WFJ28AmkF5wuh83uUFJtMAn7SPMf2Q6wkw/wX1+Ys9jouwxhUeLh2++UfmCs5jYjPZr0klO7zstYdzb6fTtkrTZ4HdXsW+XbAb+F3+rRPukFQi+hHOs32YTSgF3msgSR7mLa2icchepbQhKQ9PjOHUOWN12MkyFRGV1eJegpriO2JtTtA9L8R7Yjyn4yj/SgQv1gyhwn7rtLXNWaWMo6pVHEjcfSUjN5HTV7K9vxXRM00tjhSwXsqJXxGO4t3w74LfxWQvsGFPVADwOy1V2FbGccvFebbHSHb6l+2ZAsAjpGQMHoohHpiiWvIL2g9LjWY7coHpyHFBNMjqn8LV9tQJ16j1CVPjCdEiT8rnrWinKh/lZzu9EswFZyaNeo0qevFSzPXWW7TypiT1lrMI/x7YDfwm91tU9zFLQViK2OWGzgdnPm6N37Sr0e4luIufQT0iMCCkofmuNUm0guqCDWZ8Kifbrj3zyTCZdJxqrbTpEcVMT+J1OOtXy42J0OXAaDygnxS81tJ9Q6X4tKfU4WPNZ/lTFQ4FAGDcV8ppMNvh3wW/itrjZKj4IGc9tx9PsyEGnbRxy9+7zO41GVfEtIAhpCQMHpRLNLSR27cCaODwn62en6d2foN5OcNbVVnpAcVMD24wyG15Q6PZM1kQNHbPwvwPI6aran0OVHkcfIe5QXye2YWUA2NZtBDpd8O+C38FtdbZQeBT0KxE7HFScdFh2+/1ap1wV8C5vNvQQ0g4CC08mqopOfIrkgdHeUoJvz7kmBYhfyHun+Jb9N+gjUNEjYr65QvEkxVCNZaLipuQ2FWufrRqHLhwLl2D1Pk9Qp+/SZ/WISAE7MM5eTPLQL1Fe+HfBb+K2ONmqOgs4HYqfSE4Hnjt+vzXCexrdQfq+XgKSR1LNf4FsnE4pOTmHk4vWWdPtonPkzmPBvNZdxUKfw//LT7OJyPB/KbPMDKZPQuzr5CAKFuS3AVnJq20tZMrLiWrddC+xP4UmQS8/tm84708YkHWgv9xji2wG/VW+/1dFO6YUcn0nrrALkK70Y9tl1uyP5Tcu1PilKfUI7IUnPs+8wbHnXScOkprMzWR6dNROOA371K64byW9Km0PSf2R3UuejXlDLMeEyJUg4VDOZECiUyyzYWjzKQMthQXLszkBYE86ld3NcaN/mKJfrouu11fnb8Vv4rTL7rQzz++sAbFRT93HWQzsiAoXV8C0hCUl6kUmLYSsXvZwpjLeB5ArT14U0g01R8HYXSasn5R+hFDoGUNh7v13/6zradqS/zOSxxnYkzcR+yvCuhuDfDit1uVOADLvr416ZQL4kk2POcxu3i6iHFte5UuqxxbcDfqvefqujrS9lWxspjhxveWoHgcIK+JaQBDQs3A35YrGdm27WFR19AskVoqukizUu05xCJL+Qg+Pl+onEFVKDktr6GkHCnrLRZHO84Tf9L2jNGHhocxw+Q3boWs7ymzDH3P7U7DYBa0m5mG/f2b/t3z/ueudYTvIZUJyGcR0orO2347fwW2X2WxlkOlWy9fqJx7ZoSyCM4VvC8S0hCUh6W1eti4DnrJsxRUdfQnK562k4YUcuPlI8bPG340L9frsIClQh81TRN7axViihnS/1mfhd1X3jTlkfKqppBuZoXkGMruD2ncW/n1HqcSVH+Q0mnMCZVSwUH3No63VRc8Mo+UK3NKb5dsBv1dtvmTatCGX5FRV7g/RkVxA2NY4S+b3I6pXM5vL7lpCEtE19wkotgraQWq76iXeQ7xOCeTOC35A69SkHff6x6B24jN8wrnDuU1gslNDOP/pkEjaRkfi4zw/jAX7LmE+dKhdgA4r3DHfZ7brF37RKsOC+7DUf7lF6pBfHykXGga0+on9vvjzLUU5LCj2OOnx/bb+9oj4ev1UTv2X+5kooy7sCbTM+uv0kObaaQza59tbj+UD7/6Sv9VvIviUkBVySsRa0fg6F+jlHaoXrZ0f4G8d5ZcaZSc13R0BzrKRynxPK7JX6nVAyGx/sMwF9iAK44a+kY2SutZaEk+F3o/NpT+848X2CxCycbjt+497G92ZYcK8VZGd/fZfwyOmy8N3LHeO2VTZKQhbyS462PKXQ46DD99f22yvq4/Fb9fFbmhtozwu0TcldAm95bApE8gtqg000ardpw2RrfvjIeAzZt4SkBOmtq6O/IE/9TAv184LUctPNbMKE9FLqAFLqjyVxqWzvaNcR6ZMSy35LKLNjLBZKZN+NPrvqD1HNbjdOkdWqclK8H9A3jHfNxT58BA/yqMXTdUrl0zZzM8MRvp0c9LOesPE01vH/TwrbPCl492zXwvnIcqxPYiInex4SyuPJ4btr++0V9vH4rRr4rQyB162C7FKydvvI61RT+z27Spt8CGwOfOi79F3IviWkySlBqPD19C7UE5lT/nUymOBgPjUZepGsmPDPgNNQvKczezi2qZESy1+ahbmA1UKJ7HuLIKG1rKaUk+LHQNo/knBUaN7De4YUMmoJ3zHZtThcF/yt9lKAY8/6WUnYEJxNWZA7qadlbPtTuhHZZ7G9m6NdSzhx+N7afntF/Tt+qyZ+y/ztjkKWSwXY5Vxkf2nIZ571/xTHaTsZC6DPjyWU9IrXrMN18i2hOGDpjasXDFuF6GmfWmzB6eTc5WCl2NWYFv7+ZpVKCAjrkn0SPIcS2fZMlFwY+7XMwX2P8mpE+uLd4wW3fTLB9695epe0dpqoFk9CraYnid81m2+a2xofPeonabG9mfDvJMfP7izf3b3Yti430Geh+JLXWCjU4WoOi+TKf3tF/Tt+qyZ+y/z9bejjuBm3bY9sf+S9Jjf18L6Uc6Ldgvv7QkJylBcZhu5bQnHAB2U/v16TgVJ6/HgDqXnVR9KO10HG3zwT6nhTaD9fIdTzcCR/aQ0TduyhTPadVIj6vVTHFfKX2ZFyUrxdYJuTAsLHHt8nzcK+E/7+SdeEekrRxhelHkc9yGs5YbG93+PfSgLV+xbvnuhaLL1JsilSsnJmc7DtkaIW+nX+9or6dvxWffyWJuga//tmjvY4Ljjl91JUhl6kv+TtvYhTKyaotpeg//i/5+rqW0JwwPdCIc3+gqJ09SDQ0xkS86aHpHTzh6wDVULGXxq3lr871FX7ynn6dgE6kNYwIcMWymTf812B8E9sOFVm2uPHb1EBFwmY+k3dGQleb7GO5DchHgh+e91FVmQkv1xPvHFm2Y61hHH+OikbQHH0cMVisf3StVCSniA46fP+08D6453jd9f22yvq2/Fb9fFbmvqErzna4qggKPxc5DHe6PclIFpOcm7rRI8Yx1fk8dK5MviWop1vUxi5/4y4matIfUlqSVBLsrczOjbpv7GzvzIp+k3Lv59MyAD5cLErGMnrhabuRJs+/ui79lUBetyW9AWOHUMJbbxlfIvXiVLFZPZUhqxCM5Z3Z0TfeQ4SajI11ix/e7Hrt8+0Plc4z/nrGJ8LP2+y1Q97/P5Qn+93snFlstHeJQv0Hr9zm3J8asSzjUsuGFp0/O7afnsFfTp+q15+a0shw/scg4S2gaWbqOBa0iZJ5DvSs5JTOzd7lNr58rleLYtvKdoBSwMTt7+gSH01I9k19qNI7R9n9N1n8njYbwJpMkCSbghfdthG6Q3kR31+q5Gwy7lfEV1Kdm83sX4oqZ3HGxNcwmMvL20B7+88dv7NGJ5U21ZUw0n5bs3NnC2L3+0ua/GaZYEU/S5irmXHwUIwKavhtd98SrG4Heyz2H5xUb/OYi5x6NnezovayKvzt1fQp+O36uW3bhTyu84pSGi7PtsNpV+nZFen4Tubb7zPpo7XIGGZfEvRBiQt4rj7C4rWmeQ8PXUK/y8320t74l2N/e7B1ewQf/uecJoMRymLPQbu24SdxYEK6LIhCJiTBQ1QHz/fSMigtj4C6NM/mpIVrz2ChEM5yGZRIZNRi4n2e9fkftpBW7WZod/KLJaGWTR/9Fhsj6X8/amwnQMJvzGfsBDdV8pvwHJsHPNka4OCMXrO8btr++0V9en4rfr4rWaku4Dj1LMNtiK7Wo6foWUImwDnZ4ZgYWybOy7nRibT8ahP4s6Hi/5YJd9SpAFJb9KlPmHxOpsQpMpeIbE/cntWOIRHsxvTqx7Fg4edcM3xhS/jyCdMbZz1hCMA36V2Vn/LSFL/5wjrB6iVr29lmBRfuT7+aybFBz3G7dyOJymzLcdTJtndC5AlR23NUlspMgvgQYv3NMwmYq/5watNQEmRBbPV1YakAu6nGY5B2o6Rtz6C44JMpcsC5weV+/aK+nP8Vn381oxSbieebO8nEPttOXcYCbQP7UbZide7Mw7iF/spGym51XUsk28p0ngkN+KQmROO3m7QmUhe45F73iI/t5WNRX5YrpA+JZe+jOExAGrn8/cy+Mp4g2jSQRsG+mR7xFxE+d7UuKyQxV6P79pPWDxtO2xrU1GGIykr4dwsBqZNZsWoCSStmtMZ/W6ufLUdP5QbkTemblHSRuR1liCWyfKx5cCxnY1YZrB4OY5V52+vqC/Hb9XHb01rN/g82N1o1L/WaWeixmbIJQSMXT44Wkvem2SUEYFPXDG2kRZwPc8zZlEm31KU4QwIU3ypTxiO7iQZE4vIS3zE3iYAO+OxvU+O23tQMX3a1ie8wFsA1NLnN5RlHDozsA81m0FmY2o35ajSQd4LC2WmZSyHNbOBNWkWRE95jDHmvUURL4aHBW19cfjuTItt055V4TvXHOlswHIj29vRsjp/O+sd/FbJ/dZAJKvD35m40XCkv0bU+3KNpG+eKEk/mkgJMGs3Vc9N8HrXnGzbNf99Zf7/L8v+us2cqPzOd4chKyj92e4OnCIr1a5BP1Y8t3fTYVvPowoVy44nQZF9vY0WngKgtn5/UHhqot/ia6sju6PR8Y4hc1xqwewoP1gECeYKkseop8Xpnq8xxjKjwzXH0kxPZWZOr4Vn04Hc9hXvXs/4zqblJl7cB6Y82nltv72ifhy/VRO/Zdq0Eulu6l3L+N6GebdN8PTFrCsbJetLrUhXA9Ind0UFW8voW/IWkPS2o0mGrKD0tyDIfmvWXFaTDh3AWg7tlQTD+mYBRxW4vCRhEkGAHABsg4VXgUyIb6KCaxh5yCjYzUF/zznpJx5zl5XtdBEYuHA1XpujgRouNTZqguU2lwg9+l5L1PnbK+zH8Vs18Fsd7dpQBAtVt+SazLANy5NcHyZ20ixxX2opszZd82Ey8xr4lnCN5VyS1stQFaQObbMKl5FV5rohMds5tncvY1tvqxggtty1jycM43gIADCZAruONl80xGPPegg7zNHvI88u+M5j08y0edzR+J2WETOeoY2HDrKBGg5ldp+hLfH4eWIWlI0+7/ipPXVluaiPA3h53O5d22+vsA/Hb9XAb3W1bVrZl89Ntt9oj9+Ns8gWzTFZ2zX0T4BwsCL9aSyjn8waINwJRZZl9C2hBk64OTRMHc7Z7pQiq0zHeXN3AOYoy2soO3yB6HDIclK+j3cAgISFx02OE+LYf2+HtGET2V+20I+nvDOjTJb9rScdLWZd7ArmYklzi82c5vcf5pjXjVkgv1ku6m7NnOLEPJfCuUmcWdUqeG1Ti2+vsO/Gb9XAb/Vo41Kkv4jj0xwTfjF9XpqleG8ChEMV7FN5b6C+mXX4IL6lHAYyIBTC/C8IVZeXlk59AllFp0rn1iqovZPCtOhCCsLmKI9tS31xOzsA9PIjLZOJ4YNvE5BYDdUPm2yLb+W3FRr4NIs2FzWWHsyxp6bDtl0I2+CtNlNCwCvRHs2G5KzJqnh13BfioNxClH+B+tp+e8X9Nn6r4n4rpZ1TJoPx1XNA69VkWk7VpF/FGZZHno4jf5sYxVLIJ9zK7Ft8CmVGmCZa6xp3getywtLAyQr99edGsndLu98vOuhkmSL+bXa7xyqst4blBGEVKwcAC58yYmoT3WVcxH2YyfBmpLglucBg6ZPl9z2ZUhjjgbR92Cy8XxSbfkcms7ThoV0DZhxOm4/dm+DVgCf5jHe9b1Ywxi6Yo3uaDIsv05d2ipqL1Pnba+Kz8VsV9VvCNk8aWZ5G2WvMfZpg6XZU44uGot91NX/KKWSZDz0Ze1ouUyZmmX2LL4FsCJR+xvAUvD73LSPfTGD+PymcNbtG52b398YMFvsmpT+09OhJkyZ+0dHe4361OCqmsyULG79lBx8AlGPClNlI2jG+9arD1/485+b/2zGT6qmy+hzzzYsJ48qlGQfXQj+JYMbFDaOTs45vuDKLlT/fkZeezObeqplf/BxZ3TP2MpbD+2c7a4hlsI0JI7ujrnnSz3Nm5Lthkg+aAdhDbb+9Zr4av1Uxv5Wx7UMm0LPeMX6fdfXZaxNYPDRBwUXzzfTd3vOhdWOLpz184LHphyvGDw7iW6pjBJKLTJboNsHrc8Cy5soB0oKSOu9Hi0A4F5gAAEDd54Oj5mny7QAAACAZTN8E6fQMtuXQ6aKlPkeQFpTMtm0uotlBUgAAAAAAAADyRfeQIJvwBImVSren6BQqZtM22bI3HDkGAAAAAAAA0C28lwSBwjkkVirdDlpmi04hLSiJTe9YFHoeRlIAAAAAAAAAuoX3oWWQ8IUsnVLqd9ZCt/foFkpgy5MWt2+xmQEAAAAAAACQYfH9YBko3EFapdWxTTB4HUlBwDbcMLcYczkPAAAAAAAAgKfF96C5HdSGMSRWWj03TNZgPz7QMQRsw2kXmFyRFQsAAAAAAACQbfG9YBkkvEJapdf1SPt5TdHzNcEWCNB2J00guxdP8aYHkgIAAAAAAADItgC3rU+4iLQqoe95C11vISkIyGab7ec5JRN2AkkBAAAAAAAAZF+EP1sEjh7JMquUzrdT9P3NLcgQkL1e9rHV+GKTFlICAAAAAAAAyL4An7DMJtxEWpXT/XGKzuMA8hCSgoLtdDsloL2ElAAAAAAAAAD8L8J/eIuP/iGtSur/IkX3N+geCrTPpZSLllaQEgAAAAAAAIC7hfi9RaBwG0lVVv/xTch3Kfo/RlJQgG222s9nH7tcQ0oAAAAAAAAA7hbiEynZOmQT1sMOBi0CxhtICnK0ybH2897nuPEqUgIAAAAAAAAW0FE07PC3bI4dLyP1WtjVoEVm4TySgjx8XPt5oSYhAAAAAAAAQPoiOjKL6M2stxD3WYx3XmbBTcf1sa1BU5OwF5/chAyebXDY3LDey/7mkBIAAAAAAADA/xfSnVy3nwHl70xbZBOSQVY/+xpoP5d9bOIjPrKOpMCD7fU7Av9KkBoAAAAAAADg38V0N3vK3zlPCRJeIO3a2lh8wclJSt3KSSQFDm0uziR86GFv8f8+ipQAAAAAAAAA/l1QJ9XsGhH+xljKJSaf0t+EStraZh87eSOzEBzZWb/jxqdcpgQAAAAAAADQe1Gd+cKR9r/fT8km5EZR+LGVRXPcuFewsIWUIIN9jbSfpwTb+nJRhxUAAAAAAACg6gvrJHYEfz9mFuG9uGJxDl02M9nn4hsumACtXY2aYHNSPcIWEgIAAAAAAABIX1wnsS74+/OU2nNDSBkS7GbQHAONehx/X0JKILCn2fbznmBLN/ggAAAAAAAAAPsFdhJjln+72CdI+EUWD1jY0FKPAM83R9bB0oaWE7Ka48zUDbKZAQAAAAAAAGSLbNXtxHGWTo9jfj8sIF2wtKX48onLHna0S7AH+tjOdsIFOQ9cjAMAAAAAAACgW2h307L4m4H2c83lJeDYFldMPbnu+nIcHYUkexnsykb9NheWDCAdAAAAAAAAAN1iu5vBlH8/0Cf7i+OikNUem+3nqOP4+hRSgT72stmRRTiNRAAAAAAAAACyLbS7mevzb8fbzx231UIOdhnfjDyPJCDFTuLA8ipZhAAAAAAAAABuFtpRwlHPuZ+Fd1wfzgRtjkwwMIknaoIBAAAAAAAAAACUmD51Bj/az0uf4ODPUeP9OKsHSQIAAAAAAAAAAJSYSEdcO+6k/YwiQQAAAAAAAAAAgAoQRdGZyRy04bb9bLSfYSQHAAAAAAAAAABQQUwdwjlzi+iOebbaz0r7aXG8GAAAAAAAAAAAoLr8D8OFlIVuMTD3AAACI3RFWHRNYXRoTUwAPG1hdGggeG1sbnM9Imh0dHA6Ly93d3cudzMub3JnLzE5OTgvTWF0aC9NYXRoTUwiPjxtc3R5bGUgbWF0aHNpemU9IjI2cHgiPjxtaSBtYXRoY29sb3I9IiNGRkZGRkYiPmY8L21pPjxtZmVuY2VkIG1hdGhjb2xvcj0iI0ZGRkZGRiI+PG1pPng8L21pPjwvbWZlbmNlZD48bW8gbWF0aGNvbG9yPSIjRkZGRkZGIj4mI3gyMTkyOzwvbW8+PG1pIG1hdGhjb2xvcj0iI0ZGRkZGRiI+YzwvbWk+PG1pIG1hdGhjb2xvcj0iI0ZGRkZGRiI+bDwvbWk+PG1pIG1hdGhjb2xvcj0iI0ZGRkZGRiI+YTwvbWk+PG1pIG1hdGhjb2xvcj0iI0ZGRkZGRiI+czwvbWk+PG1pIG1hdGhjb2xvcj0iI0ZGRkZGRiI+czwvbWk+PG1vIG1hdGhjb2xvcj0iI0ZGRkZGRiI+JiN4QTA7PC9tbz48bWkgbWF0aGNvbG9yPSIjRkZGRkZGIj5sPC9taT48bWkgbWF0aGNvbG9yPSIjRkZGRkZGIj5hPC9taT48bWkgbWF0aGNvbG9yPSIjRkZGRkZGIj5iPC9taT48bWkgbWF0aGNvbG9yPSIjRkZGRkZGIj5lPC9taT48bWkgbWF0aGNvbG9yPSIjRkZGRkZGIj5sPC9taT48L21zdHlsZT48L21hdGg+Qn4cuwAAAABJRU5ErkJggg==\&quot;,\&quot;slideId\&quot;:292,\&quot;accessibleText\&quot;:\&quot;f open parentheses x close parentheses rightwards arrow c l a s s space l a b e l\&quot;,\&quot;imageHeight\&quot;:23.2},{\&quot;mathml\&quot;:\&quot;&lt;math style=\\\&quot;font-family:stix;font-size:20px;\\\&quot; xmlns=\\\&quot;http://www.w3.org/1998/Math/MathML\\\&quot;&gt;&lt;mi mathcolor=\\\&quot;#FFFFFF\\\&quot;&gt;f&lt;/mi&gt;&lt;mfenced mathcolor=\\\&quot;#FFFFFF\\\&quot;&gt;&lt;mi&gt;x&lt;/mi&gt;&lt;/mfenced&gt;&lt;mo mathcolor=\\\&quot;#FFFFFF\\\&quot;&gt;&amp;#x2192;&lt;/mo&gt;&lt;mi mathcolor=\\\&quot;#FFFFFF\\\&quot;&gt;c&lt;/mi&gt;&lt;mi mathcolor=\\\&quot;#FFFFFF\\\&quot;&gt;l&lt;/mi&gt;&lt;mi mathcolor=\\\&quot;#FFFFFF\\\&quot;&gt;a&lt;/mi&gt;&lt;mi mathcolor=\\\&quot;#FFFFFF\\\&quot;&gt;s&lt;/mi&gt;&lt;mi mathcolor=\\\&quot;#FFFFFF\\\&quot;&gt;s&lt;/mi&gt;&lt;mo mathcolor=\\\&quot;#FFFFFF\\\&quot;&gt;&amp;#xA0;&lt;/mo&gt;&lt;mi mathcolor=\\\&quot;#FFFFFF\\\&quot;&gt;l&lt;/mi&gt;&lt;mi mathcolor=\\\&quot;#FFFFFF\\\&quot;&gt;a&lt;/mi&gt;&lt;mi mathcolor=\\\&quot;#FFFFFF\\\&quot;&gt;b&lt;/mi&gt;&lt;mi mathcolor=\\\&quot;#FFFFFF\\\&quot;&gt;e&lt;/mi&gt;&lt;mi mathcolor=\\\&quot;#FFFFFF\\\&quot;&gt;l&lt;/mi&gt;&lt;/math&gt;\&quot;,\&quot;base64Image\&quot;:\&quot;iVBORw0KGgoAAAANSUhEUgAAA+QAAABwCAYAAACXQrrZAAAACXBIWXMAAA7EAAAOxAGVKw4bAAAABGJhU0UAAABWQixmXwAAKaxJREFUeNrtXS9U60zzRlRUICoQCERFBQJRUYGoQCAQCEQFAlGBqEAgEAhEz0EgEAgEAoFAIBAIBAJRUYFAIBAIRAUCgUBUICryNR/T++bmJtnZZJPsn+c5p+f8vt97STLP7uzOzM7Mzs0BAAAAAADkCM/z5qe/9vRXBxsAAB0F/uK+Mv0tTX8b018VjECvbCJgcfrbnf6Op7/b6W9Av/vp72L662LRieVu3V8cwIT241T1F28wAQCAhutTffrr0B78MP19e794AjsAAB11mPcaOd575I/4vsnY+w97YAl6ZToJC9Pf4fT37PHxOv31MIX+BDGup7+JzyMY0X68rmgO+0GmJTACAEBJxqUf/d8h49Lff78S9txzsAYA0FEHOF8lx+yQ7LVhwDlLwgoYhF6ZTMpJKMIkixeXT8xp0QguFM9QN63HqzH9/QTGy5/7O2AGAIAc1hs/WNuc/ranvwMyPh6nvw8K4MpgE4wCAHTUIu79E9FzysZ9DdlmsvhGhir0ylSy1qa/zxjh78nRXAg47rsJjruvCC0HIzy3EcGJBaii9mPXmv5GobG78ccU7AAAoHCPVYUJ1icAgI6C/1jcglHolYlkxTnX734ddMLfXSeQ9uHKYkS14h/hxcBvQABVNGYMFygNKog3P1UK7AAAoJlRgswrAICO2sb/MqWk31M9+JD8kEkK/g/AKPTKNKJOYoT2nZHFhL+rRJwqhnHowEQ7jFgsbtHd0cixrFLjiHA0rgN2AADIYb1pUUOiF0mjpA8GAQA66phT9ybBfxOsQa9MIuU0wRmvC/52l1NPbvGEqkU4bx5F91C3YvZCcRsxricYVwAAclx7TiSMkjUwBgDQUcf432Fy/wW2oFcmERDnUP9wOhNSOokQlk6elZiozjmcNmvG+DJifB9RhgAAQE5rTkXQWTa4RyMDCwCgo67xz019Rv049MoY4VcTuheeMJ8x4pBn6YIQNXEu4Yw74ZQ/Y6MFACCnNeeTsa8+gikAgI46yP0m0yHH/ePQKyOErlGThCh8chuxMU/IB5ZxtxETyLiFM+6UU/6E7vkAACheaxaYxuYR2AIA6KiD/O8z+V8GW9ArEwS/TRC2J/GcQwZ5Oxbx1o3p9PiIE1PrF4v7iHF/hVMOAIDCdYZ7+tMGWwAAHXWQ/2sG9x9gCnplgtDbCYJ+ypzy+rW0CSftVp0a08l4lDP+AmfcicWiFtMzYIDxBwBA0TpzxTBIvpGNBQDQUUf553RZvwJT0CvdBRZdU9ZP8cwluidwEiLt0JbmV9TVcRITwKhDlZxZMJZiegfcYPMFAEDBGvPMMEruwRQAQEcd5H6ReR85rqmFXmkvcF8gbC3Ds5fo9H0ry3M05Gw9ofndBtTIuUWjHbMhnIEdAAAyrC11prF5ALYAADrqIP8dZlozSgmhV1oLXKOT6zg8YFr8w5l/tdkYDTuA0Lw4jpkT+2AHAICU60qPaWyugC0AgI46yP8Zg/sXMAW90l1g0en4DqbFX3wtJNTHD5Gi7Pz8GMbMjTWwAwBAijWF06zoE3sPAEBHHeWfc0/1CZiCXuksrF87/pEg6NimNHMFfFUTHC5/QVgES87PkZWYUoYR0qUAAMjJ2LwFUwAAHXWQ+2XmKeoq2IJe6SzsLhpQSPF1kcAV0pKB2TyJyzq5Q4QcAIAcjM0e2AIA6KiD/HcZ3P/g1hvole4CvyFdnc3VVgJPAzhaQGCuVBN0axcMAQDAXEv2mEZJHWwBAHTUQf4fGNyjFxb0SmthmwxBlzAt/nSKT0rtb4ElIDRnNhPuS2yAIQAAFBmbIzAFANBRB7mvJDRYDmIPbEGvdBb2QiDoG6YEa2JcgiEgZt68xKWugx0AABhrCMfYxB4EANBRF7lvMU9RcWgGvdJW0AqjWB4dCedY9xs2wRIQM3d2EuZNFwwBAJCwfqwyjU2UlgEAdNRF/k85p6goKYVemexk+tjEpPDmBanq6JoJJM2fCl3JEHdVwzxYAgAgZv04YholKC0DAOioi/w/Mbg/B1PQK52FvWEIWsWkEEbfcI0CIJpDBwnzpw+GAACIWTseGfv0O5gCAOiog9wvxFwxG8YW2IJe6SpolZGb/4oJEXufNDgCZOaR3xBwEjOHxoicAwAQsW7MM41NnP4AAHTURf67zFNUZCJCr7QVtuNEoXx2nq4FHB1CdQDmXBokzKMLMAQAQGjN2GQamx2wBQDQUQf5v2Bw/wSmoFc6C8tJV+86PiGWE041URMEyM6n3YR55J+SL4AlAAACawanWdEEawcAQEcd5f+Vwf8RmIJe6SooJ13d+c7hjNNxRN0AmfnUFMynM7AEAEBgzXhm7NPPYAoAoKMOcr+C686gV6YLyklXH7vc0G0q+yIjaHEKtQEk51VSt37/CsIaWAIAgJoVTRh7NfYhAICOush/D74M9Mp0Ya8Zgg4cnxB9BkdtqI4Up35mRt0PdhTwrnl614JmHFwJ5lQPMwWImDdN6jiKgE0xxkC9qLUq4Ts6zNOfDQP3gSXit6rgebUy9SKw18x+lRTP8K/GXCsrK9EGGaCj7uno9Jl3DO7vFevHks33meuw/9mqV3GL5hdDUKfTZxl1KT82K6UC/pao+6VfBzKc/r4j7t/eUfzOxvR3PP29ha9FoABLVQNedkU3G2BeAaE5sxa4x/4RjChdL3oUJHum7JWoqPw3rSnnvgFQ1DrCCN7N9qGqxhwv0D5wQWtbVNfcD+pps53wnDoZaYf0rBsas6+ieaC9zb/G8p72lklMttM93aO7KlrTSS4f15DBqDUEOlqSjlLQgNOFu5vi2cs07zn6se/vJQbO3Xnaz3zb+IH2uElMnfYz2fLr0Cvxxx8SqZzfOTPy8CDxzNlv25JFdh1dG1PxtkqL2Csz3cRTMWdoYT5mvHNQtrNLC73dUT9A9ZwJlzkcg5VUPPrB6C3a7L+89Pii/W4+5+8dmZjJRuuxH3h8ktgHZniLWv8Y9YQvBcjVoSyVSYo5800Oyi7VvVYCjnFw7zqBDEatKdDRknSUAtUcNCQ42fO/M+W+8KB7dgg54T361p+UcvpzZhl6Ff3hNU8fnFmyyF65Iqui4MVZ4AQvjXFby/D+OrPLphYp4eQUfAu+8Q4zCwjMmZ2IOdIHM2z+fIfhRLDJf5MhdkXORZ/+5jbBefeft5rTN9eZ61lfI57nyaD9EJxqPBGvV+TgvUQ4BfshG0fkNJzkPH/uGWPxSbINJIPSud9sY4MMGq4r0NESdZRZVvrGOYSh4MSHAh9oQodSFc3masu/xlrghH9SNuuQ0T/Ll3MNevXvx29o5JDvWbDIctNgduYcBZ3yHjOjWBzsZ4iQygYCBhrwN8QVKYDknImqlTsAM0In5CzBuPii1Mp2UuobGZs3Cbq6mcO3d5nr2ZomXPcEgcZ7MnprMX+/SNl7k3CmEDNjrZ2TXOuCbIov2guXE/7+WsKxbUMGY9YX6GiJOkpBIxHOBc9Y8HhXQKc5LdehRHJNYG++0Zgvhv6uQtk034JmeQ3X9Sr88UcaOeRNCxbZLVdkzcDRKOJ06ZGM39nJkkzaz3OKb1hNmXY60oC/i7yCFIC1OjdPtWxhZxDlDf9yVaF1KMkR78mknHvJV4X+qD4pN6WGjk4zHgVGfkvied2Awf9BvItsnFy6KJMxmxScf+EGTulZnAB2DTIYs85AR0vSUQq2cgJEmwIb8jNHf+i+rJNyCjRcJnD0SQ63qC/EdtHZnKbXj3ckarzvmRMpTf1437PgagGP14Hey7t+UHOO7miB91Of6gn/ri+xeC1LvH8lQw3okwb8ca7qcPqWAyBy3rQijGt/w90FO38ZWUnBwIu0DoNgzXlXaXyZUENH69g4wQDvpHxu0Lif1Tsm4SoH2RYFxvqXJ9mBmJyIpLTYb8hg1FoDHS1JR5mnqLFOGx28/Xj547CEMd8R7FUPMnrP4GnJNb1SJegJcxI5e+rCdPRGcwCXz0eV5Q5kZLxHLLwfzIjpsQaccJuR1DGDgNDciYtYdxznZXYqHmc8fMicAkU8f6GorBYKKmjbD4OyNZIM8FGWVEZ6/ixV8pFhEO7kIONNHmPt/V5fGLdPvUIGowJ/0NGSdJR5ijqM+dt1L76T/DH998bMmacg1Da9U7anwsQrqAM7ZUKIAiPHsoFj6ieQhG1X9Er1gD0xhXWyfpVOXlmpKHAN2JxySwAeGM/yU6PCnTzPZyde5KxvJ0TY3nSY2xJNK3AnORA1f/oxpwE7jvJRE9TJvWfVezJklJfeSIyvFgE7MlTfVKRAC95zGzBoRVjKQcaJwMiez2Eu3UAGo9dg6Khep6hHTGf8m06VOc3f6hJ+VGE6QXb2h0DfeymfPZDl2Ua9Uj1gFWaKxsuco6AUbA7O4RawOa164q7i/0+fYzzrLLTA7CTM9R4Z6RNaqC5k0/Ny1kXOJnaLGQTEzKHLmDmz6xgPKxEZM3+d2ClwxmueuOvsbE2qKJCJ06xoVALXoiaaL6oCnt7vHdkcvOcgpyiT8E3BfIrisQ8ZjFl3oKMl6ajEgUYrgpvwOn4lW8JE2QFDCYf8J8++Ct7vtdcie3I7w/NFAYi+7XqVx6A1mZPn2mEj94rJEboby/F6weS1kfCMndCi0zWck3cGH5+eZtdnAFrNoXuXGwLSnvYl0J+6IoOHi6WM7+Le8nFVMNeimsuRyoCnx++0e5mDrKLTt4GCdxznmdZrgwwarzvQ0RJ1lPnecdB2oqyBr5CT3M3wDXXJGvQ8ymoqoUOqXEqpGGW8BzbrVV7KulfWxDGII+591t05II+Fuxvz9yuhU/ZjCzjh1tavYAYBCRtYnFN+YnMwh+GMj2UaRQredSdheNUzvmtNtz1o+q5NwQnMt+o6SYk9Q3VtaiNtbaqC96xDBiPWHuhouTrKuabsOuS4PoW4WFfwHWcS+8KtYg4qHq9J92XG9ywy3tGxVa/yVNhzprBOXuclkUbsxKajmFtuitFFjNPxFuoQWbGAE242RgczCEi5Md/Z6JR7vFsWdhW+j3s7yXdWvnWrofN+b3ERnVps5PDe3SIyEiLe21ZRXsV813sevXtskEHz9Qc6WpKOSpyi7gb+5jZUVrSq6FtaEg75u2IOOHvSwMt485V/ul7U+DpTP07CviFFNpGfpoRyOXsHec7z7zni745DKVcLlvDBDZCdYfYAGTZoqStODAnujWQDexnfeVaUrupUQ0cNkES184c5vZtjnA1yeG+HOdbLCt4VLOUaQwZj1iDoaEk6KnGKukT/vhtKU99U+C0VZn+k/0Phe285ATcV+z7Dbn+3Ua+KMNg4p7+PDhu1HQmHvD4HyPLLPRGuhDabSSCy2baID240EB39Ae4aH1cG8WFD6YMXfeXhPwaCl6F7dMx7W4z981tBuro2NXQUoBYZm7llYEyfe8rg4SiH93LTcE8UvCt4heETZDBmnYWOlqSjTLvplf5tI8RPHnXcjxJ+g4rO9tyDnI6Cd60VNb6u1Y+3mYN4NOcoJDpGelnTQBzll2sktOnfz4eicyeOzrcPzB6AOafmEyLa/ma3ZbBsFabx087p/Uldqz9UZE3pUkPn/d67+1HECUzCN1yXMdZ+ai9zDEYKyhOCNdg3kMGIdQg6WqKOMk9RLyKc5eucOLgssL8It7nopQK5qoyeWn6wo2aTXulm/DtbGy0ReRrPAWn45ZYE9OjfB1Phnm0LgkgEKDwPndYB/rwSZfpcmKhLnvgaJyWGiOAb/JrJYSCS/05GkiqjRIsaOipzEGE7528YMozBSg7vXZFYl7sZ3xXsW3MCGYxYh6CjJemoxCmqn1nZCwWe5kueD5nmhPfbQZ+T5fypoqabud/2bdOrohYRTrrwxIWGHAkccRv3jOaAtBs3p97mhpyK4OKzaiEf2xIL+TJmEKDQGPcDXA2DZFpnGCNj1Q2+SpCz9Bo6pmH0VAAXIsP7Psd3fzDX5a+swRjv915opU0IbZEBOgodDb1vjenHLHv/Nf30/3dLgwBNameSMt8+izpBJv5E++2byiCHM/XjEovzi+OG7AAOuRZBj7fQfD21lIs1iYV8A7MHYM6rI26mz/S3Z4A8NUYTt9waFxUo5xLzBOQkx29YZ35DO2cuOEGl/Rzffy2xNl9kfFeT9oIFyAAdhY4mvvOC0wcrlKre1yA4kinTkZkN4VGKedYSlBojVf1H5fzSQa+KNmg4wl7OOQxGsyDlXQUd5PjQk8OnqnRQwx3yLmYPIJhPfgbKvse/uvFPF1ydT8uZpURfpq8TEiUsazm9f54ZuL8ugAtOg9WVHN+/IalDmxrOJ+NlgI5CR0Pv5ARmn0P/dyVnHrilrl85z7nM845KAp4Y79mySa+KXkQ2mcLuOr7Yjpg8DbE15T4XlXWK1JgLmWv2DhycK01yFvHj/T699PAj3qe6ObXUjJQTYDizYL5fMcepmtP7OVe7TbwCuvUzjNxcr2el4NaHhP58e5pdLWiDDNBR6GjgfXXJPa0oHm6Z3/Oc4tkLEvv6IKMcVeZJ/K5telX0IsJNYWw6vth+FTHxHeeYm60xSz2qWMyFzAbTd3CurHlA0fiiU/aKJnPgmWl4LVow30dl7T2UBpt7arNCLoq4UqovqTt3uhmMNsgAHYWO0vu6knP5XKM9KhUfzBT9zGWNlHkxYOyzu7bpVRmLyD3TEKs4vtiyUzyxNRViZK9YzkNdt80FDjkQ6OPQK3NP8H67ynJw69Ba0M/h3f5J6gtzTW4UwEVDhxIeifRgbddpG2SAjkJH6Z1XEnP4u6h+Bh6vUbGPnuRzVyUOr94z1KcvMmxyX8ZV2/SqrIWEM2EeseDCIS+IZ07a1YcDPMg45FcOzhM45OXjs4yNkAxQbk+PbQvmemk1dN7f1wMl4aYgLvYY39LS6FsKDxa4JgN0FDoqUVLqY78gHmSuF2xLPvte4tm9lN+/yfAPn/IM8niO1Y9zJ8wRFlw45AXxvMvkuWo5D3DI4ZAbgRLGntuQ6sOGzK6yauiobpBbo7hSEBel3D+eEBh6k1SXiU7Gow0yQEfd1lE6LebivcD1getMSvHh8XunzOZcTfK7fdvzRvDccRFZcp5j9eM7zEHdxIILh7wgnhtMnpuW8wCHHA65zvANgtsyDHOPf83LlSVzvZQaOonT00GBa6LIEL0reGzWPfmbC748jW4usEEG6Ki7OurJ9ULoFjgnbpjfdCv5XJnT8RuJ5/rXi52Ss534vV7KO9NN0auyFhFOS37pCAscciAj15y6th045HDIgVIccb+503KJATuu87Dh0DrQV/zeisTJ21ZBXHAM714JY3SZQo/8k7p5jeaZ8TJAR93UUU/ccCxYYjVfEA8Vj18/vinx3GXJ4NkW45mr5GSLnvtYZADec7B+nNMI4hUuIrqsF8w156qIK8s5gEMOh1w33JV9KjZ9/yHzW8c2pLGVVUPn8e4Rnp2UFpUCyjktqZcwRv7tIK8p9OnG0+fGAuNlgI66p6OUsv/D5KFX4JzgptF/yxx4evx7zRPT873fK9N2KZgxERzI+vZ4yxW9KmsRqTBSE3xcwkWUahqBAEYxUdZ3OOR/cOzgHKnTPMGP9zv15BrfhDf2jibj/sT85kdL5vkN06hTXZv6yOT5tCAe2hweShynJtOeCmNfo7lmvAzQUbd0VCIwL+X4KviuK+Z3nUs8sypx6v6PXlJK+i6VfImCGK8U/F5yTa/KErbNHNQuXESp+wRHYCsz19tMrusWc4B7yIE8grCPEvNqQhH5qibfvyiRrndkwXhxT39U3+kr0x24WRAX16prMXP4xoMUzuxYs3py42WAjrqjoxL142cFzomaxKl9U+K5m5J79xo54DfMDN93Cty3y856KUuvyhSYe1XC8hwg00gIDnk2nv27UbldXzsW89CSWHx7mDkAc15xO5T7Oriq2bd3JHSibcFYrZURNPczbriZEwUGJ8cmrINU1iGLe83mnfEyQEfd0FGJjKnlAucE17caSD732lOLMfk1e7odbpWlV2UKzBncT5iwf/i64NbrgK1MPMs0lzmzmAeZGukOZg7AnFdbnKizX2Om4befSujEggVjxT39qSt+L7dR1HlBPJzpdBIo+FaZgHKqxk6QAToKHZXKInwqeE685aEvEn2s4k7MR3Rafkin4FXolT4Ccxp4PM4BM764zYQ8sJWa447kIvNkMRcyDnkLswdQ4NSOdY44S6Tbf1oyVoOiM7IkU2FXC+CAc42SVmPu/XZClq3FftWpOZoNMkBH7dZRiaZfexrabUNP7u7xJUnn+4b2+h59Uw16pa+w80wFOoAJ+4ezbQmFqIIxaX4XJaK+wQ6QVUv52JHgoY4ZBDANuXFC/VhD8+//dCVQV2Jt6oFOQQ+JzDTd0r67njy6kAE6Ch1lv/eKaSMuauZISh+iSOriHfTKLIG5dYTrMGP/cLYKBylXfochDo9dnqOSCzACQIBoPvmnGB9xmVC6R9ApiMzFg0N7tOqazHvmex8L4GBFoonfgYZjeCXpzD5BBugodJT97pFOe4HE6fh1jkEP40sYy9KrMgXmRtjmYcr+FbXRJk3IMm7D89G/97DCPBE7sZQTbonEO2YQIJhLiwl1bScmpJl6crcOXFkwZkdMWRcVvlPmTt+DAjiQuRGgpeEY1lJkfS1DBugodFTZftAtcD4MmY3UlnLmeQF6ZZbAV4h05haR87EBttichmvVRrPTOu/3yiUn+xxINLW4xywCBAb1c0yd2aFBcshkKJ1aMG6c1EfVNZnrEhyv5Sy/TInYt65BpRRp333IAB2Fjgrfze1kXi9oLnCvJNvJ2ff4hl6ZJzAn4nk+B4R5u2EqBa6h4vE5T7WrwXqf1cB/32FGHCsWcsNNUTrCTAJi5lAlJmrvO+Pbhsmy5opDQOP2zZDzQvF79yQ4ruUo/3ygvGJSVFCWTt3WVPdSiAmI5VL/aYMM0FHoqCKnbVTQXKgyHeZBWltVoixgBL0yS+AFF+oQcuKOm0Z8ArZYfIZPwPdD/73B5LtpITc30FMg48Z2FxPA2jBQHpcccm4N3abi93KvLvrKWf7g2ndf1Hh7/125eV3i3B25LgN0FDrKcIB/dNkHPN51nJ9pU6yp5IyLIfTKTsNmaQ4Ic9dicncLtoRcroeifvdR0UOPd/di30J+nqCngALDPJw2uG6oPG2HHHJuucqi4vfeld24K5Qe/c4MgrcVvXvmWDznINeQO3ldlwE6Ch1V5MO0C5gHTcbp9STLvivZP2UAvTJL4JOyo2sGc8dNp3gBW8KI31coeliL+be3LqbIMQMR35hNQMTcOYhxxlsGy9SQMEpODR8/TjDuWfKZG4x/Mywz4Ez7wnfAiF1lrv8Lit7/HHh3RbFs2wU55MbLAB2Fjipw2nLvK0En9ZxSjqOM73HJIS9Fr8oUmJNecgOzNhN/E8/CuuacOJwkNR9hNpTx03CrFvHDveIJDd2A8NzZiYjYf5ve+Vgybe/aYDlrzHrBc4lnzhoOPSStk6F+Hkm4ykHuaqgudI/+f98qjTPBNwTTYFdyWNN/CnDIjZcBOgodFXzHQLXTlvI7OKnq11l9AVdS1svUqzKF5jQfOJwD4vjjNtVogC2Wg30i+PfLTL5XJb+jTdG4FQ05ajJl3seMAkLzZmzTyXhIvi+mXjyW8G0NFRu+RLfeNQkj54NjpEt08s3D2L8KPP+BstE4JWJ95vP3kzocE09B7OUgI+d08yvD842XwZB1CDpago7Sv1liOm2nOc+BdcZ3+FeVzSt6Hxel3DhBdv2CqXpV1kLCdW5ac0AchwvMBQHNtqIdhh9R3XjE341VOqehlPkHDXnqMPV0GbMKCKxLnxGZIy2LZOSmaxaaMUPr2hedXq1lfFafKV+N8axKIAXQN9Tqioz9O8X8dQN76sfMsCMDPXNzn1AQeC3m37Tzzj7yeDdnPGV4vvEyGLIOQUdL0NGIf5eE7RzHf4kRHH5RnKb/KeGULxesD5cBmWsm6pXOhv4P0q2FPD6pigo6xJmf7vYWiuQ1mH/LaWRyI/EtDwHlXtaQqyPXjR5Aar5E1bL9WNOJ9D85jyWMknZB39QMGGeTrPVq079/Zcj2wHzWoYyB6vGvtlKZJr4VCnBvBP7bfVbjk54/CwLfxNk2EbaR8qAO0+C8yfB842UwZB2Cjpago/Rvr8o8VKS99r1IZ1yC5xl6BenBYsCWnmUEVE3UK50je4M5QMTjrouNxhRF0aTSTuhvOWUCnyl0YF9Trm4R8AEyrOvWOeMk57qEUdIv4HvqoZOLfsbn1ZiyHTKe1QoYuQ/MTCSu0felImjv/V5x8xO1HtMJhygz6kNgvG8Gnp94ehOzx2zmrKdKy5BskMGANQg6WpKO0r/nZAjk0sOJnPF7hryLObxb5v75YQF6sBZIB/fosK1mql6VtZjgZFddZEjU3GQMpv7w1c1S36Oq1IIW/1mkd6irojI3nTpmFkAbWdgo2rFUVu79sx7pUCXHb2mGnPFLBc/cUtEvg/anUTi9lPH+Uwmjr5lR1u3QWN4Gx4vZR+NeMD7fXCM5JhX7QfGcOctzXbdBBgPWIOhoeTrK7TY+ymnsRafzr6pPxkNO5kRi7Ddy1IGj0LeMsup82XpV1mIyLnMgLVuYb1zcmKh+ZpsUaIHx71dD8+5J1lD2+NfNnSU8oxF4xo+uTfeYPQqG0EAgMGfWAzp2jHU331Q1CuyNVaXqBZ57zjz9qQqCFk8pM5G6EtxeZJCzF1rj7sIyMbPQ+gmG/lcgbbvJ+Ka7GK6XFM4bUenVYw7PN0oGA9Yf6Gh5OnrIlHuYw7hfCt55m7fzJ1Gu4FGweFHx+31ndxCREVA3Xa/KWEjqTIFrcwCHzzXXUrfIGA47i76CrjAioLO68eWU7+akcX9FLUK0kLwUXWOTwbkqrWEJYKxuNun0quKAnBMJo6Sm8N0VStmdhAKMVUXPHzBk+hA84zrwb09SBFu53P548jdb1CLWcX9dnk9poG1H/N1GKFjSYX7bu2qnJuIdokZQ7YzPN14GA9Yf6Gh5Ojpgyn2veM2/Fh0EFbHvMgMgudSyU8r8d0QWWsMGvSpjIekV2QjCESP4zZXmJowIoR9BXQ8sYr2IjWMjw/uPmIvQTSitaiXkjN9qzvMZw8mYh/YBDq+7dxJGya2iWsrliJKvgae2ky7njuEhc40epAkUhJr0CA0kboDVL6OIKMUZxvFHWQcidEJ/sx0y9HsScv8kHFI0FYytKND6qOAdxstgwNoDHS1BRyXLla4UjfW8ICPLd1C7Bc69CrPxWTiNvpHhnWsx73xRnHlTul4VvZBwolnnc4DKIMeXZ8GJFUVluYvhT0x6+WHGb1iVaWrh/XZkvgwt/rk03FDMtSgtqQ/NAxxfd5c8uWtgbtJu0GSU9SOCiw+e+k66nN4Rb+E9hcpc7lXUMpLBLIMxBUuXIp5VIyM/6rq6p6RvZAS7Z1y0KWviOjRGxxIyixoKvWTdxwXOS+Z9yQYZDFl7oKPl6GhdQt5rBePcEjiJj3GZoTnPv03JWvKZTX7OdaBpz9tJOLW+VX0opINeFT2QnJQA3J0tb6yJUrg2LJBzy8uGR0WnVKMM3yCdvlWSozERbKwL0DwAa+8/V/FwTgo63HWIDMB+THDxwsuniy/39KNPJ0Y1SmP8UFnTJ1mrGE5hHJKt8Z7Qs0ZYc59xrZdtGtrmnLqlHXMvuUOykn3JBhkMWXego+XoaJXZR+j/a30GXqsxAdjgqfhBmQdtntz1n+FMmVfav3bp9Hv226bn3ibwPCFurN37inQcOcYLjH15bvcFnF5aIONOhoVXeJWFxHecZPiOjgU8n0DjAIC99sY55sfk0DfI8a7TiUiH1phhzH45znMd8eQa1sWdUrYUfMdqilMYLi452QrMFEYlWX7ev/d3x568yZ4Mef92qg4buB1Fc8d4GQxZc6CjJegoIygURlPy2VV6/odAd5Y0mYe3XrF4UVH2orteFTV4Lc4pJky8VNwuCCJ3xqetUx122mhsXeF3yKTOB3FgCM93gtNx1I4DwL9BrHEBBslj3saYpMEZFWhQudbuKzb4/THalXj/IMU7jtPstR6/P8mM5zXGM+t0EhXHoV9y0VY4XsbLYMh6Ax0tQUdD/HNswC86+U26A90/qPT7IpwllEBNyFlsajYPK564r5OqOXGUd022TnpVxOBxrkrYg3mXml/RdQzrhstXSRENzdRMIuFb+pIpOj1DOF4QbDRH0DQAiNSdhvdvwzVV8IOK2wWuAd8pvlF5PXvASMoa7JjQaU5D8t1nku/YySDnRQq53iibohNI++yQLTAQrOXKr0iyQQaD9mnoaME6GnrvCn0vJxjxTg71KdmOp1S6MRTM7zE5vHXN52Mv5XzklHj6a8Oii3qVt7CcdICVOSAtv1VBqsujBTK2JE6nc9usiesh4xt85d4wiN8DgVOA03EASNahjiffhTbOeHyk0/dqCTLIXOvWLWDdf07J4VXaoKz329We42g8Zz29CmUm3ZHBX6H/5mdlbdIp0UiB09POaZyMl8GwdQY6WqCOJgRijzOkzsd9a88ke4vqqY8VZYq9UubFout6laegIiPlCeZcZo5F9b8NC2RsCCKTz1RvVilgATqPWYDGdFqwZBCvFYGhtAkNAwApQ/GMccoX3uDvyRhbLPn7t7y/r2r8Z78u0mik9WmH+BkzAhlKDDrvt1HZS8x7hvRNKpqFzgz6e0GKq8/DBu09r8yg8JAc4UbOY2S8DIatMdDRAnWUueZ36fDxTcKxG1FQYscz/JYAOqzaJRv9iyn/OwXwejrYzLrpVV6DJDJKkA6rhuukKOW1RXLO00Lcpd9GGcpMjvlW4Dtanu73D0bLsZuUbQDNAoBM+9+y918n2W5o3VrRNeWNvnv2zR1ac2slf9M8NZSafdcO1WE28zKSfEOZ3rlG41VV/PxzMsrrKb6rHZpX2/Sdy0X2jrFBBoODf9DRnHU0JQd1Go8tF+d2zL43mwsrOtvKOuqVKsE2kK5e6CRKik62wBIQmjNJ9fljk076AQAAAAAAAAD41+A/ELWzB0tK+U66I/AeDAGh+dJDqjoAAAAAAAAA2Gvw3yBdvXDOk1LX22AIoHlST6j1uQZDAAAAAAAAAGC2wV9ltJJHSqx63lcSUtdf0DEboHlym9AcD3MEAAAAAAAAAAw3+FsCZxwp1Plxn3T3+yEYcn5+bMV0Av1EkAwAAAAAAAAA7DD69wQO+RZYypX/q4SrJ5pgyNl50YjJXPFvQ1gFQwAAAAAAAABgh+GfVD/+gistcue/SvfmReENaclOzolKwpzogCEAAAAAAAAAsMPwnxdcwbUHlgoZB/9+xlHMGFyCIefmwyWaKwIAAAAAAACA/Yb/eoIz/onT2ULHopHQTRuBEXfmQVwJyTHYAQAAAAAAAAC7jP+rBIf8AAwVPh6rVCMcVU++DoasH/+NmCZufbADAAAAAAAAAHYZ/1U6BY+Cnz5dBUuljMt6jFPuN/hqgSFrx70VUz6CNHUAAAAAAAAA0Mhw9+u+z6a/DzLY36e/i+lvQfI5nYTT8R0wXeoYt2Occj+AUgdD1o13M6ZcoQd2AAAAAAAAAEAv4/01xon+kLmbePpvH2KeM0RndS3GeTXGSfOzFxbBkDXjXA8E14IlCptgBwAAAAAAAAD0M+CTcCPhBExw97X2Y92I6b7+AqfcivFtRTjj/v9eATsAAAAAAAAAYJ5DPubUflPKu4fmUUaM98L0d4eTciud8XDN+JNs6QkAAAAAAAAAAPo45J6oxphOx39iTl3RyE3fcT+JyGrw+wcsgx3jxnKDmvQFcYpSEQAAAAAAAAAw2yH3He2a4O+vYzp4I01W/7FvR9SV+6esa2DHmDE8CAVWfN3rgBkAAAAAAAAAMN8hvxT87WbEKesEDp1R41+LuD/eD8RsgR2tx61CtyEE8SDTiBEAAAAAAAAAAL0d8nrC363EdO2GI2fmPNgMNXx7ACtaj9dyIBjm6+EeWAEAAAAAAAAAuxzyaszftCO6dfunqttg1Oi5ELyTHiet+o/XKTXow1gBAAAAAAAAgKFG/VOCQ34ebAzld+Gm/184Tf3Tv+cabFozJ9CMz4xxQtM2AAAAAAAAADDdqJ/+BglO+Qf997eIbuoTqj/G1UoAAAAAAAAAAAAAkNIx79K1Vxz4jvkNOqkDAAAAAAAAAAAAgDrHfHX661PH5jeqFX+nU3K/vnhXdBUaAAAAAAAAAAAAAADJ+B8iVykAxB4iagAAAiN0RVh0TWF0aE1MADxtYXRoIHhtbG5zPSJodHRwOi8vd3d3LnczLm9yZy8xOTk4L01hdGgvTWF0aE1MIj48bXN0eWxlIG1hdGhzaXplPSIyMHB4Ij48bWkgbWF0aGNvbG9yPSIjRkZGRkZGIj5mPC9taT48bWZlbmNlZCBtYXRoY29sb3I9IiNGRkZGRkYiPjxtaT54PC9taT48L21mZW5jZWQ+PG1vIG1hdGhjb2xvcj0iI0ZGRkZGRiI+JiN4MjE5Mjs8L21vPjxtaSBtYXRoY29sb3I9IiNGRkZGRkYiPmM8L21pPjxtaSBtYXRoY29sb3I9IiNGRkZGRkYiPmw8L21pPjxtaSBtYXRoY29sb3I9IiNGRkZGRkYiPmE8L21pPjxtaSBtYXRoY29sb3I9IiNGRkZGRkYiPnM8L21pPjxtaSBtYXRoY29sb3I9IiNGRkZGRkYiPnM8L21pPjxtbyBtYXRoY29sb3I9IiNGRkZGRkYiPiYjeEEwOzwvbW8+PG1pIG1hdGhjb2xvcj0iI0ZGRkZGRiI+bDwvbWk+PG1pIG1hdGhjb2xvcj0iI0ZGRkZGRiI+YTwvbWk+PG1pIG1hdGhjb2xvcj0iI0ZGRkZGRiI+YjwvbWk+PG1pIG1hdGhjb2xvcj0iI0ZGRkZGRiI+ZTwvbWk+PG1pIG1hdGhjb2xvcj0iI0ZGRkZGRiI+bDwvbWk+PC9tc3R5bGU+PC9tYXRoPrLI548AAAAASUVORK5CYII=\&quot;,\&quot;slideId\&quot;:292,\&quot;accessibleText\&quot;:\&quot;f open parentheses x close parentheses rightwards arrow c l a s s space l a b e l\&quot;,\&quot;imageHeight\&quot;:17.92},{\&quot;mathml\&quot;:\&quot;&lt;math style=\\\&quot;font-family:stix;font-size:22px;\\\&quot; xmlns=\\\&quot;http://www.w3.org/1998/Math/MathML\\\&quot;&gt;&lt;mi mathcolor=\\\&quot;#FFFFFF\\\&quot;&gt;g&lt;/mi&gt;&lt;mo mathcolor=\\\&quot;#FFFFFF\\\&quot;&gt;(&lt;/mo&gt;&lt;mi mathcolor=\\\&quot;#FFFFFF\\\&quot;&gt;x&lt;/mi&gt;&lt;mo mathcolor=\\\&quot;#FFFFFF\\\&quot;&gt;)&lt;/mo&gt;&lt;mo mathcolor=\\\&quot;#FFFFFF\\\&quot;&gt;=&lt;/mo&gt;&lt;mn mathcolor=\\\&quot;#FFFFFF\\\&quot;&gt;0&lt;/mn&gt;&lt;/math&gt;\&quot;,\&quot;base64Image\&quot;:\&quot;iVBORw0KGgoAAAANSUhEUgAAAf0AAAB6CAYAAAC1DopcAAAACXBIWXMAAA7EAAAOxAGVKw4bAAAABGJhU0UAAABd1f6/1wAAF21JREFUeNrtXS1QI1vTXhGBiIhAREREIBARCEQEIgKBQCAQiBWICAQCEYFAUIVARCAQCEQEAhGBQCAQEQgEIgKBQCAQEQgEAhExb+bbZr/c7Px0n8zM+Xueqqm7VTdkOt19us/pv/PrF+A0giCoTp5NcMI5uW5NnmVwAgCMWpelydMIbe7k6Uyes8nTm3ouJ8/hz/oNPw+uAVkq4N7k+aRnERxxRq7LJNNvMiwwHACg92C1P3luJs9XIEP4+VvaCNTBTUBVCZcmz+OMcnXAGWfkO5iRbSjrJXAGAApdh+Fp/o4231lgTNGAVXAXkChiJ2K3GYaUFsAdZ2RcmzxPMzIODc8BTv0AkPv6a0UcqrJGDyd/gOMI7iKU5wSOwEl5L0yeqwh53yKVAwC5rLnK5OkzHPZo8pzS5qA69feLk6dJofwXZui/Dc4DcTvPUUSo6ADccV72RxHG4j0sJgJ3ACCzdRaG8j8YTjp06GXmd4bFfK8M53/J/U7AfUUsUTh/HBHqRcW+P3rQjsgrhjqxDe4AwNzraz/Cxs7iWWWjTTb8jOH4h9NRA8BPRSxTKDeIcPgb4JB3+rAeUzl8CO4AgPK66jIc/nDelFpMxC4qgleHVPxUxBopGhw+MOv4owzUKeo6AEDJ4XPy99UC3/eMUL9/irgSkb+Hwwd+9GMjpoXoCo4fANjriBPSD7GW8XtvGO+8RzeWP4rYTCgm2QGHANKTzRiD1YPjBwDl9TOL4xzeXWUO+OlCUu4r4nrCEIgjcAiY0Zd2jK7c4pQAALHrpsGo0v/Jry8UvHZngXY+Tx3+OTgExOhNXHFQHyd+APhnvZSZ/fMhfudMyzOzjx+TOB11+F/I7QCK+hM3TOQU3AGA/6yVLtPhv+W9aQ7bbZm0DLCBd0sJVxIcfrgjrYBLAOP08orwIAAkrpNVwQz9g4JoejYh6gAUp4Q1yhvFXcyAiWsAV5eWEjaPW+AQgDXyz10WcfguqmWO7tIImG2DaONzwOEnjWfEwBVAqlOdGF36wMAPwPO18VtwEc5NwX5gzKQL6TqLFXAh5uKcHzwghwMo6tZDjE49QacAT9dEiTn/XksoPWHNRkUgapConUrYTanWhGABVd1KCvOjCwTwcU1sCxz+d9F1VIIQ///dqAqJ2qeAuylC3QOXgDl17CRBv9bBIcCz9TAQONV7TRt1Lj6R27dL+eopk5iGCMECGehZmVqO4gaOwGgAvqyFFUHOPMS+JjpfBDTiOnWLFDAtd9MCl4CMdK2ToGc9cAjwZB1cBjLUNNF5JqDxGZK1Q/nS8jYDcAnI+LQ/wgYT8HwNfAqc6btGWneEm5MmJGy28lUZyrcGTgEFbjTR9wu4rv9bQkfa10hrXUjrBSRstvLdpQjwFlwCcjrpfKPvF/BU//tCR3qkmV5RVAL1X+Yq3nrR9zUDwJT+XaHvF/BQ70vMm/SMSXkxDodI0VmifE/YsQEGbzoRJgRc1PvVQI5FzTSfCelFpM5AxeOMfjwDp4CcTzxp08hWwSnAMb0/FDrQkQE07wppfoOk7TO2CO0DRejiCWpKAM90/lboQB8NoLmlEJ1Aes4gpdtBMQZgiC42GbqI0z7gks6PhM7z0gCaqwpOfwfSNkfpHm1QNMALXeQUNd2AU4Aj+t5QcJ4dQ2j/EtKN+zQsOlmF2AS3gIJ0Mq19CZX8gCu63lZw+tuG0P5iW1qCe+qoUXXlFhUv/Dy/qdp4Obx+1mKl6zFvc1rAEs2E3ws0Y3t9SpfWikid0Klim94Z6nPVUB4do6gU8MQenCs4/aYhtN/ZVoAY9SMq5MzPafY8N3zxRe1up2RMS5YoXCVlIAqKp7Lh8SZdUTxM4PdrHouZcm9HVJMRd3HSkoXRJ0zpA1ywD1e2FsQp3BUQGHHQoElgoaO+F95wlIQwJ3kRjis0XOH2mL+ni+Up4usqOdqhUKe+slzQJF/O0I9Pk4rjKMLG4dsutA2w3FY8KfiXkiG0HyvQvqX7BHYoGCf4TLnGHv13yIgEjGk3ZGoYdWC8oOxZvE1qNxvOuWHsZ0BL6DRvhO8dGsZPDh8foXmA5XZDWgz3aRDtHQX7tq+D0BJd7sFx9kP6bC3muxYoHfDOOMG1DVO2muAUWsfyjOXhgeJuPQlLc9KkSk/dIN6e5c0rADDAfkjxZhD9uwr0XxRN5BrTII6o4KnE/N7w1qE3xvc+UEgk6WkVxAtuaH+E5Rkr83FMaueBIkI9+ve3cGEcz0HT6xybjZZB/N1n0nwCbQQstSEq43cfDaJ/U4H+26KIK1EhFedke6My15gEmEVNwHFBPOGG9u+xPGN5OCYnf01Oqpawo5e0t7wo0FKlFNQ8WDaIt2vckw+GRgGW2o8dhTU6sHCNTuOpCMKqzOEzAVXfl+Z415UNTp82QdxcEgYqxPOR3a5Jn5VsCpcEdFQEOp4U3SoZxNuKgHZM6ANstB/7Cuv0xiD6l1TsTN5E1QSFVacZvG/LEqcvCSvtYXlmxndJi0tb8L39iALSU5oFsEMtqGmjPo8M5Be3yPYQ2vUfvm1TBASP+tMsQE4q1e89g/RMpSYhyPuE/8ak4yqLU47wdKLT6R8I6NmAGc2M75JLKq4VDcdr1Mk3TFmR84+K8FyYOHxJkIJ6gnb9h2+7ATAvWgXI6cJmp0+/QQXlPAgpUQEVq1UpS4MnCJvH7TAPChBUXyCgZZjRTHnP3Yi+M75rfSZl8JLW50+b4X0qMgyjAWsG84qbLhtjUA+cvoVOv+ep06/nQci5wFg0Mn43t2CroVFQHwIBYfyuHkcWJM13oHzadPj707X2NdqUWNd5AKcPp8+U040CXSeG6ZpK8fpS1kRsCwjp5sAEbkiyo0lIkjzMGCY0c/5L2lw2EyJZjzOb13UHebUn4NUxtAtO3zKnP1Cg69gwXXtX+A1rWRJQEYRPw5NRRaMg7zQJSZJXfocJzZz/1Xk3pcGf9lPniy2DP4OvuMD9EHD6cPrF69qbVt4Kw4EnmgX5pklIhwIeDWFCc5EBt59+EPG3zZlNw4XDfJJsUF+gWXD6cPoeOf3gz8U53Baf3O7jFuT0A01CklSMDmBCc5EBt4Dnc7qrhHR8Wr9GeUSrDOKTdGJZBdoFpw+n74/Tl+T/bnJkwrvhTv9ewKdrmNBcZNAWyGA1YbOw5jif6kJjgiE9cPpw+h45fcklI9s5MWBRUs2oSUiS2eyXMKG5yGBZIIMO/c1se17XAz6VhcZkF9r1l291PHM9CwXICU5/zhOBpHWgmhMDViS/XJOQJJe/4DKT/OTAbZu8JiM+HUEK/132hE+SdX0EzQIs0u1bT53+WhYvllxc8JAjAySzlEcaBFS1WcEcW/DcAUmvEQWqax7xSdISdAHNAizS7Z6nTn8pixd3TTi9BrJJd08aBFSH0zdmsUhGIY99TbkIjcodNAtw3Ol3DfsNHwq/oZ7FiyXFaW1DGHCtQUDSqxAPsDRzk4XKXdqfeaWmHHH6D9AswCLd7irYABfG8C5k8WLJPeLNnH78ivCH/9YgoJaQxl0szdxkURLWV+S6YTWYTy8C/rxBswCLdPvIQ6c/zurFktNAXkV8XWG4dlGDgHbg9I1aMI+SQUmBQffdF8gjSYUzJkgCNun2b5udvkJ3TXZrVOL0c2SApBXuRpOQduH0jVr0Pd0RKsecPu6KAGzS7TUFp3lrEP11Bfofsnr5s86TgELYvAWnDwiH9JQ95ZGolxlaBVik2zUFpzkwiP6mAv03Wb2cW8j3ltOPf7BBaHD6xi16yZCeFTh9OH3AKd0uBfKraR8Nor+l4PTPs3p5V5fTpypsruDGOkeFwukbufC5HR9tT/kDpw+4rN+vQpv8ZhDtKjUJnaxezi1Q+9BslI41CwlO37xF3y90hwynDwAm6fed0CZ/GUT7noLT38nq5TXBabuc4Y/elIT1dedlJ+/fgtM3btF3mLJ4htOH0wec0+8LBcdZMoT2YwXal7Mk4KbIl4YDBgRdA+8mDFVRyMHsY1nmLpOmIDVU9pA/Eqf/AY0CLNNvlRsRlwyh/VxI93eQ5UVGglP3Xkbv44ZlPzPd3RTjYDCGtziZLAiG9LTg9DGcB/By02/c3RuB/MKgpzyI6BfxYkGrlTEOn+jG7H3zFn1LkJo69pA/Eqf/DI0CLNPvssJkzh1DaH8W0n2dBxFVZjXk2hzv2GYK6dkkhz+lYHD6Zp3yJdW79x7ySMKfAbQKsFDHn4R2+dAQur+MSBdPvrjBaIMaquQWyOFzTmW3OsbsMn/Dp0BIuKo0X1n0hIvmy7dRvMIR231oFWChjl/ZNoo3kF/THqKRJ0HheMMRwzFXBCfkc4bDD43ygcmGWRiS6WFJ5iaHnUANq57xSeL0z6BZfy//OsYz11MvUF5toQ14NEDHpEXho9z9Iu1E0nogw9DhRoqzbzNDjANTqipT+HKHk5MRu+RRRHU+Bwee8UoysQxXQf9SrggHNBXNKtRajSzUsX6RxG1QOD/N+V9N7fIuyDlyc/fbFhmEC5t2lI4a5dmN151ALtee8UqCbWgXnL5tTp9k9iikr6ZZx86E9O7pIHJdocUgqd/wntoES5YZBMkUJbRAZc//w4iwV43qRSCTfyMiEjShYXD6ljp96aCbTc06JumqGXNT6VkSWKIw/TDC4A6YecMRDQDaM2HQzpybH3bhGExoprxfnimkDBfDuoKDq3vCL2nYcwFaBqdvqdNvCFNZx5p1TNJmeFc0ca2InHxoePenT+nUPtWkE9cuPRtUFLPokEEoC5WrAjOaCd8rk+dlhrdHM5/hFq3tecIzyX3jI2gZnL6tTp/kJimyvtWoXw0hL3eLdG6XEQ5u7HsYUNgXugIzmgnPLyLy+KWZz/RMX/AF80xyt8UNtAxO33Knf2LDJleoX2FHW7kIopYSKu4PYBTYVxFrzx05wu/Z+Q6jqEIcwWL6CDzo16doHBcdaBqcvuVOf1kYhW1o0q+egMZ+EQStB/GTgj4Dz4abJDghLnDpzny8rsbl8SM+K8lhL3vAu1MBP1ahbXD6Njt9kp2kQO5IE40fAhrX8yZmNaXA4A4m4a8j4u4ou+DYXLye7Rg5Sfk8N6+/6wHvrgUhxBK07S/f1ug0hkf9WdYkO8nQrkcN9EkuCHrOdV2GxXZB+hCdK5iEv/x6QK40dx53Znj5nlYYGfBHcvYUaSrb0n0S8HuX76FtgCM2YyFInyY7jVrB9En683fzJoaTp34LPLyTPIZf3L5Q9Oqr8bcxE3ViFZAG/JGcL3Ocnj9t6AAQtAUdQeMAhw8LSTgomLZ3bqFhri20gex6wis4flHbRfGDFeznbSnilNph/u2SYMEvCumaLoy7NJyHkrkF6DABXLIflYB/MdpjgXRJQvudvImRXl4StqytQbnY+eMWlqKIr7MFaLeS3JZgN70tXLDfUxGviuE8bCESBXhsQyTte/WCaOKOCn/P/WAdyOcA/90l0Yah5KlicUP8qOCXbUDHMwtAeiLn5vXPmN9XnhkMtG0BH/ez5AEAWGZHyoLN/1kB9CwmdMUVX2QcyO8lj+p77pPBXvRIsZZRzJcpPxszC0NpEFTAvx/hhfl9N/MWAGrg5RVC+4Dn9oTbWv2dd3GuIPIwLOQQHfy5wz5LvNA0v03X89nMvtBnDxdcVbKQKA/3mkVeSzjmspHyXUczUYeaJfwfMn77K1wD4Lgd4ratdnOkocqsMfgubF4GhR4+gnzwRVGA7cDBCz0mv+m3ia0hGvnRngmFv9Eut5bi8O/nyeNHfCdXn88TvmN3KtVgzfhpwRyJY7gFwHF7VGa0ov+s7yXNG4+2jlDIOMgXn1TMUHdIqUpMB7PrwQK7SFlU57POnxzUU0S7yuKctPQF3RUrjPVwapEcNpinCi82ooD3jn+JmU9/zDq0TmuR41d7Wmrj6JSWt+P/m+cOHLm4h5mv6Tu+sLjV4t90qu9Q6PwjIjK0mgE9kl7dN1qcJTIQ5zPrYGBTsSpTH6/hDgCPHP86sy39LMN31pjFhA9ao+CUh/8OisOV7Xl/Oq1+MaIcJYcXVTcjfWhnRE89I3rmjjpokAXnitGlXwDgl+PfZB5q9zN4V4W5Doda7QvlMEdB8QjfuWm5QnGcXsvhBXWfgR6cZkzTMAOa1i2TA2c40QAuAPDU8beYp+8j1UNakHxL7ewJf1EXI2oRF5t8UFV/i8KdbwU4/1NbT8NUMZ62i7x0eDHdzin72yD7fNr+nDTtWCgHTicObtQDfHb8NWbX1Z0kIkbpwQNm/cCFtsm2ZBhnibyOareiqWTHVHiVV+6/Z7HjTxty9OViBwP99qM5ZH6XxwKgyl3VyFXHUjmkhRSRywfg+P846C7Dj42p/bwZ55fIzrSZp/sPbYcJGiwziPiBe8y/X6QNw10OG4ATSxWJk9vfdHQR1RRrQe7y3AgpzqCw1eE3GQYMuXwA+P810wj4t1GOyGde0eG0Twdgjt37pr+p6vqhuxHDAj5VHRIx7iTDeoCxrbP9Gbn9gcMLaF+4ASwknUM7de5kyQ2L+X+uOpMAADx3/psZ1SVFFXCfamuPpTBEL8bYNTIKmWxmdPp/szHMTxGQtM3PqsOLZ52xc74pelNHm9LvhIV5pm0Xnp3eJUWZxHcYAICnJ//jOWvYvsgHHmjtTEsoXnjLI+RHzLuYs/1v31LFSbvT/daDxbNMdzEc0SI6oIE3NY00VWhT2iGaOlSoWnKA32mXP23BpAOA+JC8STbskvznkHzmzzOkQ0yXIp0tI+q2yOG/xjj8es7vrhJDVJz/yOKivgdUUAMFbmY+UbwHAMDPkJKPmLz5aoF0LEWMW+WgaSnf00Y/3kE7gYx07SQlrI9xuwDgiTFYSHC0J5poOhM6/WOL+Z/WJ96ClgJz6lgjJYq2AS4BgD8GoZcQNi9rpEvSRtWzXAb3KSMYF6CpwBz6lTQUqQsOAYA/xmA7wRgcGkDfCdPp31ouh2pKNf8JtBVQ1K29pNZQl+96AADgX4OQlD9fNoTGB4bTHzggi6SLHiKvdgWAFJ1KqhlBex4AeGYQVpL63w2ik3Md670jMjlDmB8oYMP8mcXMDQAA7DII+7Y4UcYQhCuH5HJd1A1zgNPr+yRh1GcTHAIA/4zCtS1ONIVWp3LeNOxh6NKtbkDhOrSTkCr6DQ4BgJ+G4cGWanjGJLEdx2RTS7iN6RtDe4AE3VlNyONjwwgAHhuHV1umczGcfs1B+TRiBib9tFNimAowqzNVKtCLwh44BAB+G4ikPPmDYbQm3Qw2dFhGSY5/qHOOAmCkw3+K6fxog0MAACORdNIfGUZr0o1sB47LaSXB8ffRZw3QXP3nmFTQJjgEAMAvutYvCQ1D6CwnjBD98KGNjfqt4yIzPTh+r9dxOeaE/4kqfQAApo1F2rS7PUPoTLqC9sgjedViTnMhzqHRXq7hhZjN+2seV2EDAGC3wVhPcfpPuk+QZNRGptKngR+VhFTHMbTaO124jxmti0l7AAD8YzRKjKE325ppvEgYS9vwWG7duMtTEOr3xuFHhfQvIH8AAJKMR9pNdtrmc6dcFNKG7ILflLf9Z5oiqvqdlvtShMP/Qg8+AAAcA7KQkCfWdhMXOfwx+o1T+VSPCfc/IsTrpLxXIzo5HpC/BwBAYkgaCRO8pg3LYgG0LCaE9MMK/i1I7B+elagoc1aGzxjg45ScNyMiOycI5wMAoGJQ1hPa4v7evJdXzy85rnZCjcEr2o9SebgcUdiFOevuyPcO6wEAgCyNyiqjsO8n3L+T0TtrdNtf3KCgLxrBiytl+TzdpY6HK5wCnZLrCp30O6jZAAAgK8NSThl5O1vkd0Mn9HDDUGF8f5WiCof0t+MEZ3+BXKWyHCvYKLkpV3ABAIA8jMsyOWUpwiKjF4oG/DyPFEH4Zvz9K20IYNwAAAAAoGDnXyMnPEg4lc+LJwrhtxCOBgAAAABzNgA7tAnok7P+FkYBXqkg6ZScPNrKAAAAAMCizcAi9Ys3yZFPP8v0/xCuBwAAAAAN+B/zzwuJcb6/QQAAARR0RVh0TWF0aE1MADxtYXRoIHhtbG5zPSJodHRwOi8vd3d3LnczLm9yZy8xOTk4L01hdGgvTWF0aE1MIj48bXN0eWxlIG1hdGhzaXplPSIyMnB4Ij48bWkgbWF0aGNvbG9yPSIjRkZGRkZGIj5nPC9taT48bW8gbWF0aGNvbG9yPSIjRkZGRkZGIj4oPC9tbz48bWkgbWF0aGNvbG9yPSIjRkZGRkZGIj54PC9taT48bW8gbWF0aGNvbG9yPSIjRkZGRkZGIj4pPC9tbz48bW8gbWF0aGNvbG9yPSIjRkZGRkZGIj49PC9tbz48bW4gbWF0aGNvbG9yPSIjRkZGRkZGIj4wPC9tbj48L21zdHlsZT48L21hdGg+NEw+CgAAAABJRU5ErkJggg==\&quot;,\&quot;slideId\&quot;:282,\&quot;accessibleText\&quot;:\&quot;g left parenthesis x right parenthesis equals 0\&quot;,\&quot;imageHeight\&quot;:19.52},{\&quot;mathml\&quot;:\&quot;&lt;math style=\\\&quot;font-family:stix;font-size:22px;\\\&quot; xmlns=\\\&quot;http://www.w3.org/1998/Math/MathML\\\&quot;&gt;&lt;mi mathcolor=\\\&quot;#FFFFFF\\\&quot;&gt;g&lt;/mi&gt;&lt;/math&gt;\&quot;,\&quot;base64Image\&quot;:\&quot;iVBORw0KGgoAAAANSUhEUgAAAE0AAABaCAYAAAD92tuTAAAACXBIWXMAAA7EAAAOxAGVKw4bAAAABGJhU0UAAAA9mEzejwAABXRJREFUeNrtnC10IjEQxxEIREUFAoFAVFQgTiAqKhAVFYgKRMWJEwgEAnGi4gTvIRAVJyoQFQhERUVFRQUCgahAICoqECsQCEQFAoHYy7779x3XsruTbT5mF/LevIrCZvIjmcxMJptKMWqu66aF5IWUhFwI+bEh34WcCTkWkkntahODPwSMGyEjIUuX1rzPjYV0ADeddFAHGOhAyNpV0xZCukIKSZxVV0LeiCBehNwL6eHvhDATvR/hVkgu7rA8O9Ukwprgs3mfZ2WwnGeE5VuLK7BT2J6wNhdSpdombxkKcQjP9exkK0TKnGbXNdFmPQjJRuijpMgmtjgAywl5Jirc+crOJ77bjz00+FgTKjAF/V3EGhpmmENUtK/Ct8KOHE9osGEjopITlR69hEPs+EjTFrQbouKe4S4q7vuV2HcxxaXBVaDuYtca+h8S+/7Jycun2jHPuT20CO2JC7SOhMFta9KBCs3hEnhT48iVX2hk0Ka5HKDVJWbZg0Y9ZnGCNpaAVtWkQ1YmlLINrCAZ9+U06fFNxou1De1SQteRRj0aEnrMbUO7tr1rQo97CT3GtqENJJStadRjIaHHnW1oLxLKnnCwZ17G1zY0h8EmIGMi1lESndagadRhysFP1LE8Z5r6L0suzTIHaAOb8Z5E7s5rQy6B+rUtaJIHKt7nSlygUZ3bhcWsBo+Tpg3F8xK/9oHCfisyy1Jl36oG8EBU/lhRfxmJXXvGsjRB4levGw6Z3lT9UDZjv7GCfmqJAIbB5IhO5ukX+qgi80upMuINbGNQRULgHOmsU+Kk69F6mBRhcKeo/Akb2CHxeQc4Sw0DtkRpVjwrIbFUn0IG6S3l8xBYNeKS91yKo1QSmgeFUAQzRT3He41YF8CptquaSmJDJfajopraFeLdSmKLklEQU9sy4+ZYVhQndQ4Huh77Glpi2ma6xX9qbM4SePgn2CHf7wqcIyObTe1CgxG/3bLjrXWlvOMO7Chgx2vuCW03+MuAsCa9p/Q5IbhiX97ECFiW4IT296T+h0ZJeTvsEoGWd8oV0THt78GlpAtgXJRlne46tN8Rw6FnAE/vIrSegvuZ9wC4M95/01XbXhFNVHRUgHNyNxaunrbELKwm7q665KWLqO0tcdeskf7RDW7zXuhJUsBVJHw2Fa0fa7uHHNjcNd+8Pitxg5XfkspeYFct4yTJMQCvEwufDxnYj6mgu20paWRmW4gIdNm+Hltw7t/X1Qy3ZGXrxO9nAfxJA8A2V9v1tsUdqER8nncq31ZoD9dsYltkM3o+YVBRwfPT2H1VzD7H+jKFsR/6KHekob8iHNmvuC8N28CmPsAKmvvOIcG5iuiKpG0AK/jElUaLfnHCNY4A7sQ0sEyAom1Ls142d9fikieb20xZS6aieqazFn7tisFO3iZCezSp1Fh3hbYCHSk3VYamlPnG+tUM//Sk3IkamIwn7SpB1zUsEdA3pchdXE7JQ3Q1t8uH2IoeM2itEGiXphSZsr37LQ8tz8FOjJhBC3rt2MSkIlO277P4rGvQ+yabJhUJq/8vMgEWVHizMHpOSvC260ygBV0s+2VamTNC1U/aMrBMQKbXvH7IoIY5jVXL0LoBqe6iLaXCMgkzWxU+bvC72mq2p3/Y+zaGppcBgK3Z2lrk6cPeGzsyMeNw5NcNuCt1wckPOiPk5x1dZQEb96qcgBt8/AphcD+AUlYwVBXr4TCnEeBoLxFC8a1Z27jdS32lwwNmSIlS1YNTJ29WX+G76wBY3VhdiEU5AvUdHB899FfMxnd5xgymHM9NATTWZVV5DGKosZhljCVYTlwFOABeAuI9BruSnIVTxLwdQNqNKm8fN6GAEqvyBznG/2Jfvf0H8Fg3zLArQ60AAAB+dEVYdE1hdGhNTAA8bWF0aCB4bWxucz0iaHR0cDovL3d3dy53My5vcmcvMTk5OC9NYXRoL01hdGhNTCI+PG1zdHlsZSBtYXRoc2l6ZT0iMjJweCI+PG1pIG1hdGhjb2xvcj0iI0ZGRkZGRiI+ZzwvbWk+PC9tc3R5bGU+PC9tYXRoPorQMksAAAAASUVORK5CYII=\&quot;,\&quot;slideId\&quot;:282,\&quot;accessibleText\&quot;:\&quot;g\&quot;,\&quot;imageHeight\&quot;:14.4},{\&quot;mathml\&quot;:\&quot;&lt;math style=\\\&quot;font-family:stix;font-size:28px;\\\&quot; xmlns=\\\&quot;http://www.w3.org/1998/Math/MathML\\\&quot;&gt;&lt;mi mathcolor=\\\&quot;#FFFFFF\\\&quot;&gt;f&lt;/mi&gt;&lt;mo mathcolor=\\\&quot;#FFFFFF\\\&quot;&gt;(&lt;/mo&gt;&lt;mi mathcolor=\\\&quot;#FFFFFF\\\&quot;&gt;x&lt;/mi&gt;&lt;mo mathcolor=\\\&quot;#FFFFFF\\\&quot;&gt;)&lt;/mo&gt;&lt;mo mathcolor=\\\&quot;#FFFFFF\\\&quot;&gt;=&lt;/mo&gt;&lt;mi mathcolor=\\\&quot;#FFFFFF\\\&quot;&gt;w&lt;/mi&gt;&lt;mo mathcolor=\\\&quot;#FFFFFF\\\&quot;&gt;&amp;#x22C5;&lt;/mo&gt;&lt;mi mathcolor=\\\&quot;#FFFFFF\\\&quot;&gt;x&lt;/mi&gt;&lt;mo mathcolor=\\\&quot;#FFFFFF\\\&quot;&gt;+&lt;/mo&gt;&lt;mi mathcolor=\\\&quot;#FFFFFF\\\&quot;&gt;b&lt;/mi&gt;&lt;/math&gt;\&quot;,\&quot;base64Image\&quot;:\&quot;iVBORw0KGgoAAAANSUhEUgAABKoAAACdCAYAAACU0JAVAAAACXBIWXMAAA7EAAAOxAGVKw4bAAAABGJhU0UAAAB4nvprkAAAK0pJREFUeNrtnS9QK8sSh59AREQgEAhEBCICgYiIQEQgEAgEAoGIQEQgEAgEIlUIBAKBQCAQCAQCgUAgIhARCAQCgUAgEAgEAoHI2713uJWTs5vM9P6bmf2+qq167x6SzHb3zPb8dqbnf/8DAAAAAAAAAABnGAwGM8G1HFyd4KphkXI4vRJczeDaCK794DoOrvOh6yC41oNrIbimsJgVPpvGCpDFAwArAAAAAABAQfORueBaCa7d4DoNrn5wfQ7+5B5L+R0A3eB6CK6vgT7fwXUXXJvBVcWSufutGlxnwfUR+hCLQIqx1VZjwQ6CNAAAAAAAZDTvmFKLYMLFMHtDgpSuLnGCFf0LirXg6gXXzyA5n2oFVgXL5ua71yH732AVSCm25kceDE/B1cAyAAAAAAAgmF9UlRi1ql6EnwTXbXA9p6BFrGFhfwKlqSafWcCkNlvfzSlxMWp1G1u1II0Yu4iIrx+17ZfVVQAAAAAAMG4+EYpRV2rH1scgW+axuPsBMx1cl5qro85VcbJwT2hLLcU70VyCF05qV7F46v7rROzJDXkPriUsBCnFWUX1/ygeg2sRKwEAAAAAQMx8ojfIhxes7X6wLIWO1FgNtTlu+164WsqgfhUrq9LxXXiqwc0Y4WAWK0EGcbel+nGUEL2NhQAAAAAAIGIekZdQdYa13Q6UzZgJ5x9O1q0vpVbw6PBMkfXEvlsas1yyx3Y/yDj+lseMHRf0bwAAAAAAGJlDtFXZkDO1U+NKzV3DRRZvKQpV1KdyOEj2NAqUdQy+r2YYPLt4Qey7/TG+u6RwPeQUh4sjhftHV2HWsRIAAAAAAGjOL6bVC/G7hEJVDWu6GQD7Gs7dNvzOC8PgecQTxn4LT0W4HmPTc4paQ84xWRuzdTisW7eClQAAAAAAwGCOMZXgkLdXLOim03VEqhPD71wQHh9JDSV9Gy9OWA55gkgFBcXmnFquG3eAwj5WAgAAAAAAgznGMfWpyuPsTQ1BKawfNW34vXvCIKKoup59NyacqshKKig6RqfVMbNxHGAlAAAAAADQnF90hRrDOtZzy9HLE8SO39UPC4LvPhUGUQvPTLTt7gRx8QKRCiyJ1Uli1Q310wAAAAAAQGNucSjQF35MF91AsU6e1TyR71T4/WdCoYpiy/E2ndJY7sjpamBb3E4Sq24RqwAAAAAAYMK84kKgLzxjObecrFM1P1xtNSf8/m1BED3hmVh7VtSEfjBhws9KKrAxfmcnFD9ErAIAAAAAgHFzimfqU/nt4I6mU/cS/MacoJj6Nt6JtKWOSNVnog+Wx/GkVZyIVQAAAAAAEDcn/qY+ld+TxS8Nh34mPYHPcPsfQkt8h5wkUr0E1wzWAgfieSm4PhCrAAAAAADAYB7RFJYWYp7siIMvNR16mMJvVSfUphk+VXAe7/xlPx2R6ou6XuBYXK9q1FljCysAAAAAAPzOISSF1B+xnB8TxOHK+HMp/ebshHpYN6ickXbTEalYygiuxvf+hLg+wUoAAAAAAKDmD7cCoWoXy9nv2Cm1RUyHywx+P9zyc6REq546va6BZ2Ltda3hp30sBQ7H+M2E+O5gJQAAAACA0s8bpPWpmljPfuduGTh0DYsV6iud2l43bI8Cx+N8esJJgIxFAAAAAADMG5YEItUXtW/td+zUhNO2hnlDACnUVwcaPnoNJ/lYCzyI96bGoQ4LWAoAAAAAoLRzhj2BUHWH5ex3bMfAoadYrDA/bar6YJPqh7WwFpRofHpGmAUAAAAAKO18oScQqtpYzm6nVtQqKV1YvVCMnxbV8sTMT2MEcPDhc42VAAAAAABKN0+oqF0WpsxhPbsdu2ngzFcsVoiPqmrVyCQe2GcLnvaBuoZQu42lAAAAALzI/S7Vi0qdaw+LlTpWVgUi1QuWs9+xfQOHHmOxQnx0o+GbcMtfHWuBx/1gf0If+ObkDgAAAAAv8r5XgznqORYrdawcCYSqMyxnt1MbGjWPhmlgtdx9tK3pG7b8ge99ITz04YV6VQAAAADe530IVZBFrPzSwnJ2O/XUwJmfnPaXu3/qmvttwxpjVSwGJegTmyQrAAAAAIgP5H4Q+L4mEKm+KZdjt1OrmsW5KVZcjH+mDLZlrmAxKFHfuNfoE2wBBAAAAHA330OoAp046QiEqh6Ws9upW4YOpVBxvv7Z1fTLDdaCkvWNlka/eGQFKAAAAICz+R5CFejEyaVAqOpiObud+mjo0EWslptv6mpJog5LWAxK2Ed6PIQAAAAAvM31EKpgUoxMGe4Q+4UDyCx26oKhM19ZnZCrf/osWwQY20c2Nfef17AWAAAAgHO5HkIVTIqRhkCkesVydjt139ChJ1gtN9+0DfxCHR4oaz/ROQGQ2noAAAAAbuZ6CFUwKUa6AqHqEsvZ7VTTbX8bWC0Xv1TVCX46PLHKDUreX3QF91WsBQAAAOBUnodQBZNipCcQqtA1LHbogsChNSyXi28ODHzSwWJQ8v4SHkf7w9ZlAAAAAO/yPIQqGBcfFYOazugajjh1n32c1k66dTtbWDSuitWAfjO449RSAAAAAO9yPIQqGBcfGwKR6gnL2e3UR/ZxWumXCwZjAON+s6nZZz4QdwEAAACcyfEQqmBcfJwLhKoulrPXoXWBQ3exXC5++THwSQurAfzTd2YM+s4OFgMAAABwIsdDqIK04uOXFSxnr0N3BA7lZLns/WKiCIfb/ipYDeC//nPLqioAAACA0goRCFXlio2aQNP4omat3U7tGzr0B1Ekc5/UDQvBMRAD/NmH9lkhCgAAAOBVfodQBXGx0RYIVXdYzl6Hzgkc+ojlMvfLqaFP2lgN4I8+ZLKl+Y1VVQAAAADW53cIVRAXG+eUM/LLoVsCh55iuUx9Ug2uTwN/hCuvprEcwF996R2xFwAAAMCb3A6hCqLiYkq9eDalhvXsdeqdwKFbWC5Tn5guW+xjNScH05q6Zi1r26xq15QHdr4y6EcP7FEH8GqcraqxjNWSMvvNKPvxIgzIoUqYQ1nsf4QqiIqLlkDT+MihXdND4xU5iYHhKoanyv3SwHqZ+uXB0B8nWM3qPrYUXHtKNHmMWS33pmoqTRXQxrXgOot4CxGODffB1XF1UFV2N2GZqAVwWlhZDZ+J6jn6PVQote5A+xeD61k9IxoFtWE+uI4jngcvwXUY/juRBuRQ5cihLI4LhCqIiouuQNM4T/H3Q0FqJbgOgutGPc/H6SxPwXUdbj0MrgU8+LdB1wUOpZB69omqKRtYziofhmr5thqkTIXgu7wSLZU86T7sw79bdNAXpm9XLolgAGf697QSpo6UMPXj6gsddS8fQ+3dKSjJ/9HIAfeIPiCH8j+HQqgCx+KiJ5hDtxP+ZkXpKVfCxT+jOzt2vBG2lRL3muD6EBryNaVrn271l09PBf6oYblCfRYuQW+qt83Pg+QcZtzeefWWz5TwbeGcY76pGj44qPcGYGc/rqtt8b9vKl8MT8Z9sfweD0fa28359/cNnwfnbG0Ccii/cyiEKnAoJiqGOUGiObT6vW1hTSwdnaXj9DNWeFqfbVDr6u+H9aehDd+xXGEDYksl6x8Z9I1GRu3uqG0wUi4c9NWT4T12iHCAQp5/NbWNZkdtP7tLOQmct/TemxGC+lmOv18TvglmZRWQQ3meQyFUgSMxIalP9ZRgHPjIQSd5dHYxitoD6TpNutZfyaopN1gudx+dGJ4mJ+Esg7afpNS2Gcd8dmH6YCDSAXLvp+0cco51SwW6x4i2XufYhm2hPX+oqwHkUH7nUAhV4EhMSOpTHRn+Rl24mjIJoTC+6qJDjjwQqigumPwheIrlcvHNhmBlTtKBaTrF9p+m2LYlx3wnmYTViXoA74SqEwvvO+7Ah36ObegmsCkrRIAcyuMcCqEKHIkJybbhFcMc5asgvSTc0rjsmkPuB27zQrdKNPD+so3lChMRf5TPwgJ6uyoRa6mrrVbyJCms10mp7acp992WY75bsq3GBQD81U9nh8bP0et3O+BtwjH10bJ7ro9JfF9zbMd2QkGAA3aAHMrTHAqhChyIh5pwRXBV8/sPLdBNvgYFnQYsdUpYTLQnvPpCI30m+M3R64Cu9Yc/59k+abV/OkN94EL9/zmNz7USKPD9FNp9msFgueCY76qCZLdP1ANY2Z8XE9StsurUYlWDK7atObajmfCZ0CAygRzKzxwKoQociAfJiuxbje+dFpQPyXSRTyl2owkLjlm5bN4jn0jfaHKCSD7+mVVvvys5+jZRLQO1AiFtwgnilIP+k6xWZPsfgJ39eSHBSoumJfewrtHW6Rzbk2Rb1jpRCeRQ/uZQCFVgeTycC/riroZI9aC50inc5XamVoa21bWrRK6nhCtDy6fFjKmJMAlO6cvOJ7fCFW488Oz37ZRSwSWsCH9zbczA+KAG9TDmTE+tOHDUB5JVpJz+l50/1lRdHC77rpYjMSRd6bBtQdtnNMfees59UkqbUQ3IofzNoRCqwKN4+GUxoUgV7g5b1RHfw0Ulg39ri6dV46ruu0OvWL1jnU8kx1w+Yzln/Ct9I3gk+K2GKrz3V32W0YF58O8R0VuaRQidXXI6kB1UwIma2fnjfAC20nUkhhaE93fgUPy3cm7XGUIVkEORQyFUgUOxIKlP9THm+6oTRKob6cpsVebnNoU87dJ3p0rqO3zRHTLzh7Q+BBNpd3w8K/Txk+HvTMe8ebyYpPoH/7455q1lOLDOOmz/fWHhQlYsIlQhVPkxWfnlquA2rxi0dTPntlVUEm7KMqMakEP5m0MhVIHFsSDZJXY+RqSKE5LewxVUKbX5OmGe9uPt4iG15FzCNd0hM59I3xSdYj2n/Cw9qXPK4DeiJhnnut+hltiHS96P1ecOBx4U7NesBxMFRYIRqhCq7I0jyUk8zwW2d2pgVgtqp4A2SsQqVtsDOZTHORRCFVgcC720VgGPEalCYWkmxTZXBsnqQobs+epQaR2CHbpDZj6RLrffxnpO+XkvS7FE7X+OGlynsP1giQcBQhV4J1RJD4apFtTeA8N2HhYoqF0m3UIBQA4FCFWQYRxUYrbpTqIW8V1xL76OshgDEsxLfnnw1akHQoMs0SUy88mD0CcbWM8pPy9mJRKr7aOjhT97A4uOYi/Y9tKVpD2sh1CFUGV1kvqT1cQ15bbOCxLq84Lte6fRxltGNCCHAoQqKCAOJC+rniK+J+7whE7G7b9JkKv9eDk+DWRFvL4YrDPzx5RQDaYuhJv+fhf4+UJDhBl9aH9QD+EvO/0Ixz7epiJUIVTZG0uPgnvcKqCdkpNH7wq2bVivZ1JN031GNCCHAoQqKCAOuoLx4GjkO+ZixpVODu1vJczXWj6KIpLT5R7oDpn5pJ4gQOtY0Dl/S9Tz5wnfecUKSC3bvwn72TzWQ6hCqLI2ls6SJqo5tLEt9MWjBfbdYXwEcihAqAIL40BSn2pl6POVmO/o5HgP3wnytV3fHDovNMQh3SEzn6wnCNBpLOicv6WF86sx39dxfaKZo+2lhQvXsR5CFUKVV2PqTY7tqyUQyV8tsO+409beGc2AHAoQqqCAGJgWiDw/w2NBzIuug5zvI8n2v2PfnCp9q0ctpOx8ciiNTqznpL8bQncvxUyAvkbrhbBVLdb2d0LbH2A9hCqEKmtjSVKQtO9IEvptiY29iBUghyKHQqiCUmsat0OfX4koCXKZd/8fyGuHh1z55tQjoSE4eti+JPYN6znp73D77Wcak8cI4eWTbRiZiCM3WA+hCqHK2liaHZjXn/vIqW1bo8JTWitBcrRvZUzbqOED5FCAUAWu5JG76rPViJXOvSKetwkWEf3TZt+cKjld7onukKlP+sLgfMV6zvpcsqf6fuQ7DorcU+2o3Y+Ffe0F6yFUIVRZHU+SrXUzGbcpLNA8WhN0X9DO+YJtG1cy4pqRDMihAKEKHIiBXxbVZy9GX14V9eJlkKyges8nh1YilrjqcEF3yNQvH8Lg7GM9Z30uOaXiv9Pn1MRhtC/fs1w9E7uzzRbA/r59n8ZWoJTbNFqg+VG4GqRVsG1XirAfADkUIFRBjP9rgjHgXX12NeLf1gq8lzpC1b+GaAqN0KZLZOoXgrN8Pl8R+nxBTXT6EdtJ2IIx2e67Cfob258B7O3bkpP/NjNsTytiO+Ka+rcXl2qExpSMePI4lqpqInOktoaFq3eulTiyiJhBDgUIVVC4/yXb5c7V+D76DD4t+F5qaAH/S3RSRo0ukZlPkqioV1jQ6UT4RzKxCq69iP++h1Uze7BZsaoBAMb2bcmWuu2M2hKuXn+KW5ku2La0XbBto0pGrHsYQ9Nqe/ikFW8PrCYjhwKEKijU/5eC/r8eilIRK50rDgtVF2V3KkcPZ+uTJPtSGXjd9r2kXtxdRDHeftGDrEM230zQ3zj5FMDevr0q6NMnGbXlMGK1Ri1BLnZQoF0Xy7CaSt2n6Uq3LquryKEAoQpy931FcDDJT8RK5/B/L1hwPzW0gP+Ji46xvSxbn2wQnKX1/WkKRY/DQbaONbVtnkQY7mJBAGv7tuTI+ruM2jGaQB+N/M2JK8/6mLauexY7y8L6rQNVkBexihwKEKrA7lz+IULcPrHkfpLsrjrwxakzTM6s9Esboaq0vu+kkGSdYMnchCpsDWBv35ZsBXrJoB2jtW/CydT0yN+YblO8LcimsxECzoNPwoyqWfSZ8Dm8Tw8khwKEKsjN95LDFD4nPZsdnZts++LUVaEBWnSJTP2SpLjzIRZ02vf1hAmWNYNsSYSqSywI4M3EJeQj5d9v6xRsD/7blumb4ILsue9zTqjEzeeUVuUs0APJoRy14/kAbIU5eHTM9nyybcKyJEu+OPVAcPPf7NvO3C/dBMHZxYLO+/89gf/XsaCxvZc4WQPA2/7dF/Tr6ZR+ey7ijW0vavVR8N/WDNv4VoAto1ZT3Xu2mmovxQnlGT2QHAqhChCqMo9XSX0qqwuQD2SHwfxS88Wxd4Kb79MlMvfLMUJVqf1/LfS9VxOGHO3NEbAA/vbvC0G/bqT025cRq2waMX9rLJgXYMuol5tNz+LlNcUJ5Rerc8ihEKoAoSrzeN1IaNNQ5Jqz7J6uhPfy7s04JtyDz55eux8QCFXu+1+69XMR6+UuVD1gQQCr+7fkxc9yCr+7blLgVDgOzeZox3rEG+sTz2JlPoNJ5Rq9kBwKoQoQqqyO1yML7+lFeC9Xvji1KjRAmy6BUAWZ+l9aM4ktufkLVa9YEMDq/i3ZyrWVQn71NvKdn+NW16htdabUc7Tjncn9OBor2xlMKnfoheRQCFWAUJVpvCZZCWvdsyxsz8D8IJhf9so+kNfoEghVkKn/q8IBah7rIVQBwB/9ez3v52i40kgifglqbLQKtGHHw1jpZjCpJCcjh0KoAoQqO3P4kH0L72k5wf0s+OLYPSZlCFVgbQw8CHxPEVCEKgD4s39LDks4SvB7ixGT5EedmhGCt8IbOU363yT342Cs7CNUkUMBQhVClVOx2k5gy3cbV1KGOYjwft58qk8lKdJFfSqEKsgnBiR1VfawHEIVAPzRv2cE/fpa+FsVJeKM0tT8fN+2MT/4jdOR34wtCO9BrKxmMKncoheSQyFUAUJVZrF669NqKnVP98L7OfPJse8M4tb65gyhqvQxsCnw/Q2WQ6gCgL/6uOk2oHvh70StyLky+Lxpwn2Ysd2aEbY78DhOqoPkR5yPQoFuciiEKkCoyiZOKwnGbCvrLKo5ibQ+1bIvjq3ROaz2zwFCFeKJZMknlkOoAoC/+vh71v1ajSNfEYnwjMF3nNqyyj1my9/LwPOC0+FquhQnlJwKSw6FUAUIVdnFaSuBHQ8svSfpVsZ3n7b9SYqLfg84ESMv/ySpk3CMBUs7uQqhGGi+QtULFgSwvo8/GfbrH8Fv3CR9cTQwL+Z9m6HNziK2/DVLECtLCd5ms+2PHAqhChCq8otT6QEYXyYvkXK+J+lWxnOfHCsp0tWjS+Tmn06CAYw6Yv7EgaSO3CaWy1WouseCANb38TtB364afH/UNiPj1UeCZ38/I3utRIg1xyWKl8MUJpNeFpwnhyqN7daUCODa9WnYR128xxoR+l+c9oTj84Wl9zOT4EVJ0yfH9gUG6NIlcvNPG6EKAl/uCvx/guWM7byYoL8h4APY38cvBH27pvndYWL5EfH5dUE7N4reehx851zElr+3sq2oT7gFMJws1+l55FCQu89fmS+VxtfTCepTLXg0ZoU8+7Ttb0ro2BW6RW4+WkWoKn0MxJ0eNYknrGds6yR73C+wIID1fVyyPaCh+d1Rh5/cCNvZNC3JkJNAs1rSZ/ClIG4+yrBFkhwKEKqgYF9LF3XcW3xPT8J72vDJsXWhEWp0i9x81EgwcebUkvJOrH6ZxYK5CVUkOgD29/EdQd9e1hw7fiLqeTaE7awVOd4H37XNCpNIm3xp+uLO1ron5FDkUAhV5G+e+VpaR61j6f2sCO/nw6sVz8L6R5xsla+PptmKVGr/Lw6SHZG9ihVzE6oOsSCA9X1cclT91oTvnIpZsdFN0M6KoJ31lGzUiHjuhNsJpomffwTEsLbrQ4Qw+aNWoa3R08ihAKEKrPT1sKhjaxH1K+F4te+bYy9YNeCEn6QPWY5DdtvvVVWENwlHWNLI5usJbL2LBQGs7+MSMbo74TujCm6/JxV2BM/+Vgr2mVai1KgAs0T0RNpqScXUIgXTyaEAoQpy93PNp5fLQbvmhUXU/asfKdz/2KZb5O6nR2EnZPWb234/HySnjyWNbJ7k8ALGxnR94epJQ2W4Wg7H1ZKgbx+P+b56TFK5mUJbn/OuTRFTi6nLiATkUIBQBR7l7XVL7+dEeD87vjl2WqjYcXpJ/r66EwbtO9Zz1uetBMeSjlLFotp2305gZ1Yc2DfJgGzoOhxXktqcF2O+rxdVoDWN1TUD8+O2Owl/L6p+18OgZKf8ATkUORRCFTjj51tfDkpQq8Mk49aLj6upJMvfv0lYCvHVSYIHLEvR3fP3rNo2MsrjIPro80lw6pC+7ZMUXaVwLkIVQpX9cTUjuN+7mO+Kq/PZSKmtpifNHSb4rWbEVsPPcBsCoxGQQwFCFVjo44qwPM6RpfdzJMzJln10ruTkG4pzF+OrrQQTCk4scc/fUW8HwpOGFoQF9rpYVdv2B8J+9oP1EKoQqpyJLdM3lg8xk+GoE+BOU2znaR41RIPPzcVM4DcZiYAcihwKoQos9bH0AKRFC++lJhTdrnx17iWDtTO+aiSYUCxgQad8vRvjx60J/z6Oeyyrbf8zYT97wnoIVQhVzsTWu+H9vmrmUOEKpFqK7dwzbOet4DfCEwv7TNyAHIocCqEKHPOxZBfEs6X3Ijng7ivNnMP1RC2kRbcoxFfVBHvtl7GgM36uxbyhv/7dwikULdmyq++DG2E/u8B6CFUIVV5OYP5JBkc+vxzzd7spt9O0SGxf8BtRif4TW5mBHIocCqEKLPdxT9Cfjy28jyXhPH/PV8fOMVA757Mn4YSCpftu+Dd8q30f9SY/7K8jfydZGrqClbX80Bf2sz2sh1CFUOVMbElO0q2oz4YH0bzEiDuVlNu5knTl14Tvb8Y8TxqMQEAORQ6FUAWWaxkScadp4b3cC+7D34NOghvb8GWpXIk65KVwQrGL9Zzw735U3aNBxElywjcIxEH6ic0wq1gPoQqhypnYkoyhNfXZ45h/38ignU3TF4qGSX7UeLfD6APkUORQCFVguX/bgn78aZu4Ey4oEeZhDZ+dK6kqTycu1mfbwkA+w3rW+7YZ81ZgJ+bvJXuyb7C0li8kb1p/2CaDUIVQ5VRsSbb4zgfXYsxYfZtRO2elK780vvsu6jkx4KRgIIcih0KoAj9zxGvL7mFGWIppx3fnSra3tOkWhfqsLpxQ8HC1269h/bHncTUVIj4jOeXCurcIFvpiWtjHHrAeQhVClfex1YrZMhhOkOsZttWUusZ3Rp1u+jG8RQqAHIocCqEKPPHvLx3L7kFygNOl9y+U1IBrCqfHudkpX7Cc1T6NOuXhfdwKnTBZEirwTSw+1hdN4aSdVYsIVQhVbsXWqeRNbMx/P8m4raZjfWvC961GrD754fkA5FDkUAhV4Ihva8LcZdaie1gV1Njy/6AT4cqcL5aDW+E7SZ2qT3xnrT/j9iUvZxQLHaw+1qZrwgffBtZDqEKociq2uinZ4SvrVUgxq0VE45FK7j8iPsNhEEAORQ6FUAWu+FZSn+rDovaHW/7eBPP5BZwbTY9u4azv/qmtgfWs8+VczBu9I83PS2qWXWH5sTbdE/YvtssAuNXX91MSqnZzaOttGpNptYrksZTbCIAcihwKoQqhyiffXgj6761F7b8StH+pLM6V7Ic8oltY4bvaQHYU5zLWs86XvahaR7oThlBVF8TBexoTEvUmYMtDnxwLbMppqADu9fVOCiLVex41awQrC7sGiX14D9NEBJBDkUMhVIEjfq2q1cymHFjSfsmik06ZHHzP1han/fck8B8PRLt8uBuzpHPO8Hs+ilhdN1Sr5d6nZajCsfGYiAZwrq+3UxCqtnJq66Fhu04jvmMnpgg8NXeAHIocCqEKocolvy4Ln9nrFrR9UVAn/KhMzp0SGOiHN25W+VCyZeEUy1njv6WYNwFrgu+SHLHeTjlB3C5pUvPLClENUDqh6nmQ0wlggi3JlyOfb8WsxOYFFpBDkUMhVCFUuebXAxfLdKiVlKaHONwOynTaqFLyTHmiW1jlw4bAhw9YzgrfxR2jfCL8vl1BLJwnaH94Kt63ZJm9I74x3VbLIRMAbvb3jYRCVdvitvaHPhtXx4eXV0AORQ6FUIVQ5aJfJbsfPgpu85Sg3mS5RCplKEnxQBIa+/z4YujDbx6GVvgt6kj0vnQgUkmPcY2FlBLEUNRZ9Mg3SwJbXhPVAE7291bC1VRTFrf1VX2uoibCo9yXLvkFcihyKIQqhCoffDotrNV8Y+HYhUgVYShJIXWWh9vnR8n2vwaWK9Rn7ZjCnHMJvrMy8nYus+WvESdUHHrmH4mIT+0+gPIJVas5t7Vu+mJqTGIc1ricIQKAHIocCqEKocpBn64Kn9unBbbZ9PCWy9K+TFJvHhA43Pej5PQ/9sEX569mTDK0ksJ39wR9etvwN0ZrpIRHnFc985HpUbdf1O4DKJ1Q1c97dbJaiWF8UnPMympWcAA5FDkUQhVClas+PRI+u/cLau+K4Xz9vLQ7oNSbA1Nx45sl4tb68y6vffWQyE9xNUK6KX1/VzBg3xl8/1LEuNHw0E8v9CeA0ozLC8Jkd6mg9n4NkrOJ54EcihwKoYqczmGfPtp8Su9IW5cNn93HpS7TI6zBcku3sNafm6Z1NbCacXK0r06F6altFJsmwq3aSx1VI6SX1mAkXBnwo7N0PTyGOeL45q6Hvp4RiPgkmgDu9vmaSzUuBEJ6eY+3BnIocihAqPLRnwsJnoHLBYhU3wbjCWWWhKdb7NE1rPVnuB3g06WjOR2y7fqYAeZdJV9VjQSrH/P52RTbKq2xcKIxkRt9yN/5qParpbkmvNFLAJyfRDtTBkF4ypHX4zaQQ5FDAUIVOoYmzRzbuWmwkuo9bxHNZgdLCqkvYTmrfWp6igCK7WSbbmiurnlXBfKqEd+xqIrWDrKoqRDxezfCN4ItgwQrHHTrnvr8gHpvAKUa56dMi5sW3N5rYXL+QvF0IIcih0KoQqjywJ83CYSqWk5t3DfYoXGfpujug4OfDZ36ifJvvU8XDLcsXWC1sfYM3+C9CYpqn6sTacKlnidjfHKYUbv3hQP313CipSZvaxFL1b0+4c6wmCpF1AH86PcmtTrnCm7rqXB8Z2IM5FDkUAhVCFU++PPTVqFK7XIyeaHUpQb43w8P0xosN1jOCd/eGD5UER/jbdkeZEcvK9urt49JeFLK/ntcgT+PfT5luOyfZAagXELViQVtlUykV/EykEORQyFUkduV7JkdxXyG7WoZ1JF85dkcbcQVgVN3sJwTvm3YXFDOMVteZJRgvWW9vHNMgpSUW5/FTcHYyPHuAH70/U/NlztzFrS1Q31RIIcihwKEqhL7M8mhImsZtCdcBHSkuRDoR60WreLJaGMeCJy6gOWc8W+fwTgVO/YySFK+8ijCO/j3WFPnkkMLfH7C1lkAJjE2v7BTxal1uWZiDORQ5FDEI0KVZ/7sJOiLpym2I9yJsR2zxTduxWUTD443qmkBslcSHaf8u2rg23d8m1o/0VHQV3Nq+7xge++kGnUNz/09ZVhPg9VUAP70/0l1O19sefsZHmxjkBDzxhbIocihiEeEKh9z9kthf/xOugBn8O8JoesGNb9DIWuHObeecU2Xy9Fh3fPxo4F/V7BYpA0PUk6w1nNu/1WKbzCXSuDvJqupAEo73vdceU6qU8R0XkLN41kghyKHAoQqj8WqY6Go/Gk6pihxakkdaPJuIFCFWwI5cVfTyLMCh25iOef8vEyh/MQ2XEgxydoqqP0/KSSHqyXx95mBTTg9C8Cv/n/nyjNSnSg06W1xC68CORQ5FCBUlcC34YvmB2EffVBC0ro6SKGmrnklSq0r0f1Gic4mu9HCg084GdzQmWuCNwEY2U1f9wwepHNYLNKG5wmTlHDCsFFg+48StP29LPuoVRFE3dP+TugZAKUZ6z9sfD5OmEDzchHIocihAKGqbD7eUCduprlt11SYvlYleNjiJ3TioaHR77Cas76uG0y+ORUo2oZTCVT6x6LrGKn2S+pE3Jdp24jaN667hJdiqADlyY06lrY3roTDAd4EcihyKECoKvn8t6vqNObBg/q9GtZP7rxrQ+PvYjWn/X1i8OaHoqvRNqwYHDn6K2bs2qSmq0mYTvtf1UkaUyXzsW5NN1YqAPg5Bmy5dGJezFbFU97iAjkUORRE+hChqpx+D7fw7qnVna8pCVNhfasL1dfZkZSyw94NnYED3Pb3nMGe2g4WG2vLGTWZOVdvy17V9aQmDcc2L/dUe6531OTreaj9t2r/9UqYUJbQrxua/aNP8gngdTI7emLetMXt7Y6094zxCcihyKEg1n8IVfBbq7ulRKYjdWhCT62Keh25+urfLpVYva5qV/GszXCQNeEJq3nh912DZdZ0Pihb/+hr1smggDqA32PBzdC2nVnL27qgXkJ9q4KtPLsBAOLHTIQqAMs76Sbb/krp9yn19keHdSwGJeoba4yFADA0Jsw51NYqW/YBALTGS4QqAMs76bFh5foZrOaN71uafn8j8YWS9InKmILEbPkDAAAA8CPnQ6gCsLyT9g06aQ+Leef/Q1aPAPzXH440hVsEewAAAAB3cz6EKgCLO2hV1TLQpY3VvIuBKc2jOr8oog+e94V5zUMGVrAWAAAAgNN5H0IVgMUddMmgg37ZfNoNJIqDRU3B8hJrgcf94E6jD+xjKQAAAADn8745daiYzsVKeoCcO+iegVB1gcW8joW2ZhysYS0oafzfUpcKAAAAAAAg28nZjYFQ1cRi3sfDlWZ9HlbWgU9xP6ex5e+Vt2kAAAAAAADZTs4qBvWpHrFYKWIirFn2rBEPJ1gLPBoHexrbnutYCwAAAAAAINsJWtNgNdUWFitNXNSD60MjJjaxFngQ75NOvfyheDoAAAAAAIAdE7ThLS8VLFaq2FhSE/RxfHIKIDge58sacd7GUgAAAAAAAPlM0l40haptrFXK+GhrTOL7FJcGR+N7Xomt49jBUgAAAAAAAPlM0mqaItU3hbNLHSddjRg5xlLgWFzr1GI7wFIAAAAAAAD5TdR2NYUqimYTK2cacdLBUuBIPFc0TjtFpAIAAAAAAMh5svaouZqKGkSgK1YtYylwIJbPEakAAAAAAADsmqjVNVdTHWItGIqbM43i6k0sBRbH8D5jHgAAAAAAQDoTrLW0ilZrTNZCPqhNBRGxM0mseg+LVGMpsDB2d9i+CgAAAAAAkN4kK+Qtje1VwXe8aghVu1gdYuLndELshEWqa1gKLIrZcSdYhlucN7ESAAAAAACA2UTrl6/gaiX4njUNkeohLDiM1WFMHE1alfcUXDNYCiyI1e0xIhXbVQEAAAAAAISTrWFepNsAg8/1NISqBhYHjVjaGiMA/IpVNSwFBcbozpgYfWGbKgAAAAAAgHzCNcqK4DsaGiLVCdYGg5haVvXM4nhkZRUUFJvjVv3dBlcVKwEAAAAAAMgnXaMcCb7jSqMQNqICmMZVTW0XpWYV2BKT3XEn+6V1MAUAAAAAAECZJ16jnBt+vjFhm5ZolRaAiq/KhCLrYQH/BSwFGcfh1Jg4DOv7rWElAAAAAACAdCZgf60KMPz8pNpUB1gZUojTDVWgOq5wdQsrQUaxF4pUNzGxd8+qPgAAAAAAgHQnYaMsG3x2c4JIdclWGEgxVhfGbAUMV/VtYSVIOebmgqsfE297nGIKAAAAAACQ/kRsmJ6usBSeaqW2vMTRZxIHGcXsMXWCIIc4W1JbS6Nqoy1iIQAAAAAAgGwmY8arqYK/m42ZwHEiG+QVt82Y1VUfxB6kFGOXUaeXIsADAAAAAABkOxkbpqrx99MTTmK7RyiAHOO3M1K7ah2rQEqxtTAUV0/hCiusAgAAAAAAkP1kbJjFCX+7GFwvY0SqcOvgLFaFnGN4JrjOwppBWANSjq1TVYuK7aQAAAAAAAA5TcSGuQ5XTEX8zbyqC/QzRqQ6ZksMAAAAAAAAAACIiRCcPtUqgq4Sn3oTBKpwhVULSwIAAAAAAAAAQCIGcr44nh0AAAAAAAAAAFJDIFC9B9c+tagAAAAAAAAAACBV1BHsz2O2932qk/zC7YBrrKACAAAAAAAAAIBMGQwG1eBqhPWmhq45TrsCAAAAAAAAAIA8+D/L21xavi4bYQAAAZN0RVh0TWF0aE1MADxtYXRoIHhtbG5zPSJodHRwOi8vd3d3LnczLm9yZy8xOTk4L01hdGgvTWF0aE1MIj48bXN0eWxlIG1hdGhzaXplPSIyOHB4Ij48bWkgbWF0aGNvbG9yPSIjRkZGRkZGIj5mPC9taT48bW8gbWF0aGNvbG9yPSIjRkZGRkZGIj4oPC9tbz48bWkgbWF0aGNvbG9yPSIjRkZGRkZGIj54PC9taT48bW8gbWF0aGNvbG9yPSIjRkZGRkZGIj4pPC9tbz48bW8gbWF0aGNvbG9yPSIjRkZGRkZGIj49PC9tbz48bWkgbWF0aGNvbG9yPSIjRkZGRkZGIj53PC9taT48bW8gbWF0aGNvbG9yPSIjRkZGRkZGIj4mI3gyMkM1OzwvbW8+PG1pIG1hdGhjb2xvcj0iI0ZGRkZGRiI+eDwvbWk+PG1vIG1hdGhjb2xvcj0iI0ZGRkZGRiI+KzwvbW8+PG1pIG1hdGhjb2xvcj0iI0ZGRkZGRiI+YjwvbWk+PC9tc3R5bGU+PC9tYXRoPp4+MFYAAAAASUVORK5CYII=\&quot;,\&quot;slideId\&quot;:292,\&quot;accessibleText\&quot;:\&quot;f left parenthesis x right parenthesis equals w times x plus b\&quot;,\&quot;imageHeight\&quot;:25.12},{\&quot;mathml\&quot;:\&quot;&lt;math style=\\\&quot;font-family:stix;font-size:28px;\\\&quot; xmlns=\\\&quot;http://www.w3.org/1998/Math/MathML\\\&quot;&gt;&lt;mi mathcolor=\\\&quot;#FFFFFF\\\&quot;&gt;w&lt;/mi&gt;&lt;/math&gt;\&quot;,\&quot;base64Image\&quot;:\&quot;iVBORw0KGgoAAAANSUhEUgAAAH4AAABSCAYAAACSTWDFAAAACXBIWXMAAA7EAAAOxAGVKw4bAAAABGJhU0UAAABOUUD+CQAAByNJREFUeNrtXS9UKk8UnmAgEAgGgoFAIBgMBoJhwwsGg8HwgoFAMBgMLxgInEMwEAgGg8FAMBgIBALBYDAQDAYCwWAwEAgEAmF/u783voN7ZpaZO//uwN5z5hiQnc97d2bv/e43KyEGLQzDfDRK8U+SGcR/u9R/BR+AnkTjNhqjaCzCvzaPRsUDRx9EYxyNWTQOHWEoR6MTjc/wp02icRN/jsFRBRroNg30MuTbLfKgx3/LdAXvlQMMzTU+DOnn17YAxVt2JRq1aLSi0ad34CIUtwnywN8k8DYtz98I5ewhGjs6Jt6hz5PT+G6n282QseWoWBlp0KuMlXZvcf6SwEpn2bWOyWuheTtDGPT4hn9jYO1ZxHAJ9Gd8s+z7EPhbhIG/5mB9tfxsh1pXdfJiNALO+N7+B8At6dvekAW9QisOln14sOK/K6acrZLnU2FryiEK/DANq+UcQ8UObQHdV1j5VSRBPxPAWrCI592L3Cma7A4I8hIJ0TQVwFqxiOlUIfA1m87bB4JsIQj8gyDWwDKue/SBp0A/ACCfHAf9WALruWVsOUqOydov12yXiI0d1+wyz1IXtC0k+Hu2QQbArSnvKPAtSZw3Dm/QR0GMU+Lo7lyiLT9+Yi1L9hb+58MRl5vfNnAF7g0Q+LoDnK8AnEPHgS8IcCYNV+AgmWjbMkYoHe2caaSMKb7GF5Bu7FvEV1JgGj8QBL6Ygu/LJbAjgENtNkD6IdwWSFhGnjVd35GyCd7UErZ6MpC+VCCJBJpnRdd3JGQr3XVAyzYAOMuOfVvm4Oph2IpeAA49MozpKZmo0fp4JokzcOzbYxf+M5nZnxvEEzAeP6f0s4kkzt+OfdtmYHrHkHsQ4BZ6aQhLjkHLdlc+f/apm0jVyzglbFRijUKGxegfxAldaeXzR0mcLYd+PUC72inAQwysGMWxSCOL6GEPL2hbDtYzTIHPA0q6iQEcSVr2I6miATyWBo58WmToAUdatPSagcr25qea56+JJJCM2n6djRDlTQHBZsAmSEHT3HuMMu2ZtToAEqdPJKv9Bd1qp2C7rtqzjIRtybs2hGJ24MsWVpEqC2zHhWSIo5Ztpfx+CYCzaNGPFUaCivfAacqJFGN9eZpUJuniWdojZE23C4Padijz92AI/BnAoU0D5U5d4HuyzZrAoQ8vCGYDtmfbCvMdMErIN5EECFCB/LbgP9bu9YYyoUsA3wUEvgecK8eRfFUFvy9bgVxb8N+daIKKMfiyJM6Lxhr3SeL7A0xq25B9Pr9FfLFYCmRa2kSz8jkjAdpVWF3OaFvOFj/BdLhU5I+QPfi3BMzRV00SQ/nz6AODPrtnbPFV4pMJ6sDB0qaYgmVx/rKrI86UMWgEqcgiucV3iG8GZO9KEsnjVEe3Ks7SXattKc2c3OI/vdriFbZQYdqWo/LpA3HKvohgYcBXPcY8J8RHExD/g2hbjpRqAS13XNO2nLMIt8RX4zyDlWjbkP9WqqYCzpwr2pYjFhmH2F9bKrAytdK2Ifso9peqo1zQtvQs3JiRxR8Rnw1I23ZSrlfhkELnGrCObdO2HL1fk/huNFCy1k25HksRq0WQAFDbXijOx8p/Rl5m8Zr4+qFkrW1KvGGMtqVVxILBNpbJphiArx8xrsGSHsV2pxGnFdqW1utTmwdKvOXrOatxJkr2COKUFY4MAHPscDqBD2TTDNDrnie+/4vze38045R9WcIrYA4WofVu+sCoq8BDXo2SWyl3Jhxn5TTjPFbdmQDPdW05CsbAPwMCX6Lf7dhSwJikbelznbXzXZFNtRD2BooyR0plrCUKFF3mBK/N6lL20cuoFB36AHBowHlELE0qXE3QthxNfJzV75FNthD2cuOezRO1ChVIsOZ6J4xdyz9hBdCZKv9t4Ue2b3qV6KRtacdv6kKoiSXwDU2B/2MBq6zo8oJzHZ7q93Gjn+uCVKuMfdngsAH5SJNzna6JDqJvgdfxT43qlrDKvn37jnGNK05SWiXbZBoCP7bVsQLQto+J7wecErROts0AQsak1RBjfU2QNF8mG0m+BT5QXO07iLF+rCRzI45WIJcFXt5OLGOVFY4sUriKzWy+WAj8q+3Shx5fkj7hy7ohYsqZbLOF8P9OdeQI71xDFXJOtt2AmvW+Q7wTxaC3SWb/sl0jp2kM4X1RCPpwa5g5AUfuqNTGDvD2gEGfbHUyx3GmcJbsul0J7CbOQ4svRNrEwN8iwNrAXnb6FPiZ4KrZQ4BVtql0nUWY70wRpe0VEqwyr2nrZclcujPHAolRHglW0fN+71gwYw78OqXtsWe8w9dGHXcy6MwhRrKGgzUvUHkEWVTFnMlTtqBUm64575fRsRKOvDFx1NggXh5t28qiKefIuk8ZMefRdJdl8PKO3GdkxAXEeJOS8Pss6HBn9ldUKUUPbtQ5TeQaWdDVHbrnEdb8NtXp/wH8hdsms7AAOQAAAH50RVh0TWF0aE1MADxtYXRoIHhtbG5zPSJodHRwOi8vd3d3LnczLm9yZy8xOTk4L01hdGgvTWF0aE1MIj48bXN0eWxlIG1hdGhzaXplPSIyOHB4Ij48bWkgbWF0aGNvbG9yPSIjRkZGRkZGIj53PC9taT48L21zdHlsZT48L21hdGg+i2kasAAAAABJRU5ErkJggg==\&quot;,\&quot;slideId\&quot;:292,\&quot;accessibleText\&quot;:\&quot;w\&quot;,\&quot;imageHeight\&quot;:13.12},{\&quot;mathml\&quot;:\&quot;&lt;math style=\\\&quot;font-family:stix;font-size:28px;\\\&quot; xmlns=\\\&quot;http://www.w3.org/1998/Math/MathML\\\&quot;&gt;&lt;mi mathcolor=\\\&quot;#FFFFFF\\\&quot;&gt;b&lt;/mi&gt;&lt;/math&gt;\&quot;,\&quot;base64Image\&quot;:\&quot;iVBORw0KGgoAAAANSUhEUgAAAGIAAAB6CAYAAABEIIb4AAAACXBIWXMAAA7EAAAOxAGVKw4bAAAABGJhU0UAAAB4nvprkAAABsVJREFUeNrtXSFwYk0MRiAQCERFBQKBQCAqKhCICgQCUYGoOIH4BaKiAoGoYAZRgUBUICoQiIqKigrEiYqKE4gTCASiAoFAICoqEPvvm+a/Un7g3kv2vc3S7Exmbnpz12y+t5vk22Q3FnNoKKWOtJS01LVkYjJCN3haS1lLQ0tPyy8tS/V1vIilzBg7riWvpaqluWbwN+Vv3IoV/Rs7CcauaLnyjKdlqGWiZaVo41wsvNvwnrEftIy0LFS4IysW3w3Es4pmTMXaPIC4E2vvB6Kmpe0ZSksftikPnN9aZgaBEP9ABCoFecBPIhCSQxgMXcdIEF7FgmbB6Ip/4AFECwlEVaxnFogbBAheEpgS65kFYoAAYiKWMw/ERPyDfRASWt7FP9gHooB01EdiPfuO+rdYzjwQQwQQDbEcD/9QEOuZBaKIAME7tUuI9cwC0UQA8VMsZx4IzJlFTSxn3j8sEUCkxXpmgajIsSgPIDpCa/AA4hUBxJlYziwIGQQI7xK2mgeijgDiWSxnHoh7BBAtsZxZEOIBalrXR06sZxaIU6nW4AEEplDgXizHg9a4EMuZpzUwtHdGrGcWiAsECGOxnHkg+hK2uktrlMVy9mkNL9+Ii/XMAlGT0zh3/YNUa4RAa8wkbLUPxBkChEUEeqXAd/0nSaE1/j/6hg1ehp6+Jx+93V4H0yPcdpD/7rRGzUAWX4UmSmpD/Qj6xpMugxAprQG/79Jw5+ofFhgOteIuAnEWFa0BRgr7lgMFLcqZ7+AfOgF/R867oUZFO7xks+ISEJMwaQ1IFN+UneFtuaVDpTVWfp0isrcijJVxeoi0xtBnODpQfMaUdUQVBq0BIIx8fqkvcBdIAz6KGvx5ALnCyiAYt5yBwNDeJ0QQnqGuNuFDvzSUfpryMblD8Q+LPf9f8i8gPGE7ibyLt5AtZPyLHJBNKP09IOwy1NxUGAm0BmWs2LUNmKQ19oDwaLLNF7LyMRGM5kHSGntC1E4YVAOyr+8LL3VwtIZ3O9mOyKYesv5PxO0pwQUIMq0BEc08ahAIHxK/Pg6kfyhvbG3PNkBY0+GdAESDAwgpxCS+0BqQhG2OdsTzoGxPXedpDThJ2/QL91GfAcBpHnY8OE1rQL4w25IpJx35oPh0N1FojS1EnnfIc+xQ5McDCCStMYd/u63v+tziXHIuA4FZzn3YkqYbP+85+FGxAQLTpOhVWvS2nAknHAZi4BqtsYK9eLXxM+u1REQg+jYVxzi30RZqm8UBC9FHtG0qjqE1llvqhlJMgKBETZeu0Ro8OZqP+fwgzKPoGu3Nw8Ftn9M1YS4ZW0pfEEF453ayBTWzmDG3VpKJpDXQlX0RzWnqHM+EpDXWHXaKGQgpQqlN05bSGeJquGa4GkqE+eRtKU1hKeeK4WVYCnfNnQLm2Jp/GB7SaoA5YSvL72wpTAlb2fmGta0W6x9KtpSmZJ9tpquh5mLYin2k6U0xff+BsNVaJfqwtMaAKQhHhG2pYEvpFME/5JkC0UDOZ2JzW8LupWxfYyfUvV7YVBpLa9SZglBGzmdhNRdC0hoLxk76wblciEBr3DAFIYt00jPbqwHrH3JMgbhFzufKxVh7zBQEbCY9tb0asLRGhykQWIKvZFtxLK1xwnQ1YD4qFkXGGFpjwnQ1YJrm3xSHC1GQtEaXIQhFpG9oclA+jVS+wBAIzJnDiMVBFjJsXXI7hSPULJ1ymQCG1nhkyLDOncsZDNAadWZA3CHmEHnrWBi0xjEjECoIHzdmxY8h/cOC2ZY0Q/g3XmcnyJh7yEh/DLta5AZCUuHuNGo7vJr5nZsQKt+qDHQ/UcFfCWbJi1Gav9OW9caEqkPF9SlOZBa6sKxzHEHXswYBWxn9ZFnv3sGAsBZ7Y0bPos51RMLG+2VgwsHJtSV9ywFXcF+5cOm6+mg+x4x/LEV3QcLsrisg5AlFxiULIPg9bVvZ+FAok2sQgChEqOePACthrly4WH1jgpRbvDIR6XgdwCe8cCIhg0xyyRUIoF2CXJjbYh8Z7ZksZWRD1OssQPutd4ZSibk8FL7X2BvnIeiTgnB65dMhexV87j9phkiMQknogK64VP7fDxpzLFigGuAeCcQ79VBFfT5h5vd5HA+oK3WID80CGF0k37QMSoWD8YvAFc0DANDhWvJvGpCC8veSya56oA583Sfq80nKLBi9qj5fTQySGb9C+JqKfbehPm6ieVFmn4UJMlYQtlaUvHX956q1lqK/txBkVbWUvOj7V06qCUzmqyHDL6Fgoa64vVLiEDDHkHTVwTc8QPHyCIBal1/wd150dgP+Ivudt51/AVspuNZ+xQpwAAAAfnRFWHRNYXRoTUwAPG1hdGggeG1sbnM9Imh0dHA6Ly93d3cudzMub3JnLzE5OTgvTWF0aC9NYXRoTUwiPjxtc3R5bGUgbWF0aHNpemU9IjI4cHgiPjxtaSBtYXRoY29sb3I9IiNGRkZGRkYiPmI8L21pPjwvbXN0eWxlPjwvbWF0aD5pF6cxAAAAAElFTkSuQmCC\&quot;,\&quot;slideId\&quot;:292,\&quot;accessibleText\&quot;:\&quot;b\&quot;,\&quot;imageHeight\&quot;:19.52},{\&quot;mathml\&quot;:\&quot;&lt;math style=\\\&quot;font-family:stix;font-size:28px;\\\&quot; xmlns=\\\&quot;http://www.w3.org/1998/Math/MathML\\\&quot;&gt;&lt;mi mathcolor=\\\&quot;#FFFFFF\\\&quot;&gt;w&lt;/mi&gt;&lt;mo mathcolor=\\\&quot;#FFFFFF\\\&quot;&gt;&amp;#xA0;&lt;/mo&gt;&lt;mo mathcolor=\\\&quot;#FFFFFF\\\&quot;&gt;=&lt;/mo&gt;&lt;mo mathcolor=\\\&quot;#FFFFFF\\\&quot;&gt;&amp;#xA0;&lt;/mo&gt;&lt;mfenced mathcolor=\\\&quot;#FFFFFF\\\&quot;&gt;&lt;mrow&gt;&lt;msub&gt;&lt;mi&gt;w&lt;/mi&gt;&lt;mrow&gt;&lt;mn&gt;1&lt;/mn&gt;&lt;mo&gt;&amp;#xA0;&lt;/mo&gt;&lt;/mrow&gt;&lt;/msub&gt;&lt;mo&gt;,&lt;/mo&gt;&lt;mo&gt;&amp;#xA0;&lt;/mo&gt;&lt;msub&gt;&lt;mi&gt;w&lt;/mi&gt;&lt;mn&gt;2&lt;/mn&gt;&lt;/msub&gt;&lt;mo&gt;,&lt;/mo&gt;&lt;mo&gt;&amp;#xA0;&lt;/mo&gt;&lt;mo&gt;.&lt;/mo&gt;&lt;mo&gt;.&lt;/mo&gt;&lt;mo&gt;.&lt;/mo&gt;&lt;mo&gt;,&lt;/mo&gt;&lt;mo&gt;&amp;#xA0;&lt;/mo&gt;&lt;msub&gt;&lt;mi&gt;w&lt;/mi&gt;&lt;mi&gt;k&lt;/mi&gt;&lt;/msub&gt;&lt;/mrow&gt;&lt;/mfenced&gt;&lt;/math&gt;\&quot;,\&quot;base64Image\&quot;:\&quot;iVBORw0KGgoAAAANSUhEUgAABcUAAADbCAYAAACss/lZAAAACXBIWXMAAA7EAAAOxAGVKw4bAAAABGJhU0UAAACII0eZjAAAKgJJREFUeNrt3S9YFN/eAPA3EAgEAsFAIBAIBIKBQCAQCASDgWAgGAwGA4Fg4HkIBoPBYDAQCAaDwWAwEAwEg8FgIBAMBAOBYCDMO+Mdfz/u3l32O7uzO/8+n+eZ577vvbI7+51zvufsd2fO+b//A2AqkiS5lx5LgWNetAAAAIBMkiSLwXrCnGgBUKcBbC89bpLhviiKAwAAAH8lSbITrCl8S48FEQOgDoPXk+Dg9dngBQAAAPRKkuRBevwOFsbviRgAVQ5aT5KYrCA+K2IAAABAP0mSPAwWxn+46Q6Aqgar6JIpX637BQAAAAyT3zFuKRUADFIAAABAN7gJD4A6Dk5bHmcCAAAAJqXAcq2f0mNGxACY5KC0mh7XgUEp+zcrIgYAAACMIkmSN8HC+LHCOACTGowW0+MiMBhljzhtixgAAAAwqqzQnd8JHnEkYgCUPRDN5mt1RTwRMQAAAGBc2Zrh+fKsEY9EDIAyB6GT4AD0VrQAAACAsmTLs6bHVaAmke1/dl/EAChj8HkWLIifZXeUixgAAABQpiRJdvLlWof5mR73RAyAcQadzeCgc5mtOS5iAAAAwCQkSfI8eNPeextvAjDqYDOX/8IasSNiAAAAwCQlSXIarFM8Ey0ARhloPgYHmheiBQAAAExatjRK/rT6MNlT7+siBkCRQeZpsCD+zTriAAAAwLQkSfIgWLP4kT0FL2IARAaXbFfn6+CuzmsiBgAAAExTkiQnwcL4a9ECIDKwnAUHln3RAgAAAKat4D5o2yIGwF2DyrMCy6bYyRkAAACoRJIkO8EaxqVlVAAYNJgsBZdNubFsCgAAAFC1JEneBQvjb0QLgH4DyXvrcQEAAABNkSTJveANfpn7IgbA7UFkJ78DfJhsva57IgYAAADUQbbnWbAofmYpWAD+Dh4z6XEeHED2RAwAAACoC3UNAEYZPPaCA8e5X1QBAACAuilQ27iw6SaAQWMh34U5YlPEAAAAgDpKkuRTsL7xUrQAuj1gvAwOGB9FCwAAAKirJEnWgvul/U6PRRED6OZgYYdmAAAAoDWSJHkfrHO8Fi2Abg4U7hIHAAAAWqPA3eLZv1kWMYBuDRLuEgcAAABap8Dd4seiBdCtAcJd4gAAAEDruFscgH6Dg7vEAQAAgNYqcLf4W9EC6MbA4C5xAAAAoLUK3C3+Kz3mRAyg3YOCu8QBAACA1itwt/i+aAG0e0B4FhwQPokWAAAA0FRJkmwHayCX6TErYgDtHAxm0uM8OCA8EjEAAACgyQrUQbZFC6CdA8HD4ECQDRgzIgYAAAA0WZIkT4O1kFPRAmjnQPA5OBA8Fi0AAACg6ZIkmU+Pq2A9ZFPEANo1CNwL7rr8OxswRAwAAABogyRJXgaL4seiBdCuAeDQAAAAAAB0TZIkq8GaiBsFAVqU/ItssLkpYgAAAECbJElyZklZgG4l/q3oBpuiBQAAALRNVuwO1kbORAugHYn/XTDxH4gWAAAA0Db5hpu/g/WRNREDaHbSn02P62DSXxYxAAAAoI2yfdSC9ZEj0QJodsJ/EEz430QLAAAAaKskSbaDNZLv2f5sIgbQ3IT/KZjwn4gWAAAA0GZJkvwM1kk2RAugmYl+rsB6WYsiBgAAALRZkiSvg3WSl6IF0MxE/8TSKQAAAAD/UWAJlR+WUAFoZqL/GEz0T0ULAAAA6AJLqAC0N8HPFlg6ZUnEAAAAgC5IkuRNsF7yQrQAmpXgt4IJ/ly0AAAAgK5IkuSB5WYB2pngXwUT/CvRAgAAALoiSZK5Ak/XL4oYQHMS/I9gct8WLQAAAKBLkiQ5DdZN9kQLoBmJfSmY2LNfRWdFDAAAAOiSJEkOgrWTd6IF0IzE/jiY2D+LFgAAANA1SZLcD9ZOfqXHjIgB1D+xvw8m9n3RAgAAALomSZL59LgJ1k/uixhAvZP6THpcBZP6qogBAAAAXZQkyZdg/eS5aAHUO6FvBhP6hWgBAAAAXZUkyWGwhnIqWgD1TuhHwYT+UbQAAACArkqSZN264gDtSOjvPfoDAAAAcLeC64qviRhAfRP6L5tEAAAAAAyXJMnXYB1lX7QA6pnIV4OJPPsVdF7EAAAAgC6zDC1A8xP5bjCRfxMtAAAAoOuSJNkJ1lLORQugnon8TTCRn4gWAAAA0HVJkiwlcUsiBlC/RP4jmMSfiBYAAADAn3rKZbCesi1aAPVK4LPp8TuYxDdFDAAAAOBPTeU0WE85EC2AeiXw9QKP+8yKGAAAAEChzTbfiRZAvRL4YxtDAAAAABSTJMnDYE3lm2gB1CuBv/GrJgAAAEAxBTbbvEmPGREDqE8C/xRM4M9FCwAAAOA/skJ3elwH6yqrIgZQnwT+K5i8t0QLAAAA4F/Z0ijBuspj0QKoR+KeL7DJ5rKIAQAAAPwrSZL3wbrKK9ECqEfi3ggm7itrXwEAAAD8t2y52WBt5WNXApKtKbOV/QqQHl/T4yI99mt0bi/ztYSXp/B+W/n7/Y3D93xzv3VdByrNBY/skmysMFYA8pP8BADmEeYRjHyNHwRrKz/bGoB76bGdHkd5x+q3yPrvbLmCGpzr0a1zejbhRHM8pEF8SY8FXQgqyQUvg4n7g2gZK4wVID/JT/ITAJhHmEfwP9d6rcDStPNN7+jr6bGX/+KVdfbLAh/+YcXnv9qTnI6mlGjukv1SNqcbwdTzwQfrXhkrjBUgP8lP8hMAmEeYRzDytc72a7sJXu/7TfpgB/mC6d8G/NJV1MsKP8tM/pjGbccTeq+F/FfAxJ2oUNv8dm6HZGOFsQLkJ/lJfgIA8wjzCNRXej/URVKubxV+lifTWuS9wAZ+t23oRjDVnBD9JXNLtIwVxgqQn+Qn+QkA8wjzCPMI+l7zz8HrfNSkD/Uwfyzk9vE4PV7kj4ncFGzk2S9FsxV8juUBv+qdTej9VkdIAG90I5haTlgs0DeXRcxYYawA+Ul+kp8AMI8wjzCPoO81fxu8zidt+tCb6XFVsKGvVXCe76e582n+WMqvgnG50I1gajlhvUDfnBUxY4WxAuQn+Ul+AgDzCPMI+l7zw+B1Pm3bB39asKE/mfL5Pbjj17ubCb7vq6I/i+lGMLW8sBvslpeiZawwVoD8JD/JTwBgHmEewcDrvdfJHz/yX4B+FmjnL6Z4bnOBxd7nJ/jePyWAUmJJ+fY63qYOgnE60wONFcYKkJ/kJ/kJAMwjzCMYeL23gpf5po0fvsgvQKc1O6/lCb7//QI7FLsjdXAcURQvu029CMbpnR5orDBWgPwkP8lPAGAeYR7BwGvd3SVq83WUon5O6ZzuBzc92JzweawG11JyR+rgGKIoXnabele3X/E7EndjhbEC5Cf5CQDMI8wjzCPa1QfuFegDK2378LMFfv3JLEz4fLLHV74Gz2V3CvFZCySBY91oYPxQFC+7TX0Jxum5HmisMFaA/CQ/yU8AYB5hHsGd1/l3sM1tt/HDfy6QADYmfC4HBc7lyZTiszHkPB7rQgNjh6J42W3qXJyMFcYKQH6SnwDAPMI8glKu8UVn6yzphzoq0Ol2J3geS+lxVeBcjqYYo7vWc1rUhQbGDUXxsttU9Ff8LT3QWGGsAPlJfpKfAMA8wjyCO69v9OmE/TZ++AcFOt2rCZ7H54LFwbdTjNGgNXa+6D53xg1F8ara1JoeaKwwVoD8JD/JTwBgHmEeQSlt76iNH36pQKc7mdA57I5QHPww5Tj180z3KRwzFMVHbU+LdVnrraPxN1YYK0B+kp8AwDzCPMI8ol194DjY5o7bGoCbYAC+T+C9s40Nft56j+gC72cVJ4AbhbeRkiaK4qO2p9VokPQ+Y4WxAuQn+Ul+AgDzCPMIhl7b18E2976tAYiuH3Mzgfd+29Opous5XUwxPit93v+drjM0bseO0o+NDrenzWBuuNT7jBXGCpCf5Cf5CQDMI8wjGHp9D4Nt7rStATipYlmC5D+72N7+Re5FeqzXrfCVvtejPu+/quvAVPPUVjA3nIuWscJYAfKT/CQ/AYB5hHkEQ6/vQR2fTqhjAJKy7lTNHxH5cbtDp8d8wfWcZipKkB90G5h6nnoUzAs2+zBWGCtAfpKf5CcAMI8wj2D49d2r29MJ0w7AowKd7mFJ73nYb63kPDFELU4hNnPpcT2JJAgU6ovPOv1Ij7HCWAHIT/ITAJhHmEdQ7jXeCba3n20NwFqBTve8hPdb6elUZ7d/4erT4QZZm0JsencB/qjLQCV5KrrO1YloGSuMFSA/yU/yEwCYR5hHMPQab0Qbf1sDsFBgt91XJbzfac9r3u/538+D57I1hdj0briwrstAJXnqbTAvHIuWscJYAfKT/CQ/AYB5hHkEQ69x7ZbsqSIIP4MBeDfm+zwe9np9EsQgexOOya47UKE2Oeo4mBdeiJaxwlgB8pP8JD8BgHmEeQRDr/NCnZbsqSoIZ8EAfB3jPe6lx9Wt17ruF9ACO//uTzAesz1J8bq1Fx+akaM+BfPCoWgZK4wVID/JT/ITAJhHmEcQut5RS20NwPtJL6ye/QLW81rPBvy7V1XfEZq+9tOy140CxuqTp4rixgpjBSA/yU8AYB5hHkGp17vzRfFXBYIwN8Lr7/Ss0XQ+aC2arLNVuaFe+rrz6XFxO+llv5LpJlBpjvoWzAvPRMtYYawA+Ul+kp8AwDzCPILQNb+qy+auVQXgoEACWC742jN9NgrYvuPf7wXP4/OEYvGm530e6yJQeY66qMO6aq6DscJYAfKT/AQA5hHmEXSw3rLZ1gA8KpAANgq+9ouev/845N/vBM/j2wTisN3z692n1u6uCu1M0nuiZawwVoD8JD/JTwBgHmEeQan1ls22BmCjQAJ4UOB113o61O/0WBnyN+vB87gsOQbZRgI/br3+TdFfAIHKk/SeaBkrjBUgP8lP8hMAmEeYR1BqvWWrrQFYLpAAnhR43dOiGwFkC7dHT6TkGBz3vPyBrgGNS9J7omWsMFaA/CQ/yU8AYB5hHkHo2p93ut6SbRRQIAEcBl+zd02mrKg1H/i72QLncq+kz7/Z8+vdqUdEoFY56qbTv1waK4wVgPwkPwGAeYR5BOW3/9PO34RYoNO9CbzWQp/dS3cLnMt18FzWS/jc9/LddP/K3ntVt4BG5qdN0TJWGCtAfpKf5CcAMI8wjyDUBqJF8SdtDsJlMAjvA6/1oXdX3CK/MhW4dX+nhM/9vuc1n+kS0NgJyqZoGSuMFSA/yU8AgHmEeQShNhAtih+2OQjfgkH4MuR1+u2UuzqhC/J4zM+827uzru4AtcxPiuLGCmMFID/JTwBgHmEeQbltX1E8a/zBIFzc8RrzfX5dezfCuXyY9AXJN1L41bML8KLuALXMT4rixgpjBSA/yU8AYB5hHkG5bV9RvM9Os4Nc3/Ear3v/7SidKlujqay1nAa8/kyfXwEf6gpQ2/ykKG6sMFYA8pP8BADmEeYRlNv2FcX7dN6BBvz9ds9jF5mnI57LYVlrOQVf/51uUHp7onx72pOiuLHCWAHIT/ITAJhHmEdQUttXFC/Q6TILPX/b71emb0U2Euh5vcdlrOU04LV3ehLVT4+ITKQ9oSheRXva1PuMFcYKkJ/kJwDAPMI8glCbUBTPdpgtkABWe/72eZ9/szHGuWyNu5bTgNddzh9fUUSbfHtCUbyK9qQ/GyuMFSA/yU8AgHmEeQSxdqEonu86W7jwlCWDfEH+207GPJe14Hn8LvCas+nxtefvjzT/ibUnFMWraE8GdGOFsQLkJ/kJADCPMI8g1jYUxbNOXSAB7NwRvKv0uDfmudwrcC5zwdfsXR/qLEsKmv/E2hOK4lW0p029z1hhrAD5SX4CAMwjzCMItQ1F8fTD3S9anEv/c7/P/7Zf0vlELQdea7dPklrW9CfanlAUr6I9bep9xgpjBchP8hMAYB5hHkGorSmKpx9uqUCnyxb9X0iPXz3//XlZvzSlr3NZRhEsT2y/B/2qx8TaE4riZbana0VxY4WxApCf5CcAMI8wj6DUtn8WbGsHbQ7CYoEEkG0icNLnv39Q4vl8D57L7h2vMZceP3r+/UtNfirtCUXxMtvTxbj5AGOFsQLkJ/kJADCPgJHqLXttDsJMgQTwrc9/97nk8/kcPJend7zGO2smVdaeUBSXpI0VxgpAfpKfAMA8wjwC9ZbaB2Ic90s+l+Pg+x4N+PtDayZV2paOHaUfG5K0orixwlgByE8AgHmEeQTqLeUG4veInf9kAufyMvjex33+Nts1+MaaSdCa3PRdkjZWGCsA+QkAMI8wj6DUtvYr2NYetj0QFyN0/ixpLE3gXA6C7/+p5+9W+lzQQ80cGp2borshPxEtY4WxAuQn+QkAMI8wjyDU1qI2JYD/9XpC57IXXcvp1t/M9rmj9FO2NpRmDo3OTdGiuMHeWGGsYJp9YTt7ZDU9PuR56jR/1PVJeqyJkPwkPyFnNPp6Zf1xJy9MZcsQPEuPVZ/L55ITzCPMI2hZu1cUzwNxXrDzX2c79E5wgIj4eetvPvT8b1lCm9fEofG56b2iuLHCWEGN+sBu8EvTaesnj/KT/ISc0b7rNZcer9Lj8o7rtO5z+VxygnmEeUTjr/d8HucHHY9B1Frbg/GlYAI4nOC53C9wHjP5r6m9yem+bg6tyE1jbTKCscJYUWrMF9PjRVfXJUw/95sR7iDK/mZO65Gf5KeRY3kv23A8PR6nx/O8T93ejPwovyt0Kz0W5AzGuF4rwb1sbpq0l43PVZ/PJSeYR5hHVHZtsx/Q1tPjUT53+NGz7vpcR+OyVKCdLbU9GKcFgnE1yV+c8i/dUQ/7bCJgbWFoT256HcwFb0XLWGGsmFis5/Ni+PWgTX06EINnyeg+Z4+0aknyk/wUjt9aXuwe5VH27/mdo1tyBgWuV/bjy8+C12nH5/K55ATzCPOIWl3DrPi9ems5pZP0+DpkE9XvHW7zqwXa2YIE8K/nUzif6M6/v6exphNQWW46HHXnbYwVxoqx4zufF6auutzf8rsobpLxnGhR8pP8NDRmu/mX17KcVbH8gJzRyLb3ZYRrNLGlE3yudn0uOcE8wjxiovOGk/yHox8j9rOXHW7zm9EgdSEY0XV7f07j0YIR7ww58wsqtC43jbTzNsYKY8VYcZ3Pf5C68iNUoTw09E4erUt+kp/6xmp1xCJXuJg0zWKYnNG49rcxxjV66XP5XHKCeYR5RGXX7LiEfrXT4Ta/FYzRjcb0r/0pnc9ZwYb8o/W380M3E3V05+1T0TJWGCvGjmf2yOHTwCPJXSuKl3XnaraB04yWJj/JT/8Vp6cl3EEZfdR9U86gz/V6PcY1+lXXa+Rz1edzyQnmEeYRE4vRSn6382Ze4H2c39gT/UHhJunwZqT5GuuhH4IkgH9/EZuZ0vl8LPgo1Ko0Dq3MTTvRNURFy1hhrBg5jtmd4fvpcWm5or7xuS6xMPdIi5Of5Kd/YvQqma7radwRJmc0rh1+H/MarflcPpecYB5hHlGrazkTvPP/tONxiu518K0LwYj84ro3xfN5WyABPNDtobW5KbrO1YVoGSuMFYXjN5s/0ntV8AtZ14riZXqn5clP8tOf+LxJqnEz6TvG5YzGtcWLMa/Rps/lc8kJ5hHmEbW7nvcDcTvseIyi+7edCsZ/Ht2YqeHFOdLdofOD2Z/HIUXLWGGsCMdtruCd4e4UL8+5Fig/dT0/lbi+7jiF8VU5g/x6/RjzGm34XD6XnGAeYR7RyDrCZsdj9DLYxj5KAGmDmvL5PI1cGGtqQetz01KBSeKciBkrjBV3xms2f0zu55hfyKwpPh7r2stPnc1P6efdDqwhnvW5bHPMF/n6oHv5fz7Pv8Blcftdwtq8c3IG2Z23Y/7Acs/n8rnkBPMI84jaXc+HgSVnZjseo2Pf/f4Nxl1ryZxUcD67w27f73oDhg4V8aKWRMxYYazoG6eZvKB00VMQepVPuJ8mxTbz6VpRvOx1jzdkE/mpi/kp37/g1x1F6uwO8uUCeW0jX4Zl1I06X8gZBAond/nkc/lccoJ5hHlELa/nsKfSPotR8qnK+VLdgrF3x68nyxWcz/qQzQ38OgrdSdbRu8HWRctYYazoG6e/dyh9y++0XBvw7z4oiveNy9IYRTePaspP8tO/Mem3XuvvfDmnuTFed7Hg2qu333tRzuh87pgZY0mObZ/L55ITzCPMI2p5PYc9VfJcjJIvwZzztAvB2B7w4fcrOp/FOxLSmi4OnUrW0Q11HoqWscJY0TdO2RIEO8Merxwy+e5sUfzWF6UbX2blJ/lp5Hj02zj7qswftPO76opuHPxCziCN8Upd2o7P1c7PJSeYR5hHTD1+53VaDqehMfprpwvBWB2wnt9MRecz02fQyP7/Ld0bOpeso+vw7YuWscJYMXY8rxTFB8Yne2T7soQvsytam/zUwevzqc9d2hsTeJ+1O5Zo6efXpNqInNG4NrpR4Hq9aso6vj5XfT6XnGAeYR4xtdgtDOlDV9Zi/xOn6I+La11pNDd1+vWpz92hB7o3dDJZR5d0sPO2scJYMX48vyiKD/2CspUv1XCaP8J9kf/n+3x5muxOo0d3FObuaWnyU8euzXKfL/aPJ/h+mwXvyHwgZ5Bfr8Uh42BW0Hzkc/lccoJ5hHlEra/lzrANSkXpT5zs3dYTkK+3fn16WIPzub0G0KEmC51N1tHNaU5Ey1jhCo0dz1NF8dJi+WzAI68zoiM/dey6HPf0gw+T7gcF1xh/LWfQcy1W8uLkcX68zAuZsz6XzyUnmEeYRzS+fvBUjAYuz9PPTFeCcj+fQG7U5HxW8vPZ0a2h0wl7P5isv4iWsYKx46koXl4s+23Y9Elk5KeOXZO5ng2zJ7K5ZZ/3XSiwjMqpnAGYR2Ae0ZrrOGwz3hUx+rMEVcRPLQqg2oT9MJiwL0QLxu5viuLlxXLfnSnoB/8zhh9M8b0Pg/OHSzkDMI+AVvSbpSFj/ldR+mdz8ojvogVQbcK+H0zYNx4nhLH7m6J4ebE87hO7RZGhY/3g/e27jbI7x6f43ssFHg2elTMA8whofL95PGS8fyFKf+J0EJwfWX8doOKEvVDgS+2SiMFY/U1RvJw4zuXrftZuiQaYYj+YyTe6++tJBefwvQnzBzkDkBOglL5zMmS83xSlP3F606R9VwC6nrR/B5P2hmjBWH1NUbycOPZbB3RLZOhYP7i9XuVlFU9zBb4c16UoLmcAcgKM129mhuwn8rvpG/CWGKtPwfnRgWgBVJ+0fwST9q5owVh9TVG8nDh+7YnZN8s70cF+8PRWHziq6BwOG1IUlzMAOQHG6zfDll39LEr/xEp9BaBBSTv6S+ahaMFYfU1RfPwYPu8Tsx2RoYN94eTWnVnzFZ1DdCOpeTkDMI+ARvedYT+EPxelP3GaLfAk/rqIAVSfuKNrXr0TLRirrymKjxe/+30mme9Fho72h2xN3M30eFjhOWwGctovOQMwj4DG958vlloNxWmlwJ5t90QMoPrEHd0d+Uy0YKy+pig+euzm+zyKmG2StSg6UFm/jBTFP8sZgHkENL4P3dwx1l9bT/yfOG0HayuXogXQrMT9W7RgrL6mKD5a3LLHEM/6xOqR6EClfTNSFH8jZwDmEdDoPrQ2ZKz/KEr/xCp6w+GpaAHUI3F7xAem09cUxUf7Ittv34MXogOV98+tum0iJWcAcgKU3o/2h4z1+6L0T6yiS9O+ES2A+kwWo5tBbIoYjNzXFMWLxWt+wJ1d79JjRoSg8j66NySf3Uxzk005A5AToJLvMGuiVOj7XuaJaAHUJ3l/CybvZ6IFE50kKYr/J1ZL6XHeJz6ffJGF2vTTo7qsJy5nAHICTKQvzQ25ge5yWJ/Kn0w/LvFYqXG8fgXrKjYmBahR8o4+5qNgB6P3M0XxWJyyJRl+urMLat9X3w3JZ3tyBmAeAY3uTztDxvr3gdfYTMq1WdNYLRf4DAtaF0B9EvizYPI+Ey0YuZ8pit8dn5lsjc8Bu9u/8EUWatdn73rKLLurbFbOAMwjoNH96tW4y4Dky7Uu5UdWOH5QYJmRzEV6HKbHw/S4P+n5xRix2gl+nkstC6BeCTz66+0vE0oYuZ8pig+OzdKAAls2Cd7ReqB2fXZuQOHpr7dyBmAeAY3vWz+GfHdZGuO1hy3hepYXmmcaEquDYE3ls5YFUK8EPj/ky62NNGD8fqYofncO+tXnMWePFkI9++yDO/LYdXrckzMA8whodL9amuQdz3cUxbN5xH7TbsbLlpIJ1lOOtC6A+iXx6GabD0ULRupjiuJ3x+d5HoMsF21pMVDr/vrijjz2Qs4AzCOg8X1qb1LfW7KNJge85sdx7j6vOF6/1FMAmjvoRX/ZfCVaMFIfUxS/Oz7zdmKHxn/x+z2tOzPlDEBOgIn2qeMh31sejfi62RJs533uDn/S4FjNF1gjfVnrAqhfIn9sDSyYaB9TFAfakMu2PBIMAK0f7y8msZ54n5vxvjd9idZ8E9DQJpv2aAOoZyJfDybya9GCkfqYojjQhlx2MiB/fU2PWRECgNbXBr6P+Lpv27j2f/oZDoO1lA9aF0A9E/ls/thzxJKIQeE+pigOND2PLeSPOPe6sWwBALRmvB9W5H0zwmu+bevTZcHveZlDrQugvsn8UzCZPxEtmMhkSVEcqHMeO6pyc00AoBbfW3YKvNZsz1Nmv0ddj7ymsSpyc+Gm1gVQ34R+EEzm70QLSp9cKooDdc5hc/lamEmftUAtmwIA7RjvI0Xe+eBrzfSsIX5VpKDekHhtRZehNV8CqHdC3wkm9O+iBYX7l6I40OQc9mrAF7wV0QGA1oz3m0O+r5wFX2ch32/krx9tXIY1/UxP1VAA2pHQ5/N1QSMWRAwK9S9FcaCp+WtlwPxgV3QAoFVj/uG462Kn/2Y5f5Lsr89trR/03Al/l9daF0D9k/qXYFJ/JFpQqG8pigNNzF0z+ZdZm0UBgO8s20P+frNnubVPbV02JJ8jXQXrJztaF0D9E7t1xaGaCaaiOFDH3NXvseDsrqgZ0QGAVo35w9YTv7pr/E//t72eJ8tetnm+EFhq5vbmotYTB2hAYl8LJvZfvhBDob6lKA40LW+t5OuG3/bVFzsAaOW4vzvku8rnAX+X3TH99ta/ywrj+x2I11GwdvJZ6wJoTnK/DCb3ddGCcL9SFAealLPme9YDzfxs4yZZAMCfsf94yHeVZ33+ZjHbfLPnrujtjsTrW7Bu8kzrAmhOcj8JJvfnogXhfqUoDjQpZ73pyU/ZD+YrIgMArR37L4Z8V7nf8+/Xe26oywriWx2J1eKATcj7MX8CaFCC3w0m9zPRgnC/UhQHmpKvHvV80cvWEF0VGQBo7di/NOR7yuXt5VPT//tJn/XHsyXX5jsSr8fBmsm51gXQrAS/UOBXzwURg1C/UhQHmpCr1nu+5Gb/96bIAECrx/+9Id9TTvJ/NzfkyfJnHYnX62C95I3WBdC8JP8lmOQfiRaE+pSiOFD3PLWUb6R9267IAEDr5wBD1xPPlk/J7nwedmf07TvKWxqrmQL7sO1oXQDNS/QHwSR/KloQ6lOK4kCdc9S9ni+6NwriANCZecCw9cSP+iyXMshWy2O1EYxDtkH5rNYF0LxEH11C5aYr64bBmH1KURyoa36aT4+vPfloT2QAoBPzgKWkmGF1gnctj9dRME5vtS6A5ib7s2CydycZDO9PiuJAHXPTbJ/89FRkAKAzc4GDAgXxV+nxIlA0X2pxvL4FY/VA6wJobrJ/Gkz2H0ULhvYnRXGgbnkpWxPzY08eeiEyAOB7So/ff/cTy+8sH3a3+FFLY7UWfKI+W3N8TusCaG7Cjy6hklkQMRh7sqkoDkwzL5305qC2b44FAPzXXGA2sFb4Ze864en//zmwnvZMC+P1IlgfeaN1ATQ/6Z8Gk/6eaMHYfUlRHJhWTnrVk38+KIgDQOfmA5tDvp9cZ5tx9/m7R4HvNo9aFquZ/AeCiG2tC6D5iX83mPTPRAvu7EuK4kBd8tHzntzzPrtTTGQAoHNzgsMh308+Dfi7rED8a8jffmlZrHaCtZFzNxoAtCPxz6XHVTD5L4sYDOxLiuJAHXJR72ZanxXEAcB3lAEe3/G3kaVE1lsUq4/BusihlgXQnuT/Jpj8bc4Fo084FcWBSeehvZ69Qr6lx7zIAEAn5wWR9cRX7/j71cAeZCctidW9QKz+WtS6ANozWK4Fk/+lu81gYD9SFAeqzEHPer64/pj2JtlZAT49nmRPobkiAFD53GDYeuK/hi0DEthw83e/NckbOo+K+KRlAbRvwPxhQwkYqw8pigNV5Z/HPQXxn1UseXbrMesDVwUAKp8fDHsi/HXgNbbb/kR5vn76ebAe8kjLAmjfgPk0OAicihb07UOK4kAVuedhT0E82ydkpYLzWM/P48ZjxQBQiznCxZDvJruB14gUjH81ebm2fC5lg02ADg+Y8wU23NwUMfifPqQoDkw772z3rH9ZVUF87tYTZ19cGQCofI6wVNayJ/nSaMMcNDhWn4N1kMdaFkB7B86XwcFAYQ/+t/8oigPTzDmbfQri9ys4j+wOsve3zmPP1QGAyucJe2U9AR68ga7Q3eL5xpavqt6HJLiZ6N8fEWxeDtDigbPIgODRaPjv/qMoDkwr36zlXz5vj8tbFZxHVhB/2/OF2IbcAFD9XOH1kO8lLwu+3vMy7xbPC+Khdc0nHKdXwRsDX2tVAO0fPN8bFGCkvqMoDkwj16z0FMQzDys4j/vp8bXnPF65QgBQi/nCRZlLoha4W3wu8Fprt/YhWakwRtnd6tduCgTg9gCVBAeGeyIG//Sdc0VxYApf3npzzXG+lMo0jt30OEqPbwNy3IqrBACVzxeWhzwBfj3KUiD5HGCYoyGvkT1ldjbK3eoTiNOLYO3jo1YF0J1BNLrRxJFowT93TkSWHnonWsCIeWaxz53ZdWKDTQCox5zh8ZAx+/OIr5ttrH055LWz70Rrd7zGs1HWIJ/Q97er4BxnU6sC6M4guhkcHK5sNgGF+sw30QJG/OJ2ntTbnisFALWYNwxbEnV/jNfej3zn6bfHSPrfbdxarmSv4hgdBuc3p1oUQPcG0tPgIHEoWugv4acr7FoOFM0v8zW/Q9wGmwBQn3nDTOAO6M0xX/8iMDf4cHtukC/T+vfvvmSvU/HcKnqX+JZWBdC9wdTd4hDrK48LFo8ORQ0I5pfZAj+6VckGmwBQj7nD+pAx+3rcgnS+x0jEeb4O+fGtO8Svq96DpMBd4tYSB+jwgPoxOFi8FC062D+yuyQOgmuJ966ztyuCQCDHvEuawQabAFCP+cPBNAq9+d3ejVtuLX3/hfwJt4j7WhRAdwfU1WDBL1sSYlHE6ECfyDaX2crveLgcs4h0mt9lviSyQE+umSnww7QNNgGAv3OIsyHj9tOS3mexQHH5rzc1iM+r4Ll+0JoADKoGDbrc/hfyx/2+5Gvg/Z5QUekyXzP4Y/5+x6IPnc49b5Lm2HPFAKAW84f5wPeVlRLf72GBp2bfV7mOeH6+bvoDoNDAsVBgE4oNEaNl7X+pqiqT6EOnc89FQwriNtgEgPrMHx4MGbcvJvCezwKF5tfZE7c1iI/lYQEoPHjsBwePs6p//QUAAACmVi/Y7rPGeFYo/5T9bzU6x+gTvPOuKgC3B5GvwUFkX7QAAACgO7KlWdJjM9ugsk6F5eyptvT4GaxnPHQlAegdSDaC629lS63cEzEAAACgSkmSHAYL4qeefAdg0GDyOrqJhmgBAAAAVcnvXv8dqGHclLkJKQDtG1DmCzx2tCNiAAAAQBXyu78jDkQLgGGDyk5wGZWfllEBAAAApi1JkmeWTQGg7MHFMioAAABA7SRJshpcNuU6PZZFDIDoADOXHj+ChfFdEQMAAAAmLbvrOz3OgvWKPREDoOhAsxJcRuXahhUAAADApBV4sv3EsikAjDrYRNfoyn6lnRUxAAAAYBIK7IH2LXsCXsQAGGfQOQkWxt+KFgAAAFC2/Gn2q0BtIltrfE3EABh34JlNj6/BwvgTEQMAAADKUnDfs0ciBkBZA9BielwGBp/sMaYNEQMAAADKkCTJh2BB/JVoAVD2ILSZP4Y0TFY8XxIxAAAAYBxJkhwFC+KfbKwJwKQGo93gphbZY03zIgYAAACMIkmSx8GCuI01AZj4oHQQHJQ++pUWAAAAKCpJkvXg0+oX6bEgYgBMY3B6ESyMHyuMAwAAAFFJkqylx69AzSH7N8siBsA0B6m3wcL4W4VxAAAAYJgkSVaCBfGr9LgvYgBUMVgdBwvjR6IFAAAADJIXxM8DNYZrBXEAqhywZtLjncI4AAAAMKokSZby9cEjd4hviRgAdRi83gQL469FCwAAAPgrL4hfWjIFgCYOYrvpsRc4FkULAAAAyCRJsh2sJ6yKVsz/A0T9ei/v9zpUAAAB/nRFWHRNYXRoTUwAPG1hdGggeG1sbnM9Imh0dHA6Ly93d3cudzMub3JnLzE5OTgvTWF0aC9NYXRoTUwiPjxtc3R5bGUgbWF0aHNpemU9IjI4cHgiPjxtaSBtYXRoY29sb3I9IiNGRkZGRkYiPnc8L21pPjxtbyBtYXRoY29sb3I9IiNGRkZGRkYiPiYjeEEwOzwvbW8+PG1vIG1hdGhjb2xvcj0iI0ZGRkZGRiI+PTwvbW8+PG1vIG1hdGhjb2xvcj0iI0ZGRkZGRiI+JiN4QTA7PC9tbz48bWZlbmNlZCBtYXRoY29sb3I9IiNGRkZGRkYiPjxtcm93Pjxtc3ViPjxtaT53PC9taT48bXJvdz48bW4+MTwvbW4+PG1vPiYjeEEwOzwvbW8+PC9tcm93PjwvbXN1Yj48bW8+LDwvbW8+PG1vPiYjeEEwOzwvbW8+PG1zdWI+PG1pPnc8L21pPjxtbj4yPC9tbj48L21zdWI+PG1vPiw8L21vPjxtbz4mI3hBMDs8L21vPjxtbz4uPC9tbz48bW8+LjwvbW8+PG1vPi48L21vPjxtbz4sPC9tbz48bW8+JiN4QTA7PC9tbz48bXN1Yj48bWk+dzwvbWk+PG1pPms8L21pPjwvbXN1Yj48L21yb3c+PC9tZmVuY2VkPjwvbXN0eWxlPjwvbWF0aD4rajF+AAAAAElFTkSuQmCC\&quot;,\&quot;slideId\&quot;:292,\&quot;accessibleText\&quot;:\&quot;w space equals space open parentheses w subscript 1 space end subscript comma space w subscript 2 comma space... comma space w subscript k close parentheses\&quot;,\&quot;imageHeight\&quot;:42.048},{\&quot;mathml\&quot;:\&quot;&lt;math style=\\\&quot;font-family:stix;font-size:28px;\\\&quot; xmlns=\\\&quot;http://www.w3.org/1998/Math/MathML\\\&quot;&gt;&lt;mi mathcolor=\\\&quot;#FFFFFF\\\&quot;&gt;x&lt;/mi&gt;&lt;mo mathcolor=\\\&quot;#FFFFFF\\\&quot;&gt;&amp;#xA0;&lt;/mo&gt;&lt;mo mathcolor=\\\&quot;#FFFFFF\\\&quot;&gt;=&lt;/mo&gt;&lt;mo mathcolor=\\\&quot;#FFFFFF\\\&quot;&gt;&amp;#xA0;&lt;/mo&gt;&lt;mfenced mathcolor=\\\&quot;#FFFFFF\\\&quot;&gt;&lt;mrow&gt;&lt;msub&gt;&lt;mi&gt;x&lt;/mi&gt;&lt;mn&gt;1&lt;/mn&gt;&lt;/msub&gt;&lt;mo&gt;,&lt;/mo&gt;&lt;mo&gt;&amp;#xA0;&lt;/mo&gt;&lt;msub&gt;&lt;mi&gt;x&lt;/mi&gt;&lt;mn&gt;2&lt;/mn&gt;&lt;/msub&gt;&lt;mo&gt;,&lt;/mo&gt;&lt;mo&gt;&amp;#xA0;&lt;/mo&gt;&lt;mo&gt;.&lt;/mo&gt;&lt;mo&gt;.&lt;/mo&gt;&lt;mo&gt;.&lt;/mo&gt;&lt;mo&gt;,&lt;/mo&gt;&lt;mo&gt;&amp;#xA0;&lt;/mo&gt;&lt;msub&gt;&lt;mi&gt;x&lt;/mi&gt;&lt;mi&gt;k&lt;/mi&gt;&lt;/msub&gt;&lt;/mrow&gt;&lt;/mfenced&gt;&lt;/math&gt;\&quot;,\&quot;base64Image\&quot;:\&quot;iVBORw0KGgoAAAANSUhEUgAABeoAAAD3CAYAAABii2RJAAAACXBIWXMAAA7EAAAOxAGVKw4bAAAABGJhU0UAAACYPvCJ6AAALYhJREFUeNrt3S1QHNu2AOArEAgEAoGIQEREIBAIRAQCEYGIQCCOQEQgIiIQERFURUQgIiIQEQhEREQEIgKBiIhARERERCAQEQgEAhGxX/e7nXM5c2aGXj1/Pd3fV9VV750LZGb13mvtWdO9+z//AaDWUkob2XFW8jjNjiVRAwAAAMpIKe0F+g5H2TEnagC0rVg+yY7bVE7+c09EDQAAACgrpTSbHZ9TefnPzoocAG0plHmT/ibQpN8UNQAAACAqpTQTbNafatYD0IYCuRG8kl6THgAAAKisuLL+RLMeAP6jSQ8AAABMhmY9APwn3KTPPRU1AAAAYFgqNOs/e8AsAE0qhA+y4ypQCHdFDQAAABi2vPGeHd8CPYpjUQOgCQUwb9JfBArga1EDAAAARqXoVfwM9CreiBoA01z48lvKvkS+pc6fxi5yAAAAwCillB5lx02gZ/FM1ACY1qL3IVDwvnpICwAAADAuKaXN7Phdsm+R/9xjUQNg2ordy0CT/ld+25moAQAAAONUoX+xJGoATEuR2wh8I32bHWuiBgAAAExCcEeA/EG0c6IGQN2L28PgHm/PRQ0AAACYlLzxHny47KGoAVDnwjYfLGwfPDwWAAAAmLR8S97suAr0NPZEDYC6FrX3gYL2061iAAAAQF2klP4K9DXyLX+XRQ2AuhWzJ56UDgAAAEyzfFubQLP+R767gKgBUJcitpQdl4FC9lLUAAAAgLrJt+gtHhhb1kdRA2AaC9i5fekBAACAukoprWTHbaDXsS1qAEy6eL0KFK5b+7cBAAAAdRfsd+QPoV0UNQAmVbSi3zDb8gYAAACoPVvgADBNResk+IAVW94AAAAAUyGltJYdvwO9j01RA2DcxepJsFg9FjUAAABgmqSU3gV6HxfZMSdqAIyrSM1nx2WgUB2IGgAAADBt8sZ7dvwM9EAORQ2AcRWpyLfJl75NBgAAAKZVSmkrxSyLGgCjLk4P7c8GAAAAtElK6UugF/LZc/oAGHVh+hwoTGciBgAAAEy7lNKj4IWLf4kaAKMqSpFbvfLitSJqAAAAQBOklI4CfZEf2TEragAMuxjNBB+e8l7UAAAAgKZIKS0Gr6p/LmoADLsY7QYK0W12PBA1AAAAoElSSu8C/ZFf2TEvagAMqwjNZsdloBC9FTUAAACgaYqr6m8CPZKXogbAsIrQy0ABus6OBVEDAAAAmiiltB/sk7iqHoCBi898catWWa9EDQAAAGiqoldyFeiVvBE1AAYtPq99SwwAAADwPymlveCz/Ow+AEDlojMbvJr+QNQAAACApiuuqr+xAwEA4yg60W+HF0UNAAAAaIPgLgRXdiEAoEqxiV5N/1bUAAAAgLbIt7MJXlX/UtQAiBabnUCh+Z0dD0UNAAAAaJOU0mGgf3KZHTOiBkCk0HwLFJpPIgYAAAC0TUppubiAsaxtUQOgbJF5nGI2RA0AAABoo5TSx0AP5bur6gEoW2A+KDAAAAAA90sprQcveFwXNQDuKy4Pgrds7YoaAAAA0GYppR+BXsoHEQPgvsKyHygs+ZPN50QNAAAAaLP8QsZAPyW/QPKBqAHQr7BcBArLkYgBAAAAbZdSms+O60BP5ZWoAdCrqHiILAAAAEAFwWf+/fDMPwCGUVA8RBYAAACg4KGyAAyjmERv0doXNQAAAID/saUwAIMWEg89AQAAABhASulNoL+SXzA5K2oA3C0kXwKF5FTEAAAAAP4ppbRcXOBY1raoAfCniDwMFpEdUQMAAAD4t+K5fmV9FDEA/hSQV4ECcpPvZy9qAAAAAP+mzwJA1QJyHiggJyIGAAAA0F2x/U3ElqgBKB5LwW1vnokaAAAAQG8ppZ+BXssnEQNQOF4ECkfe0F8QNQAAAIDeUkqvA/2W2+xYFDWAdheOr4HC8VnEAAAAAPpLKa0Et7/5S9QA2ls0FoPb3jwXNQAAAID7pZQuAz2XIxEDaG/B2Ap+u7ssagAAAAD3SykdB3ouN9kxK2oA7SwYHwIF43t2zIgaAAAAwP1SSk+DF0g+FjWA9hWLmey4DhSLA1EDAAAAKCelNFc8KLasV6IG0L5isRr8VndT1AAAAADKSyl9CfReTkUMoH2FYi9QKPIHzs6LGgAAAEB5KaXX9qkHoF+h+BooFJ9FDAAAACAmpbQS3NHgqagBtKdILBRXyZf1QtQAAAAA4lJKvwI9mEMRA2hPgdgMfpu7KmoAAAAAcSmlj4EezHcRA2hPgTgIFIjr7JgRNQAAAIC4lNLz4AWTC6IG0I4CcR4oDiciBgAAAFBNSmk52KjfEjWA5heHueD+9C9FDQAAAKC6YseCst6KGEDzC8NG8Fvcx6IGAAAAUF2+Y0GgF3MuYgDNLwz7gcJwmx2zogYAAABQXb5jQaAfk++EMCdqAM0uDGeBwnAmYgAAAACDSSmtB3c4WBc1gGYXhstAUXgvYgAAAACDSSktBhv1+6IG0OyiEHmQ7HNRAwAAABhc8OLJUxEDaG5BeBr89nZF1AAAAAAGl1L6EOjJXIoYQHMLwkGgIFxnx4yoAQAAAAwu37kgeAHlgqgBNLMgfAwUg+8iBgAAADAcKaXHwUb9lqgBNLMgXASKwZGIAQAAAAxHhQfKvhE1AMVgV9QAAAAAhid4EeUHEQNoXiFYCzbqn4gaAAAAwPCklD4HejMXIgbQvELggSUAAAAAE5RvZxPsz8yIGkCzCsHbQBG4FjEAAACA4Uop/RVs1K+K2nACv1g8zXc7O3ay42n+3yb0WmbyE5sdm8VryV/TI2cJWpOPTgNF4IuIqTlqDsgZcgYAYK1jrcPQx8NKsFH/TNTiQZ4vJtzrvMmVHVc9gvs7O95nx9yYXleelD5mx68er+dbdmw5g9D4HBV5WMmRiKk5ag7IGXIGAGCtY63D0MfFTLBR/1rUygV1o0gC5ynu04hf38PgFbTvnVVQBAqvRE3NUXNAzpAzAABrHWsdRjJGIhdTfhCx3okgv0XlXZ9vwyZ+60L2d3ez47bC63nhLEMjc9dyMBf4Rl/NUXNAzpAzAABrHWsdRjNOPgbGxncR+2ciyPexOu5z60xVv4Z5u032t2aDJ/pfD5DMbxdy1qFxeWzTg0rUHDUH5Aw5AwCw1rHWoRZj+yA4NmbaHrDlImjXabR2hvR654K31fSyYbpA4/LZy2AemBU1NUfNATlDzgAArHWsdRjJGH8WHBsP2hysnRLfZOR7YJ1lx9fsuBlgEp4N4fXOV9yTa2RJCqhVTnsXyAFXIqbmqDkgZ8gZAIC1jrUOIxvnT4JjY63NwXrc8UTor8U3efntNktdfj6/FWd7gG/6HtYkIeS2TRdoXE6LfLP/TcTUHDUH5Aw5AwCw1rHWYWTjfMWzBMsHK79l5bC4DWEx8Hsb43yARbH/1dmQb/t5ZLpA43LaZSAHHIuYmqPmgJwhZwAA1jrWOoxsnC8Ex8a+qFUL9HGFifip4r911OPv5d84XlS4/edb6x9OUC0xrzsmeiwZiX3H6EwwD7wRNTVHzQE5Q84AAKx1rHUY6Xj9FRgfhyJWLcirVZ40XeHfedEjGezffWp1cSvFYfG/9XObNz2dwfB5WEpM2r6R2HeMPgjG84WoqTlqDsgZcgYAYK1jrcNIx+vPwDg9EbHxBPqP5cDfX+8yyS/7/Y18z60+3/bl+3htOnOVzrVGvUZ93cfoY/ueqTlqDiBnAADWOtY61Gqsep7gmAK9XyEpvCj5txe73BpxUfbhF3niyI697HifHe+KPb/mnbXK51qjXqO+7mN0OxjPx6Km5qg5IGfIGQCAtY61DiMdq5Gtmn6JWPVAr1RICu9K/N2ZLg+quLRH90TPtUa9Rn3dx+heMJ4PRU3NUXNAzpAzAABrHWsdRjpWD4Lj1DMMBgj2VTDY30v8zf0ue1itivZEz7NGvUZ93cfovsSv5qg5gJwBAFjrWOtQq3H6yoWV4wv2pwoNx/k+f6/bHlg7Ij3x86xRr1Ff9zF66FYqNUfNAeQMAMBax1qHWo3TZ7YqHl+wdyskhY0ef2uuuJ3mriNRrsV51qjXqK/7GD0JxPJcxNQcNQfkDDkDALDWsdZh5OP0SXCMbota9WCvVkgKL3v8rc5vAvMnWM+Jci3Os0a9Rn3dx+i3QCw/iZiao+aAnCFnAADWOtY6jHycLgfH6J6oVQ92/pCJ62DAT7r8nc5vAW/sgVWr86xRr1Ff9zH6KxDLQxFTc9QckDPkDADAWsdah5GP04XgGD0QtcEC/iUY8MuO339YJAHfntT3HGvUa9TXfXES8UrU1Bw1B+QMOQMAsNax1mEs4/Q2MEZtuTRgsN9UaDo+6JNUvuaNN5Gt1TmeL5787ZjcsW4k9hyfD4L555moqTlqDsgZcgYAYK1jrcNYxunFIHd9EAv2VoWksFX87l7Hf8+fLv1IVIFADnrkwSRqjpoDyBkAgLWOtQ61HKffA+PzTMQGC/Z8haRwUGynclPmoRYAfXLQejD/rIuamqPmgJwhZwAA1jrWOoxlnJ4GxucXERs84JfBpHCW38rQ8d/O3V4DVMg/fwXzz0NRU3PUHJAz5AwAwFrHWoexjNGjwPi8ELHxBvzP7TSucgWGkX+eVd2PDzUHkDPkDADAWsdah5GO0cPA+PwlYoMH/EUazLEoAhXzz6tgvnGVgJqj5oCcIWcAANY61jqMZ4zuRwakiA0e8JUBEsJVdiyKIiDho+YAcgYAgLUOjRqj+jZjDvhcdtxWTAovRBAYIP+8iyxCREzNEUGQM+QMAMBax1qHsY3R3eC49OXREIJ+WiEhfM+OWdEDBsg9Hkqi5qg5gJwBAFjrWOtQz/G5ExybS6I2eNAPKiSFpyIHDJh7jgM556eIqTmAnCFnAADWOtY6jG18bgfH5iNRGzzomxWSwrLIAQPmnsiVA19ETM0B5Aw5AwCw1rHWYWzjcz04NtdFbfCgL/n2DphA7jkL5JwzEVNzADlDzgAArHWsdRjb+NSon1DgvwcDvy9qwIB5R6NezVFzADkDALDWsdahnmPzcXBsbojacAL/Phj4j6IGDJh3fgZyzrGIqTmAnCFnAADWOtY6jG1sRu/42BG14QQ++nCAS1EDBsw7F4GccyRiag4gZ8gZAIC1jrUOYxubGvUTDPzvYPAXRQ4YIO9o1Ks5ag4gZwAA1jrWOtR3bGrUTyj4l8Hg74oaMEDO0ahXc9QcQM4AAKx1rHWo57jUqJ9g8I+CwX8nasAAOec6kG/eipiaI2ogZ8gZAIC1jrUOYxuXc8FxuSdqwwv+STD4P0UNGCDneKq9mqPmAHIGAGCtY61Dfcem3s0Egv40VbMgeoBkj5oDyBkAANY6NG586t2MOeCPsuOqYlLYEkFAskfNAeQMAABrHRo3RvVuxhjsmew4S9UdiCIg2aPmAHIGAIC1Do0bp3o3Ywz2fhrMN1Gs9fmdL86xY3LHupEo2aPmAHIGAIC1DlM4TvVuxhTo5ey4SYObE83anuOlxKRJUpI9ag4gZwAAWOswjWNV72YMQc6vtP7ZJaAfKySFNRGt7XnWqNeol+xRcwA5AwDAWgeqjFe9mzEE+ahLMM+K/bGiD7F4I6K1Pc8a9Rr1kj1qDiBnAABY60CV8ap3M+IAb3UJ5HX+pOk+CaOfz6Ja23OtUa9RL9mj5gByBgCAtQ5UGbN6NyMM7lKRADo9vfMzu8GTcJsds6Jb2/ONRr1kj5oDyBkAANY6EB23ejcjDO5plyAedPzMcoVm5Kro1rYIoFHfhGT/WsTUHDUH5Aw5AwCw1rHWYazjVg9sRIF92SWA37o9ITr7b5fBE/FKhGt5zjXqNeqbkuzfi5iao+aAnCFnAADWOtY6jHXs6oGNIKhrxe0wd/3Ov6nr8fPRJ02fiHItz7tGvUZ9U5L9kYipOWoOyBlyBgBgrWOtw1jHrx7YkAM6lx0/uwTveZ/feRU8EfkeWzOiXbtzr1GvUV/n8XmrUa/mqDkgZ8gZAIC1jrUOtRy/M+7uGH5Q33cJ3HG/SZz9bysVGpLLol27c69Rr1Ff5/F5EYjjsYipOWoOyBlyBgBgrWOtw9jG74PgOHwmav0DutUlaD+67YHV5XevgifjhYjX7vzn39zuOCZ6rBiJPcdnpFF/JmJqjpoDcoacAQBY61jrMLYxHL0AeEfUegdzMTt+dQQs32riUcnfPw2ejI9DGgBzzh60Ikdp1Ks5ag7IGXIGAGCtY61DPcexRv0Qg9ltUr8M/P7L4Mn4MeDrnSu+Wcyfbr3tDELjc9Q3jXo1R80BOUPOAACsdax1qOU41qgfUiC7TejTyMMlKu6J9WiA1/zhzt/JE8OCMwmNzlNngdzyVcTUHDWn1WMsf4jRRna8yY5PRf44K/b3zP/bk+yYFSk5Q85Azmj1eX+YHU+L7Se3s2O1LQ9X9N6n/73LW9Y61jrUdCyvBcfgX6L27yCuFrfT3HURnWRFobgNnpDtiq/5mW9goHW5KnIr34WIqTlqTmvH2G7xYeE+18UH2XlRkzPkDDlDzmjVOc/n6Pce5zkfCy+aep6992a8d3nLWsdahxqP5/XgGNwQtX8G8M+tKp3WK/69z8ETclTh33jYkXxO2vLtP7Q8Xx1r1Ks5ag59ztV8hb05/3yI3RJBOUPOkDPkjMaf8wfZ8aXkec6boA+9d+9d3sJax1qH0PjYCI7BdVH7ZwCPBtkDq8vf2wuekJ/Bvz+bb2lx5/dv8v2PnElobb7SqFdz1Jzxnb/ZGr+2/Aqi8zSYF2apnCFnhN7vYrEP6Z9jfopeu5zRvnyyWFyhGm1urnrv3ru8hbVOez8fFV9MbBfn6md2vDNy+8brL4366sF70SVAnwb5JqzCNye55cDf/+j2GmhtznoXyCtXIqbmqDlDO3cL2fGq+OB6PEUfcqrYN1vlDDnjX+9rqdjL+X3RJPrVJ163xYfYT8V+u4/r+CWfnNG6fDJT8SrkVIznBe/de5e3sNZp9uej4kuIfH/159lxUOSPmy7xOjF6+8ZxJzj+Hora/ybvbZfbvBYH/Lv5rVi/gydlr2IS++hMQqvy1n4ksYiYmqPmDHze8vi+7ligntXwdS5VGAeu6pAz5Iz+72ex+KD6rcJ+t92uTj3MP/zKGUzonD8b8By/9969d3kLa51mrHWKi5DWioby6+LLh589mvLdPDeC+8Y3elfHUhPe9Gbxzc6fSf2jaGAtlfz99R5XwjwZ0uuL7on1o2QS++2J0tDqhP8qmFvsk6fmqDnVF/gHRXOtUx0b9QdpuPJb5OfMfjmjjTmjaNAfDbkh9I8ckl9lL2cwxvM9U2Hrk24eee/eu7yFtc70rXXyeVzEZBgXH4TuQGjp/NhvVd+mxNYPn/olh+L206suv/dqgicl96zP31vt8s3WE8MfWpfwo1fFPBA1NUfNCcVyvrgC4rpfk62Gr/vbCJqJL2UAOaNtOaOos9dpPD5Mak97OaN1eWltSOd4z3v33q11sNaZvrVO8cXI0L7kMgvujffrQDx/T/ubfR54sx+LwThT/O5scTVqt2+PTof5DUbFonjd7Vup9N8HNnR+YHhr6EMrE350r7MlUVNz1JxSMZwrFvRlGnR1bNTfjODD63WaogdjyhlyxhBywEkav8tJbIcjZ8hNVb9c8t69d2sd+cRaZ/rWOsXFSOt3jo2it5DfqfI9GKcjM+HeeL+PrAWn+Y3OFIvZKpPtS49v7FIawUNSigR0VeG13hSNgo0iGXS7XSd/uvSsoQ+tTPhbbklTc9ScoS9a94Lnuo6N+lFx956c0ficUWx1c54mJ29YbMoZjPB87w/p/J557967tY61jrVO8z4fBbeW+stsuDeeH4a57VKd3+jyCJLy71E1skZ0Vc61rSyg1Ql/zcJTzVFzhrZ4f15xAV/HRv3tiD68vpMN5Iwm54z89RYNgkkba7Nezmhdfno1pPN75r1779Y61jrWOo39fFT2Sxg9yftj+aXJ9eXuG/1rBJNse4Svd3sEC/g1Qx5anfCXgnljR9TUHDXnH3HKG/QvKzbo69yo/zGiD6+nsoGc0dSckf673c0kr6Tv1qxYkTOo8Xz/4L1779Y61jrWOo09v19LxOCnmVAqlj+n+bPlJCfZyxG/3rk03IdRub0EJPyFYN54Lmpqjprzd4N+p+LtutPQqD8c0YfXK9lAzmhqzkj/3Tu3bi7ycyNnMOTz/aD4ImhQu967926tY61jrdPY81vmQiZ3oJSL5a/AuDqe5jc6zNtsjtIQH1TR5zUfDOn1vjbUgSKv/JY71Bw1p3RM8r00d4fUoK9zo35jVF1D2UDOaGLOKO6sKdM0f1fkkLXOBnr67972K0Xj4s0Qr84/kjMYwTkfdAuIfN/mRe/de7fWsdax1mnkuZ0rGYenZkKpeNZq3TfqN3s5LQmheL0LA95enzswzIE7eSVyG9WxiKk5baw5xRX0LzquZsg/bH4o/vvj9N+tpPIPfV+CMTqr6Xv+4sOrnCFnlG409NvrOL/Sfr3KeSiuYH1d5JtBrMoZDPl8r6TB9vh+4b1779Y6WOs0ukbcJ79gcN4sKLUWbM+XQMWH64Em2LgSwp3X/HyA1/vKMAc6csrZtDcU1Rw1Zwxx2Lnzvk6zYytv3vf42ZniZ6a9Ub+YRvBQTJlAzmhazujT6Mnnz9qQ/o354mr82t65I2e0MkftVTyth967926tg7VOo8/rsxKxODcDSsXycXCMPWvCmz6uMLnyfam2Jviao/up5d9SbhriQJd88iGQS36ImJrTxppTXCmfX9W6VPLnnzThC7DiA+ynIX52/SULyBlNyhmp9/66p6O4Sqz4krDq1azrcgYjOOcvg+f03bibat679y5vWetY64w9Pm9LxGTf6C+99ovYbMob3y15+8ptMSEf1OA175VYqP8ukt6C4Q30yCWRffZuREzNUXNKxWs20Ew7m4L386j4ouK0uPLsz7Mtror/9q4YIzvF/93r2RffZQA5o0k5Ix/TPZr0cyP8N1cr3nb/Uc5gROd7vcdc6LzDZNN7996tdbDWacX5LLOt1LqRXyqW0btOVpr05meKK+beFXtJnhXHp6KRtT3KRXfF1zxXvK7Donjkr/dz8f8/s98TUCKP7AcT/5yoqTlqTql4nTelUV/hvfe6yuiTkSFnNCVnpO4PIrwcx/sqboOOXll/W9eYyxmNyVMbRT46Keb7SZGzNptyJbn37r3LW9Y6Ph+VOo+/77sAsNc2ogzcr1kUNYDpTvy7wcT/SNSg1Nw6a3GjfqdpD9CDLuP8c5er5tbH+O9X2Sd6Q84AkLdghHNjrcR65FSkSsczss3SbxEDmP7Ev9mED/lQw7nV5kZ9ry8Al40MGjLGH3a5Wuz1BF7H12AN35czAOQtGOHcKHMF+J5IlY5n5BkalyIGMP2Jf7V1TxGH8cytM1vf/MOFUUGDxnjn812+T+IW7h7b7/TzWc4AkLdghHPjc4n1yKpIlY7neWCd90XEAKY/8S8GP+S/EjUoNbfa3Kjv9nC5t0YFDR7jOzWbb2maHnIoZwDWOtCIeTGbHdf3rEV+Nf3ZHUOO6UVgnfdBxACakfx/B5L/OxGDUvOqlY36/DkWPXKKW8Fpyhhf7HI1/cwEX8+LQA2/ljMA5C0Y0dwosz/9R5EKxfQmsM47EDGAZiT/b4HkfyJiUGpetbVRf9SGuwZo9dzerdOzW4r98kuTMwDkLRjR3CizP/2uSJWO54Pg7gceZg3QkALgASUw/HnVukZ9nyvMPISaJs3tw7rN3+x13E5jo17OAKx1oFHz47TEUmRJpErH83GwUS8PATSkALwOJP/fIgal5lUbG/XdHh51ajTQsLn968743pqyfJPkDAB5C0YwN+ZLbKnrgcuxmG4HG/WPRA2gGQXgWbAAPBA1uHdetapRnz9oust7u3HVDA2b1wsdD0ObrcnrOp62PerlDMBaBxo1PzZLrEPei1QopnvBPs2cqAE0owC4pQqGP69a06jP3sN6jyto7EFJ0+Z13qh/WzxAdq9Gr+ttyXxzLmcAyFswgjlyVGId8pdIhWL63hbFAO1tPEQ8FzW4d161olGfvf7l7Ljq8r7yW8NnjAQYyzzcL5lvPsgZAPIWjGCeXJRYhyyIVCimXwM9ms8iBtCsInAbKAJvRAzunVONb9QXD1Trtij/ZSEOY52L+9NQv+UMwFoHGjtP7vNdpMJxjfRoDkUMoFlFwLe1MNw51ehGfbEg/9ljr9ZVIwDGOh/LNuq35AwAeQuGPFd2S6xBDkQqFNNFux4AtLsQfAgUgR8iBvfOqcY26rPXvNbjFvB879ZNZx/GPifL7FGfz895OQNA3oIhz5fPJdYh5k0sppvBRv1TUQNoViF4FSwE9mOE/nOqkY36YtHY7TbMWwtwmNi8/FQi13yVMwDkLRjyfJnp8aVW59yZFa1QXJ8H+zOLogbQrEKwFSwEy6IGfedUoxr1xSL8oLiSzAdXqNf8/FYi1+zLGQDyFgx53qwPa+vcYrupoxEcL6cwrseB3syNkQjQvAL7MNio/0vUoO+cakyjvtgj8bzH67/MF+jOOEx0jl6XyDVLcgaAvAVDnjtlnpPzuuTfWk+jMY1bjX5t8vsD4P5CMBt8qvi+qEHfOdWIRn32+rb73M6a70e54GzDROdomYeNncsZAPIWTOgzz+PAmmanOHaLO1x+VGzO/8qOj/mXBNO2f3txd89N4L2+NxIBmllkI9/afhYxGHjROg2N+tMet3/veVYF1GKOltm6bkfOAJC3YMhzp8zFfjeDzqNiLpaRv5bD/GHQUx7X5eCXEntGI0AzC+37QDG4FDHoO5+a0qhf7dirNd/n8YEzDLWZo+9KXFE2I2cAyFsw5LmzXeKzzukQ/p3ZEv/Oh6bM2/wOgGCjftVoBGhmoX0RLAjzogY951OT9qjPbxs9sQiEWs7P73W7ykrOAKYwl8pbEJ83R+O42vuevet/Nu0ZEtn7eRN5kKw7fwCaW2jXgo36J6IGPedTkxr1Fn9Qz7m5VOJq+jk5A0DeghHMm4sSn3XWh/Dv9Nqi92gS65wafY7M/TASAZpbaD1QFsa/wDoTLaBinnl5T37ZFSUAYARrkKUSn3OuhrA//csef/dpQ+Ma7ckcGY0AzS64kaeqfxAx6DmXNOqBUeeZ8z655asrRAGAEa1Bdkp8zjke8N942vH8iFSsfZYaHNeHwV0OXJQB0PCCexwoCj9FDHrOJY16YJQ5ZmXUt5oDAPRYh5TZn/75AH//SZcry9/lV5w3PK5bwUb9stEI0OzCsBssDIuiBl3nkkY9MMoc0++L9UMRAgBGuA4psz/9w4p/u7NJn//fz1oS14NAL+ba3ZMAzS8My8FG/ZaoQde5pFEPjCq/POxyK/jfd7tlx7woAQAjWoeU2Z/+ouLf3upo0v/KjrUWxfY80Is5MRoB2lEcrgLF4Z2IQdd5pFEPjCq/9Lrd/HebPswCABNZh7wcxfPsin3v716I8KPJ+9F3ef/zfS7E6GbPaARoR4H4FCgO30QMus4jjXpgFLllpc+HuOciBADU4HPOdvBvvuxY3+RXli+0LK5PgrsbuDgDoCUFYi9QHH67xR4qL2A16oFobvnYI5d8tE8pADDidchsl4e8drMU+Hudz93J//+5Fsb2daAPc9P0B+sC8L8CsRr8JndT1OBf80ijHhh2Xtm0Lz0AMMG1yHqJzzc/Sv6tfKuXk47ffdPWCw+y9/0l0IM5NRoB2lMgZooniJd1IGrwr3mkUQ8MM6fMFXu1dsrr9YoIAQBjWI/sl/h8c1ji7ywVFxrYwu9/67zbQA/mldEI0K5CcRwoEj9FDP41hzTqgWHmlLfuagMApuAzzvY9f2MtO67u/PxtdE/7BsZ1O7irwSOjEaBdhWInWCiWRA3Ci1iNeqBMPnnS4wGyL0QHABjTeqTs/vTzff7Gi46/ce2hqP8fl6NA7+XCaARoX6FYCjbqd0QN/jGHNOqBYeSSxey4tO0cADDhNUnl/emLJn9nM/p7diyL7P/H5yLQezkSMQDFQrGA2PzRqAcGzSOzPXLJ57Y+aA0AmNi65LDK8+vyZ+kUTfm7zrNjQVRdJAlA+YLxJlAs8lvWZkUN/p4/GvXAoHnkXY8mvXoLAIx7XVLmQr7HHb+z1WO7HFfS/y9Gth0GoFTBWA8WjHVRg7/nj0Y9MEgO+avLvvTn/fZ9BQAY0bqkzFXf+bplrvj5meLCv989fva1qP4d28+BnssPEQNob8Eo+7CYP/ZFDf6ePxr1QNX8sdal/v5wizgAMKG1SZmrvr8UPzufHV/v+dkrdwj+f6zm9FwAiBSOD77dhUpzR6MeqJI7VooPr3ddus0ZAJjg+uSoxOeaV9nxqMt+9PZa7x3Xp3YxACBSOLaChcNec/AfjXqgUt6YL66c72zSPxQdAGCCa5Qy+9N/zI6bQO/gXFzTcSBe+TmYMRoB2l04ZosHxZb1RtRAox4I54z81ufTLg9qXxEdAGCCa5SlFPe75M+ttjiuea/lVyCmb41GAPICcuJbcQjPG416IPJB7UtHbrh1ezMAUIN1yk6wSZ/fHbha8oK/4xbHdSMY18dGIwC2v4Fq80ajHiibLz51adI/ERkAoAbrlM+BXkB+d+B88XvHJa+8X2hpXI8Ccf1p2xsA/hSQueD2N69FDfNGox4olSved8kLT0UGAKjBOmW2uICgjHxNM3fnd5+U/L2XLYzrTHZc2fYGgKqFxLe9EJszGvXAfXnisEtO2BUZAKAma5X1klfFP+vx+z9K/P5l2/oH+UUZwV0LPLMIgHCBvmtd1Gj5nNGoB/rliFdd8sGeyAAANVqv7Jf4PPN5wN9v3d2E2fv9EOitfHchJADdislFoJgciRgtny8a9UCv/NCtSb8vMgBAzdYsZfan3+3z+0vFFff3+daWZnS+h39wa2FrRAC6FpT9QDG5/vMQGWjpfNGoB7rlhudd8sAbkQEAarZmKbs//dI9f+eju/LvXQv221bogdEIQLeC8qDkt+H22cV80agH/p0XdrvU0SO3MwMANVy3bJb4LPOrxN8pu43up5bE9Uugp3JqJALQr6icBorKFxGjxXNFox64mxOedrkq7XjSTfrs39/KjsfOEADQsUZ4U+KzzGHJv/W9xN+6bfrV49n7Ww5e/LhlJAJw3wf6iGVRo6VzRaMe+JMPnnT5UJZ/8T074de1WGxVl7+2BWcKALizTjgfViO5uKuwjLcNj+m7QC/ll7suAbivsMwWBSMptNB3rmjUA39u9+68kv5s0k364rWduK0aAOiyRii77e1ioI9w1eZn3WXvay74ENnXRiIAZQqMh8rC/fNEox7kgZUuH0q/1aEuZq9h585reupsAQB31gll7qT/Hvybr0t+PnrR0Jh6iCwAIykwi8F91Z6LGi2cJxr10O4c8KhHk36hBq8t3x/1pnhNl26rBgA61gqHw9qfvqOPcFvi715WufMwvxCirhcJ5mutkvv0//HBKAQgUmiOA0XmhyYALZwjGvXQ3vm/lB0XHXP9Z02a9EvFa7FFHQDQa71wUeJzzGaFv3tU8jPSXoW//bpY46zWMJ6e9QfASAvNWrDQPBE1WjZHNOqhnXN/saMR/ufKsKUavLaVLs+ZWXLWAIA764VHJT7D3Fa5ACHQR/gVuTo++9mHd67W35/iz4Y+HwJQudh8CRQbD6qjbfNDox7aN+/zW67PO+Z4vv3Nowm/roXsOOj2UFtnDQDoWDc8K/EZ5ssYPie9DPzNkzsN/rmaxXM1eJHjplEIQJWCsxEsOI9FjRbNj58a9dCqOd+tSZ97Vzy4ddzHi+LfPuuzH+y2MwcAdKxpPpb4DPN6gL//uOTnpOsyD1TNfmb9zu88q2E8Pwd6Jue2DQZgkKITuYXrRMRoybyYDzxw+auIwdTP+dlgPayD27pdcQYATHxNM1M0yO+zMaY+wvE9f2fhzgVSZ3Vrcge+lPhjyygEYJDCE72q3kNRaMO82AzMiV8iBlM932fv3G49TQ6dPQCgY12zXmINcRPZP77Hv7MSWLNs9/k7x8XP5BdJPaxhPCNrxB/5utIoBGDQ4mOveui+YCxrRdRgauf7pzSd1pw9AKBjXfNqXJ/pA5+Zbro97yffw/7OzxzUMJargbus7U0PwNAK0HqwAG2IGg2eD2vB+ZB7K3IwlfP9/ZQ26b85ewBAl7VNmS1p9ob0by0VTfhSdyHn28IUW/MsdazBftRxO7/8C43A2qx22/YAMN0FPXJLlwek0NR5kDfpryo0zfLG/qoIwlTN9zdpej1zBgGAjrVN2edsrQ7x33w94Jqmlp+jKmwRvG4EAjDMQvQoeBXxU1GjQeM/v6rjoMKV9J23dO7YlxCmYs6/muImff4Q2QVnEQDoWN+Uec7W9TAvuiue9fNzgHXNXk1j+c2FjABMuhgdBYrRd8WIKR3n80VjPr9KYi87Pg/YoO90mR3v8ocmFV+AzYk61CoHPB/ynB+3I2cRAOiyxnlbYh3xaQT/7lpgC5y7jmsax+3g+3hs9AEwioK0UHzDXtZzUWOKxveLYm/E3xO6AvaiOF44GzCxPLAx5U16D5EFAHqtc75P6jN89nd3g2usj3W88K/YQz9yh8CJkQfAKAvT8+BWH0uixpSM7f2aNNn2nQ2YWB7YmfIm/Q9nEQDossZZKtkoXxrha3hR8jW8retdx8Ud15F+yAOjD4BRFqaZ4qnrZR2KGgAAALRbcfdiryv7T/P/vcav/UFwC5+XzjgA4yqukdvW7MkGAAAA5D2FlezYKu5mzB9yuzgFr/kw0AO58CwyAMZZpN4HitRPRQoAAACYNiml9eDFihuiBsA4C9V88eDNsg5EDQAAAJgWKaXZ4ANk34saAJMoWJEHqeTfPi+LGgAAADANUkr7gb7HVXYsiBoAkyhY+YNlvwWK1nn+OyIHAAAA1Fmxl/5toOexLWoATFPh8uRzAAAAoLYqXJj4UdQAqEMBexkoXre2wAEAAADqKqX0KrjlzaKoAVCXInYSKGL5t9JzogYAAADUSUppLbhzwFNRA6BOhWyx+Ba5rANRAwAAAOqi6G1cBnob+6IGQB0L2pPs+B0oaBuiBgAAANRBcLeA83wve1EDoK5F7SBQ1K6z46GoAQAAAJMUfP7epX4GAHUvbPmT0b8GitsX30ADAAAAk5Lf8R/YISD/uSeiBsA0FLj54J5uh6IGAAAAjFtKaSn4zL0XogbANBW6ley4CRS6XVEDAAAAxiWlNJcd3wO9iyO7AgAwjQXvr+CtY49FDQAAABiHlNLH4Na9s6IGwLQWvTeBonflYSwAAADAqAX7Ffn2vouiBsC0F7/3geJ3kR0LogYAAACMQkppL3hR4SNRA6ApRfAkUAS/5Q+kFTUAAABgmFJKTwLb9N5mx7qoAdCkQpg/oOU80Kw/zX9H5AAAAIBhSCltFM33ss/SeyJqADSxIM4Hm/WfPagFAAAAGFRxJf1t4Ep6TXoAGl0Y5ytcWa9ZDwAAAFRSNOlvAk36TVEDoA0FMm/Wf9GsBwAAAEYpuN2NJj0ArSuUs8EHzGrWAwAAAKVp0gNAuYKZN+vXA8eiqAEAAABlpJTWAj2HRyI2Gv8Hel1xYiA2p6EAAAHidEVYdE1hdGhNTAA8bWF0aCB4bWxucz0iaHR0cDovL3d3dy53My5vcmcvMTk5OC9NYXRoL01hdGhNTCI+PG1zdHlsZSBtYXRoc2l6ZT0iMjhweCI+PG1pIG1hdGhjb2xvcj0iI0ZGRkZGRiI+eDwvbWk+PG1vIG1hdGhjb2xvcj0iI0ZGRkZGRiI+JiN4QTA7PC9tbz48bW8gbWF0aGNvbG9yPSIjRkZGRkZGIj49PC9tbz48bW8gbWF0aGNvbG9yPSIjRkZGRkZGIj4mI3hBMDs8L21vPjxtZmVuY2VkIG1hdGhjb2xvcj0iI0ZGRkZGRiI+PG1yb3c+PG1zdWI+PG1pPng8L21pPjxtbj4xPC9tbj48L21zdWI+PG1vPiw8L21vPjxtbz4mI3hBMDs8L21vPjxtc3ViPjxtaT54PC9taT48bW4+MjwvbW4+PC9tc3ViPjxtbz4sPC9tbz48bW8+JiN4QTA7PC9tbz48bW8+LjwvbW8+PG1vPi48L21vPjxtbz4uPC9tbz48bW8+LDwvbW8+PG1vPiYjeEEwOzwvbW8+PG1zdWI+PG1pPng8L21pPjxtaT5rPC9taT48L21zdWI+PC9tcm93PjwvbWZlbmNlZD48L21zdHlsZT48L21hdGg+B8fmbgAAAABJRU5ErkJggg==\&quot;,\&quot;slideId\&quot;:292,\&quot;accessibleText\&quot;:\&quot;x space equals space open parentheses x subscript 1 comma space x subscript 2 comma space... comma space x subscript k close parentheses\&quot;,\&quot;imageHeight\&quot;:41.989999999999995},{\&quot;mathml\&quot;:\&quot;&lt;math style=\\\&quot;font-family:stix;font-size:28px;\\\&quot; xmlns=\\\&quot;http://www.w3.org/1998/Math/MathML\\\&quot;&gt;&lt;mi mathcolor=\\\&quot;#FFFFFF\\\&quot;&gt;w&lt;/mi&gt;&lt;mo mathcolor=\\\&quot;#FFFFFF\\\&quot;&gt;&amp;#xB7;&lt;/mo&gt;&lt;mo mathcolor=\\\&quot;#FFFFFF\\\&quot;&gt;&amp;#xA0;&lt;/mo&gt;&lt;mi mathcolor=\\\&quot;#FFFFFF\\\&quot;&gt;x&lt;/mi&gt;&lt;mo mathcolor=\\\&quot;#FFFFFF\\\&quot;&gt;&amp;#xA0;&lt;/mo&gt;&lt;mo mathcolor=\\\&quot;#FFFFFF\\\&quot;&gt;=&lt;/mo&gt;&lt;mo mathcolor=\\\&quot;#FFFFFF\\\&quot;&gt;&amp;#xA0;&lt;/mo&gt;&lt;mfenced mathcolor=\\\&quot;#FFFFFF\\\&quot;&gt;&lt;mrow&gt;&lt;msub&gt;&lt;mi&gt;w&lt;/mi&gt;&lt;mn&gt;1&lt;/mn&gt;&lt;/msub&gt;&lt;mo&gt;.&lt;/mo&gt;&lt;msub&gt;&lt;mi&gt;x&lt;/mi&gt;&lt;mn&gt;1&lt;/mn&gt;&lt;/msub&gt;&lt;mo&gt;,&lt;/mo&gt;&lt;mo&gt;&amp;#xA0;&lt;/mo&gt;&lt;msub&gt;&lt;mi&gt;w&lt;/mi&gt;&lt;mn&gt;2&lt;/mn&gt;&lt;/msub&gt;&lt;mo&gt;.&lt;/mo&gt;&lt;msub&gt;&lt;mi&gt;x&lt;/mi&gt;&lt;mn&gt;2&lt;/mn&gt;&lt;/msub&gt;&lt;mo&gt;,&lt;/mo&gt;&lt;mo&gt;&amp;#xA0;&lt;/mo&gt;&lt;mo&gt;.&lt;/mo&gt;&lt;mo&gt;.&lt;/mo&gt;&lt;mo&gt;.&lt;/mo&gt;&lt;mo&gt;,&lt;/mo&gt;&lt;mo&gt;&amp;#xA0;&lt;/mo&gt;&lt;msub&gt;&lt;mi&gt;w&lt;/mi&gt;&lt;mi&gt;k&lt;/mi&gt;&lt;/msub&gt;&lt;mo&gt;.&lt;/mo&gt;&lt;msub&gt;&lt;mi&gt;x&lt;/mi&gt;&lt;mi&gt;k&lt;/mi&gt;&lt;/msub&gt;&lt;/mrow&gt;&lt;/mfenced&gt;&lt;/math&gt;\&quot;,\&quot;base64Image\&quot;:\&quot;iVBORw0KGgoAAAANSUhEUgAABcIAAACQCAYAAAAr8BiPAAAACXBIWXMAAA7EAAAOxAGVKw4bAAAABGJhU0UAAABZ0pN7zgAAIfRJREFUeNrt3Q/kVff/OPB5S5JE8paZGR+Z5CORZJKMTJKZN/OWJIlkZmZiZjLJmElmEplJJiPJJIkkmY+MTDKZmEm+kpEkSeL8zuvzOW+/4zrnde59v++f8+fx4Ph81vvec895Pl/n+bz3de8557XXAKi1JEkOJ+U+FyEAAABgoZIkORSZfzgsQgCMsgkdiTShT0UIAAAAGJYkST6JzEMcFSEARtF8vow0ny9ECAAAABi2MOfgl+EAjKvp7I80neMiBAAAAIxKkiTHIvMSB0QIgGE0m52RZvOzCAEAAACjFuYgIvMTO0UIgIU0mXXp8rSkydxMlyWiBAAAAIxamINIl99K5ijC3MU6UQJgPg1mOl3ulzSYR+mySpQAAACAcQlzEenysGSuIsxhTIsSAIM2l2sljeVVurwjQgAAAMC4JUmyOZubKHJNhAAYpKkcjlx363MRAgAAACYlSZJDkXmLr0QIgH6ayaZIM7kuQgAAAMCkRc5kT5zJDkBVE1maLn+VNJEn6fKGKAEAAACTliTJm9lNMovcCzfXFCUAyprIsci3qQdFCAAAAKiLJEkOROYxjosQAEXNY32kefwqQgAAAEDdJElyIzKfsUGEAOhtHL+XNI1wJ+a1IgQAAADUTZIka7K5iyK3RQiAfNM4GPn29JgIAQAAAHWVJMm3kXmNj0QIgNAslqXLPyXN4nG6LBclAAAAoK7C3EVkbuMfcxsAhGZxNPKt6WciBAAAANRdmMOIzG8cFSGAbjeJVenyoqRJPEiXKVECAAAA6i5JkkXpcr9kjuN5mAMRJYDuNonjrqEFAAAAtEGYy4jMcxwXIYBuNodpvwYHAAAA2iLMZWRzGkVehrkQUQLoXnNwbXAAAACgVZIkORSZ7zgiQgDdagqL0+VxSVN4li7LRAkAAABomiRJlqbL05I5jzAXskSUALrTFGLXzDomQgAAAEBTJUnybWTe42MRAuhOQ7gbaQj/EiEAAACgqZIkeSsy73FXhAC60Qy2RJrBFRECAAAAmi5JkquR+Y/NIgTQ/kZwOtIIZkUIAAAAaLokSWYi8x9nRAig3U0g3DDiZeSGEVOiBAAAADRdmOPI5jqKhLmRpaIE0N4msDfybehJEQIAAADaIsx1ROZB9okQQHsbQOz6WFtECAAAAGgL90kD6GbxX5Eur0qK/0MRAgAAANomzHmUzIWEOZKVIgTQvsK/L/It6AkRAgAAANomzHlE5kP2ixBA+wr/L5HC/54IAQAAAG2TJMm2yHzIRRECaFfRX5TdEbnI83AnZVECAAAA2ibMeWRzH0XCXMkiUQJoT9F/P/Lt588iBAAAALRVkiTnIvMiO0UIoD0F//tIwT8gQgAAAEBbhWuBR+ZFvhchgPYU/DuRgr9ahAAAAIC2CnMfkXmRP0QIoB3FfmWk2D8QIQAAAKDtwhxIZH5kWoQAml/oZyKF/qwIAQAAAG0X5kAi8yMzIgTQ/EJ/IlLo94sQAAAA0HZJkuyLzI+cFCGA5hf6/0QK/XoRAgAAANouzIFE5kf+I0IAzS7yU+nyqqTIvxAhAAAAoCvCXEjJHEmYO5kSIYDmFvjNkW87r4oQAAAA0BVJklyJzJNsESGA5hZ4178CAAAAeK3yPmr7RAiguQX+TKTAz4oQAAAA0BVJkuyKzJOcFiGA5hb4G5ECv0mEAAAAgK4IcyGReZLrIgTQ3ALvJhAAAAAAr/13nmQqmxMp8kKEAJpZ3FdFvuW8L0IAAABA1yRJ8ldkvuT1um3s2nQ5mC6Xsl87Xh/ha4XX+WNI67mTbe+T7Lq9aw292h8Yi9JlR7p8lS7n0+VeujxPl5fpcjf8bQHrXpMu32XrfJmtN1zGYrvIM6TxuyNS2C+0eL/1CPQE1DA1DDUMQO9F76Usfhci8yU7JrVR4afq69JlJl2+zjbyaclGrh5RMZz7qfySBaznSOTSBLsMv9odDKvT5VC6XMuKSUzI4fp5FMJvI6dhBDtlgiGM5T2RMXaqBfunR6AnoIapYahhAHqv3qv36r2D5ulkJH57x7khy7JidL8iqb12jWBbfsutf+M817G4Yj9e+dauFgfA2+lyOF1uJ4O7PsDrTKfLzT7WeVNWGMK4/iEyxvY0dJ/0CPQEmjy21DDUMAC9V+/Ve/Xeyecs9sPBH8ZdpM7klrM9xaLM6SFvx8fD+DYlfd7SPrb9jCE48QPgUpaLcGrKT9lpRjPZ8k0fOVzdx2uE6zX/2Wch/EdWGMK4vtC2b4j1CPQEWvBhXA1DDQPQe/VevVfvnWzOdtb6UrIVGzjUbzvCRdELTo/5cAHru1+x7U8MwYmPrw3psjLy948qcvh5xfpXhOuADfCN4HlZYQjj+vfIGFvToSamR6AnoIapYWqYGgag96L3MhfT1ZH43anLRp6ObOSLIb7OLwXrP7CA9e2uGKAvDcHaHyBTFc3mWsVzr83lOrtWVLim0/LsW8Le9T5xKhNDGrfPI2N2qoX7q0egJ6CGqWGoYQB6L3ov/eSkzPO6bOS7FQf7miG8xkzJuk8ucL3HItv91BBsxEHybazRlE0spv9+Yq6RFt29NytgB7LTtMIpM281ND6zSfutbFA+FkX241lLj1E9Aj0BNUwNQw0D0HvRe+knJ88iOVlUhw2cqrjj6gcLXH/4NuX/Stb90xC2/+uSdV82/BpxgGytaJJbCp6zK/f3mZbHx0R4vfJR/9N89Ag9Qk8ANQw1DEDv1Xv1Xr13Mjm5FcnH2rps5JXIRh5a4LpPRtb9y5C2/2zBug8bfq1okh/3PH517jpgX3cgPibC65WP7aOuZzXdbz0CPQE1TA1DDQPQe9F7qcrJxUg+ttdlI4+N4s646XPfqZgA+31I2/9mbb9loJ/8XY6MkbM9BW7uRoW/diQ2JsLrlY8PI/vxU4vHoR6BnoAapoahhgHovei9VOXjbCQfM3XZyNjkzpV5rjMMsLvjuutuz3pvGXqNOkiORMbIvdzjjuZuUvBmR2JjIrxe+dgb2Y9TLR6HegR6AmqYGoYaBqD3ovdSlY9TkXzsrctGbhj2DQHS532VPf/vyLczr4a0/Ut71rvP0GvUQbKzopktSZeNuf/e36HYmAivVz6+iuzH5y0eh3oEegJqmBqGGgag96L3UpWPTyO5+LouGzlVMWimBlzfmuzOq/+9EUJ2l9XSATmE7f8gt74Hg27vkGK4PbsO1vNs339d6E0gOnSQLK4Yf+GO0H9m//+GiDHBsfpjZJzubvF+6xHoCahhahhqGIDei95LVT52R3LxY5029Mmw7uqZTQIHV7P/Ph5Z96YhbPsPZRfCH1PsYqdhHHcY9BXDO5EY3s/+N9wAYbVoMcFxWv9rXekRtesR6AmoYWqYGqaGAXqv3ove25FcNOPeaunGXIps6M4B1nNg7pSUueJWcV3dnQvc7mXZr7D/e+2fcX9Tl77erj4u/eC0i+o4nukjjkdEigmP0/OjqmUN2Hc9Aj0BNUwNQw0D0HvRe4nlInapmvNNGTS7+1zH6+nyOHvOsdy/z0TWPbvA7c5fs/eDCcTtfh8H2yPFszKOVV8oPBjGKU4wwjdz73X4jYUegZ6AGqaGoYYB6L3ovXLxXiQPl+q0obGbwH3T5zrOZY9/mC7Lc/++PbLugwvY5lXhRgvZeq5NIGbrB7gh4DaHQzSWayrid0CUqME4vRIZo1tbvu96BHoCapgahhoGoPei9xLLxeZIHq7WaUNjFzM/08fz8z9939vzt7ci6z65gG0+Pcnr/KSvuWOAifAPHQ6V8XzW1ctO0JgxGjsDZLrl+65HoCeghqlhqGEAei96L7E8rIjk4WGdNjR2DZdfKp67LDvNILhV8PdFw75Qevq8Lbl1HJ5QzDYOMBG+w+FQGc/Y9ZfdoII6jNHHkTG6tOX7rkegJ6CGqWGoYQB6L3ovsTwsjeThcZ02NDape7fiud/lHru+5DEv5lMAI0H9a27bQhGcUMymsut/V3nR9kmyIcXzy0gMz4oQNRijTyNjdHHL912PQE9ADVPDUMMA9F70XmJ5WBzJw9M6beiSyIY+izxvQ+5xP0Qe97Bk3bfnsa0ncncN3jDhuH3Sx0T4Vw6FvmIZu6D+3yJEDcbo88gYnWr5vusR6AmoYWoYahiA3oveSywPi+Zz7E9qY18NMsmT/SL6j+zvT9JlZWTdl4fxbUDPTRGO1iRup3zrNPKDpfXXYKYRY7TsVwdJR/Zfj0BPQA1Tw1DDAPRe9F5iuSi9YkbdNvTJINe/7Tnt4LOKdZ8rWe+rAbZvOvet3+06/QIz3AwzXW5kE2Uvsv8/a/gPFMPDFUVrRpSY8Bjt+kS4HoGegBqmhqGGAei96L3EctGYifBbkY3d2vPYf+Umhe5WFYz07z9G1r2kz+27mj0+XJ7gbUOrVQfJxopvixd092cY0jh91fGJcD0CPQE1TA1DDQPQe9F7ieWjMRPhFyMbu7Pnsddzf3u3j3XHLlr/Th/P/yL3+IOGVasOkHBjint9XGv9d9GipsW8KxPhegR6AmqYGoYaBqD3ovcyn7mTV3Xb0HORjf0w97h9uX8/1+e6d/dbAAueu2XQ16NRB0j+GuvnYwdMv9/stig2s0n7rWxBMe/KRLgegZ6AGqaGoYYB6L3ovcxn7qR2E+GnIxu7N3tMuIbSP7nTR97oc93vR9Y9G3le/ppN99NlhSHVqoNjZ/7uztnNDR7Nt6G1MD4mwuuVj65fGkWPQE9ADVPDUMMA9F70XmJ5acylUU5GNvZw9pizuX/7aoB1b4us++OS50zlTo95mS6bDKdWHRjTuQL1bO6aXOn//hwZK990LEYmwuuVj67fLFOPQE9ADVPDUMMA9F70XmK5acxE+IHIxoZTDbbn/vvBIKcUpI9dFlt3yXOOu2ZTqw+MS7n87ulzHF7vWIxMhNcrH12fCNcj0BNQw9Qw1DAAvRe9l1huGjMRvieyseHaTn/n/nvXgOueiqz7bMHjZ1yzqdUHxcFcfs/0/O3fkbHysuru0S2Lk4nweuXjeWQ/pjowHvUI9ATUMDUMNQxA70XvpSw3iyLxf1a3jZ2tuKj8nFvzXP+zknX/0vO4NenyNPvbn+GbPkOpVQfF6tyE4r2i/EbGSl93kG5RrEyE1ysfTyP7sbjj41GPQE9ADVPD1DA1DEDvRe/tdn4WR2L/tG4b+0GfE1db57n+OyXru5N7zPJsICdZoXrbMGrVARG+tb01d0pEuqwreVzsTr9f9PlaMxocQx6/jyPjcmkH9l+PQE9ADVPDUMMA9F70XsritjQS+8d129idfRSoywtY/8WqbwR6rvHzviHUugPiaD/X5Er/9klkDF7o43Xe7/exMMD4vR8Zl9Md2H89on05DddlvJL9oiK8kfw1fGDRE1qV43AToW/S5W6W47D8lS4nwq+jOhYLNUwNU8PUMMeA7fnAuNV70Xv13pHmaEUk9g/rOKCrrF3A+s+WnRKT/f1w7t+OGj6tOxg2lZ2qVPDYjZEx+Lziua+nyz9ZUfZtL8Mcw1eG/SuGBr7p0SPak88jkTwe1xNakeN3sn2POdKxD25qmBqmhqlhjgHbc9y41XvRe/XekdbBMtfqtrHvVhSo0wtc/6nIumeH8Y0gtT0QpnO/pn1QdV3o7HSXF5Hxsiny3OvZYz4TeYY8ji9FxuR7Hdh/PWI0cd2wkA8A83zNXX18KNmvJzQ39+E0znR51OfpyD90pIarYe3JpRrW/hyrYTU+BmyPcav3jjWGoYdszX7h/FP4ta3e243eW5fcz2O734vE/VLdNvb1ijurvrXA9R+oWP/che6Xe4vfmKIc7ga7JVaEssfcyN0QY3Of674YGS9HS57zffb3G7LDCMZ77DpjOzuw/3rEcOO5OjemToz5te/38Ub20aB3VNcT6pP7dL2fDnjj4n1qmBpWsE/h1Nbd2YevW9m1VV9k+xNuQvVH9mu8g+nyhhrWnho26dyrYZM5BmyPcav3TjRWYdJzXXZd9a/S5eds21/17NNUm+qO3lv/3M9jf2KXRDpft41dFtnY74aw/tmKg+aJ0w4a1dRms5zNud579930v5f0/Ir2qwHW/2XsukK9Ny0I39bNXXx/nB/G6NSYPxsZkzMd2H89YjhxXJku3+benI91Ijx9rfUDfEDbpic0M/fZG+hB/F9T3lyrYWOJ1Zvh14o9Y7VK+LB2btRnuKhh3ci9Gjb+Y8D2GLd678Ri9Hn2ZWM/Lrep7nS99zYh9/Pcrw8j+/FT3TZ2ccmGPhvGjeD6uFHCdlNtjRnYa3q+ncoL39TtTf53h93buX+/OOBrbKoYLxeS/90Benl2MxI3wGDU4/7HyHjc3YH91yMWtn/hm/5D2RurXuOcCN8xwBvZD/WEZuY+i8eg3lfD1LDsF77PkvkLteALNax5NaxOuVfDxnsM2B69V++daIw2ZBPCs9klMG5E9udQW+qO3tuM3M9zv3ZH9uPHOm5wkcNDWve6NiSVypskFLk7n9ORsm/pBuEGGExq3B/qSAz0iPntW3hz83dk/8Y5Eb5xgJq6Q09oZu6zX3QO6rga1u0aljsdeBjOqmHNqWF1y70aNt5jwPbovXpv7WJ2tWSfNral7ui9zcj9PPchdpmob+q4wb2nwYWL0C8Z0rqXlATi9Gs0rTCfGvCUrzfm+TrHBnidn2WGEY/7vZHxd6ojMdAjBtun8CuE3/qoX+OcCJ9K+ruRU7gW7FI9oZm5T/53Y51BnVPDulvD0u38Ohm+H9Ww+tewOuZeDRvvMWB79F69t3YxKzoT+Vmb6o7PD83I/QjmC/fWcYN7T4ebGfL6e099uJkui0yxNa4wz/RZSEKTe2sBr/NGn6do/mIcMYZx35xrXekRk47T6uxUu/CG8Uz4tU/2Bm7iE+HZ9n3SR10d5Pp7ekINcz+PX6ZdUMO6WcPCKcAFH2R/yI7t6dzjws2q1manvF6MnNKct0cNq28Nq3Pu1bDxHQO2R+/Ve2sXsws1/JGH3tvR3M9jH5p1b7Xkf3cAn3N5BOt/0vOtzirTa40tzlcrCsn1IV33a0/F63wrG4xpzG+PNc6OxECPqN6HMPEZ7vK9P8ndACn9//+KTBycmMB2nhrmae16Qj1zn33ICG+onybVN787q4Z1r4al27giXf7JbXc4ll/v87lhbF+uGFfh2vjL1LD61bAm5F4NG98xYHv0Xr23VjEr+vX1gbbVHZ8fmpP7AffhYiTW2+u4wXPfPjwaRQFJ/v/dXsMbo/Wm1hpdnKeya/+Eb1yfZ78gCc3+/Ai+5X03K5Jzr3M/+7Z9rUwwxjH/dqSg3+5IDPSI6n04mJ8E7fnbjbpMhOc+qN3Iauvz7P/P6gntz322Tdu69sWyGla4zccX+oujMHYqPmB+robVr4Y1OfddrWGjPAZsj96r99YmXqtK6umattUdnx+alfsB9uP3yPuCNXXc4IPZt2ibRrT+L9Plr3TZYFoNaFhBXxQp6M86EgM9YmH793PdJkPpbu6zDx/1PlVRDRt1PKZzv1a8tZBTgitOg72jCsi9GgZ6r97b1/4UXY7zgaOnE/WhFbmvuBSNSxoDNKyoP48U9SkRomL8mAiX+zpNhK/JbcfLcdzEjNqNy8O5/K9d4LqWZ7/GKzMt4nKvhuHYM26pHCNFlx85IzJy35B9mIq8H3guywDNa07NOs2Huo0fE+FyX6eJ8E+behMehjYG/hzmqfnpeo5GeuROEZd7NQzHnnFL3/U5b1Zk5L4h+7DaGYIA7WpOF3zIZwHjx0S43Nfl+vBT2Y0957hkXffG5L/nLu2VLiuHtM51kR65W9TlXg2j48eecUvVGHnDWVVy3+TchzmRyPuBCzIN0LwG9UOksO8RISrGj4lwua/LRPgX3pR2fkzO/Srx2JDX+0KPlPtR514No6HHnnFL1RjZV1BD/xAZuW/QfuyJzJf8INMA7Srsp0SIivFjIlzuJ5779DU3p8ur7PXDdX3fkKFOjsnz2Th4c8jrvekX4XI/ytyrYTT0uDNume/7xe9FRu4btB8nI/Mle2UaoHmFfYdTfRjyGxwT4XI/zu14O10e5V7/fdnp7Jjcmi4HRrDeSyVj/QNRl3s1jI4ec8Yt/Y6VJ/qn3Dc59xWXkt0h0wDNK+yrIoX9bxGiYvyYCJf7ieU+fa31PR/Ev5QZRjDOyiZD3xYduVfD6OBxYdzS71jZWFA/w1kES0RH7hu0L39F5ktel22AZjaqsmtghmY1JUJExo6JcLmfSO6zG9c8zb3uUVlhRGPtcsE4fywycq+G0cFjwrhlkPFyqKCG/kdk5L5B+zGVuwRUrxcyDdDcRnUj8i3nJhEiMnZMhMv9WHOfvSH9pucLu49khBGOuccF4/wnkZF7NYwOHQvGLfMZN1cKaujRkseGa87PDrhMi7Lcj3g/NkbmSW7INEBzG9WZSIGfFSEiY8dEuNyPeyL8au617vmyjhGPt0UlvwTaLjpyr4bRoePBuGU+NfRlQQ3dVvL4L7PLUd1P4u6GCdV0mUmXFSIt9yPel12R7Tkt2wDNbVZ7IwX+pAgRGTsmwuV+3BPhn6XLs3T5yjUmGcM431owxu+LjNyrYXTseDBuGXTM7CiooS/7uexm+pj3Cp57z01Z5X4C+3IiMk+yT7YBmtusNkcK/FURIjJ2TITL/bgnwsOvTFbKAGMa54cLxvgnIiP3ahgdOx6MWwYdM8cLauilPp/7Zs/zjqXLYlGV+wnsy5XIPMkW2QZobrNyEwjmO3ZMhMu93NPmcX6rZ3w/8GFc7gGorKG3C94jHurzueeyxz8qu5wGcj+mfXlR8nnnVT+/cAeg3g3rZuTbznUiRMm4MRkq93JPW8f42oLxvUdk5B6AaA1dVfIecWMfz/08e2z4MvIN0ZT7Ce7Lusj8yE3ZBmh+04pd/2q/CFEybkyGyr3c05W+6FJhcg9AdQ2dLXh/+KyP5x3MHnvOtejlvgb7ss991ADa3bRmIoX+rAhRMm5Mhsq93NPG8f1mdmOnOU/S5S2RkXsAKuvoTwXvD3+ueM5n2eOOiKDc12RfzkbmR2ZkG6D5TWtlpNA/ECFKxo3JULmXe7rwQW6XqMg9AH3V0YcF7w8PRB5/PPsC0iWo5L5O+/IgMj/i5sEALWlcdyLF/m0RomDMmAyVe7mnbWN7S8+YPiUqcg9AX3V0Tcn7wzUFj12aLr+ky+N02Sp6cl+jfVkdmRf5Q7YB2tO8vosU/AMiRMGYMRkq93JPm8Z1+GD2V24830iXRSIj9wD0VUs/6efs4nAzxHS5nf3qdq3IyX3N9mV/ZF7ke9kGaE/z2hkp+OdEiIIxYzJU7uWeNo3rM7mx/He6TIuK3APQdy39peC94Zmex7ybLo/CL2vT5XVRk/sa7sv5yLzIDtkGaE/zWtRzg6i85+kyJUr0jBmToXIv97RlTO/LjeNHbpAo9wAMVEunSj5LzuYeE26M+Cr79zdFTe5rui/PSz7nvHS2GED7mtjFyLef20SInvFiMlTu5Z42jOfNuQ9w4XqV/xYVuQdgoHr6bsl7w+l0WV7wK9vPRE3ua7gv2yLzIRdlG6B9TWxfpPCb4KJ3vJgMlXu5p+lj+a3sV8DB03TZJCpyD8DANfXrohsLpsu6dLlX8Ld7oib3NdyXk5H5kH2yDdC+JrYid8pSr4ciRM94MRkq93JPk8fxdHY96OBFumwRFbkHYF519WbB+8K/shrrjGO5b0Tuw5xHyfaGOZKVsg3QzkZ2JdKwfFAkP1ZMhsq93NPUMRy++L2T+3Dj5kdyD8D86uqyyI+pwvWWD5X87YroyX2N9mVrZB7EWAVocTPbG2kAJ0WI3FgxGSr3ck9TP7T9VnQzJ+QegIFr60zJ+8L76bI+e8y1ksf8SwTlvib74rIoAB1tZktL7vo8dyOpKVEiGysmQ+Ve7mna2F2SLjdyY3a/qMg9AAuqrz8WvCf8M1yGKveYsh9bHRNBua/Bfkylyz8l2xnmRpbJNkC7G9rpyLehH4oQ2TgxGSr3ck+Txu2inst/fSYqcg/AgmvsXwXvCb8rqMNFE41PwheVoij3E96PDyPzH6dlGqD9DW1zpBFcFSGycWIyVO7lniaN2wu5sXpEROQegAXX19Ul7wl3Fjz2WMljPxJJuZ/wvlyLzH9slm2AbjS2PyLNwLXcMBkq93JPk8bsmVGM03Rdr4d1i7DcA3S0xh4ouZTEooLHlk2c3hNJuZ/gfqyOzHvckWmA7jS2jyINwbXcMBkq93JPU8bridwYPTPkdZ9Pl+uiLPcAHa2z5wc5gzj922WX35T7OuU+ff1vI/MeH8s0QHca2+Ls5phFnrlhBCZD5V7uacBYPZIbnxeGvO6D2Xo/EGm5B+hgnZ3KPhf2OhR5ztb5/PI2/fs+NzmW+xHsx9J0eVqyXY9dvx6gew3uaOTbUTeaMj5Mhsq93FPncfp5bmxeKTpVdwHrnrup0gORlnuAjtbaTSXvB9dVPO/3QX4ZnP77inR5lC5fi7rcD3k/DkXmO9xTBKCDDW46XV6UNIYH4ZtgUer0+LhgMlTu5Z6ajtH85b3+M4xf9GRnSu1Il3O5dR8WbbkH6Gi9PVzwXvBRH8+bKXkf+XeotwWPP5b9One5qMv9EPdhKpvTKBLmQKZlGqCbTe6Ya2ZRMjYelowLNw+Te5jk+NydjMerdFkl4nIP0NGae32+7wXD5TD6uRdV7nIaH4m43A95H2L3RDsuywDdbXLTJdf/mvtV+GJR6uS42BZ54/C3swXkHiY0Pj9IxueciMs9QEdr7qLsS8Fes30+f0ukxn6aPWZ79mvgWyIu9yPYh/sl2/Dcl90Amp1rhZMfD29HTiNziQy5l3smNT7Dh6aXY5wM3SLqcg/Q0bpb9uXjygHWcbaPehsuUbFWxOV+yPvwWeR1j8oygGa3LF3+idxN2fXa2pv7FdlpaWGSYU92fdR+Jxv+DDc2yd4svZcu7ziDQO5hRON1c/YLnnH5Q9TlHqDDtff7gvr4+4DrWNnHDyz2irbcD3n7l2dzGEXCjTmXyTIAoWEcjDSpYyLU2rx/NOQJhFlRlXsYwXh9mIyXe2TIPUCXa++fBfXxm3msZ0NkUvKQSMv9CLY/dg+0gzIMQL5p/B65aZRT1gAAABjkM+bqdLmYnd0TlkvhbB+RkfsRvN7akuubB7dlBIDexrE+8u3pryIEAAAA1E2Ys4jMZ2wQIQCKmodTiQAAAIBGSJLkQGQe47gIAVDWQJaky72SBvI0Xd4UJQAAAGDSwhxFNldRJMxtLBElAGKNZGPk29QbIgQAAABMWpIk1yP3OtskQgD000wORybDvxAhAAAAYFKSJPkyMm9xWIQAGKSpXIt8s+pO3wAAAMDYhTmJbG6iyDURAmDQxjKdLvdLGsujdFklSgAAAMC4hLmIdHlYMlcR5jBWihIA82kw6yI3nrjpxhMAAADAOIQ5iHT5rWSOIsxdrBMlABbSaHZGrrv1swgBAAAAo5YkybnI/MQOEQJgGM1mf6TZHBchAAAAYFTC3ENkXmK/CAEwzKbzuTsyAwAAAOOUJMmXkfmIL0UIgFE0nyOR5vOpCAEAAADDkiTJJ5F5iKMiBMAom9DhdHlRshwSIQAAAGChkiT5LDL/0Pgz0/8fFgi5LpT9CcEAAALHdEVYdE1hdGhNTAA8bWF0aCB4bWxucz0iaHR0cDovL3d3dy53My5vcmcvMTk5OC9NYXRoL01hdGhNTCI+PG1zdHlsZSBtYXRoc2l6ZT0iMjhweCI+PG1pIG1hdGhjb2xvcj0iI0ZGRkZGRiI+dzwvbWk+PG1vIG1hdGhjb2xvcj0iI0ZGRkZGRiI+JiN4Qjc7PC9tbz48bW8gbWF0aGNvbG9yPSIjRkZGRkZGIj4mI3hBMDs8L21vPjxtaSBtYXRoY29sb3I9IiNGRkZGRkYiPng8L21pPjxtbyBtYXRoY29sb3I9IiNGRkZGRkYiPiYjeEEwOzwvbW8+PG1vIG1hdGhjb2xvcj0iI0ZGRkZGRiI+PTwvbW8+PG1vIG1hdGhjb2xvcj0iI0ZGRkZGRiI+JiN4QTA7PC9tbz48bWZlbmNlZCBtYXRoY29sb3I9IiNGRkZGRkYiPjxtcm93Pjxtc3ViPjxtaT53PC9taT48bW4+MTwvbW4+PC9tc3ViPjxtbz4uPC9tbz48bXN1Yj48bWk+eDwvbWk+PG1uPjE8L21uPjwvbXN1Yj48bW8+LDwvbW8+PG1vPiYjeEEwOzwvbW8+PG1zdWI+PG1pPnc8L21pPjxtbj4yPC9tbj48L21zdWI+PG1vPi48L21vPjxtc3ViPjxtaT54PC9taT48bW4+MjwvbW4+PC9tc3ViPjxtbz4sPC9tbz48bW8+JiN4QTA7PC9tbz48bW8+LjwvbW8+PG1vPi48L21vPjxtbz4uPC9tbz48bW8+LDwvbW8+PG1vPiYjeEEwOzwvbW8+PG1zdWI+PG1pPnc8L21pPjxtaT5rPC9taT48L21zdWI+PG1vPi48L21vPjxtc3ViPjxtaT54PC9taT48bWk+azwvbWk+PC9tc3ViPjwvbXJvdz48L21mZW5jZWQ+PC9tc3R5bGU+PC9tYXRoPhcwriUAAAAASUVORK5CYII=\&quot;,\&quot;slideId\&quot;:292,\&quot;accessibleText\&quot;:\&quot;w times space x space equals space open parentheses w subscript 1. x subscript 1 comma space w subscript 2. x subscript 2 comma space... comma space w subscript k. x subscript k close parentheses\&quot;,\&quot;imageHeight\&quot;:41.568},{\&quot;mathml\&quot;:\&quot;&lt;math style=\\\&quot;font-family:stix;font-size:28px;\\\&quot; xmlns=\\\&quot;http://www.w3.org/1998/Math/MathML\\\&quot;&gt;&lt;mi mathcolor=\\\&quot;#FFFFFF\\\&quot;&gt;w&lt;/mi&gt;&lt;mo mathcolor=\\\&quot;#FFFFFF\\\&quot;&gt;&amp;#xB7;&lt;/mo&gt;&lt;mo mathcolor=\\\&quot;#FFFFFF\\\&quot;&gt;&amp;#xA0;&lt;/mo&gt;&lt;mi mathcolor=\\\&quot;#FFFFFF\\\&quot;&gt;x&lt;/mi&gt;&lt;mo mathcolor=\\\&quot;#FFFFFF\\\&quot;&gt;&amp;#xA0;&lt;/mo&gt;&lt;mo mathcolor=\\\&quot;#FFFFFF\\\&quot;&gt;=&lt;/mo&gt;&lt;mo mathcolor=\\\&quot;#FFFFFF\\\&quot;&gt;&amp;#xA0;&lt;/mo&gt;&lt;mfenced mathcolor=\\\&quot;#FFFFFF\\\&quot;&gt;&lt;mrow&gt;&lt;msub&gt;&lt;mi&gt;w&lt;/mi&gt;&lt;mn&gt;1&lt;/mn&gt;&lt;/msub&gt;&lt;msub&gt;&lt;mi&gt;x&lt;/mi&gt;&lt;mn&gt;1&lt;/mn&gt;&lt;/msub&gt;&lt;mo&gt;,&lt;/mo&gt;&lt;mo&gt;&amp;#xA0;&lt;/mo&gt;&lt;msub&gt;&lt;mi&gt;w&lt;/mi&gt;&lt;mn&gt;2&lt;/mn&gt;&lt;/msub&gt;&lt;msub&gt;&lt;mi&gt;x&lt;/mi&gt;&lt;mn&gt;2&lt;/mn&gt;&lt;/msub&gt;&lt;mo&gt;,&lt;/mo&gt;&lt;mo&gt;&amp;#xA0;&lt;/mo&gt;&lt;mo&gt;.&lt;/mo&gt;&lt;mo&gt;.&lt;/mo&gt;&lt;mo&gt;.&lt;/mo&gt;&lt;mo&gt;,&lt;/mo&gt;&lt;mo&gt;&amp;#xA0;&lt;/mo&gt;&lt;msub&gt;&lt;mi&gt;w&lt;/mi&gt;&lt;mi&gt;k&lt;/mi&gt;&lt;/msub&gt;&lt;msub&gt;&lt;mi&gt;x&lt;/mi&gt;&lt;mi&gt;k&lt;/mi&gt;&lt;/msub&gt;&lt;/mrow&gt;&lt;/mfenced&gt;&lt;/math&gt;\&quot;,\&quot;base64Image\&quot;:\&quot;iVBORw0KGgoAAAANSUhEUgAABdAAAACfCAYAAAD5/fuPAAAACXBIWXMAAA7EAAAOxAGVKw4bAAAABGJhU0UAAABiY5iS6gAAJY5JREFUeNrt3XGIHNeZIPBFDGFYhkXBMh4TmRuCCPpjCIIorEwUooAIYhFGGC1WWC/WcUMQQRzC6A+FVViZYVE4hchkwpogFhFEGDgtVohMZBCHCGIRi5ZoscPpsAhDEEGEgShEITKW4V3VbWkp93W9qu6u7q7q+v3gEWJNd1V979X3db/qevVnfwYAESGEI0k7WtCWRQgAAAC6IYRwMDJHsEeEAOhSUZxP2qVQ7HL6NyIFAAAA3RBC2JG0jYJ5gidJWxElALpSFNcjk+dXkzYnSgAAANAt2ST6ZmTO4JAoATDrxXAtUghv+OU5AAAAdJdfogPQ5SJ4OjJ5fidp20QJAAAAui19Llrkl+jpJPpBUQJg1orfSmTy/H7SFkUJAAAASIUQ9iXtUcE8wuOk7RYlAGap6D0uKHppMdwlSgAAAEBeCOFI5Md4D5K2JEoAtL3Yue0KAAAAGEoI4XxkEv120uZECYC2FrmtSbsXKXQnRQkAAAAokk6QJ+1GZG7hgigB0NYidylS4K67SgwAAACUSZ+bli3ZUuSoKAHQtuJ2rGSdsq2iBAAAAFQRQjiQLQVb9Hy1naIEQFuK2o6kPYxMoFv3HAAAABhICOGiO90BaHsxS9cmuxUpaGuiBAAAAAwqhLDgWWsAtL2YnYgUsvuWbgEAAACGFULYG5l3eGIpFwCaXMS2lyzdckiUAAAAgFGULOVyQ4QAaGoBuxIpYFdECAAAABiVH/AB0MbidajkFqodogQAAADUwRKyALSpaM2VPMTjrCgBAAAAdcnmIu5G5iJWRQmAphSt45GC9Thpi6IEAAAA1CmEcLBkPmK7KAEw7WI1n90aVeSUKAEAAADjEEK4HZmTWBMhAKZdqFYjhWozaQuiBAAAAIxDCGFPyTPZdooSANMqUltLnnp9TJQAAACAcQoh3IjMTVwUIQCmVaBORgrUg3R5F1ECAAAAximEcKDkV+hLogTApItT+rTrjUiBOi1KAAAAwCSEEO5G5ijOihAAky5MR0qedL1NlAAAAIBJCCGsROYp0uVnt4oSAJMsTLcihektEQIAAAAmJV1GNmmbkbmK46IEwKSK0u4QtyxKAAAAwCSFEM5E5irupcvRihIAkyhIq5GCdFdBAgAAACYthLA9e2hokQOiBMC4i1HZLVHHRAkAAACYhhDCjcicxXURAmDchehwpBA98VAOAAAAYFpCCK+atwBgmoVoPVKIrokQAAAAMC0V7pw/IUoAjKsILZSsJXZElAAAAIBpCiFcjMxdvC9CAIyrAMVug3rkNigAAABg2kIIe0PcTlECYBwF6HKk+FwVIQAAAKAJQggPInMYp0QIgLoLz7akPY4Un8OiBAAAADRBCOGtyBzGLRECoO7Cc6TkKdYLogQAAAA0QQjhUMk8xqIoAVBn4VmPFJ5rIgQAAAA0RfpDv6Q9jMxlHBUlAOoqOnMlRee4KAEAAABNkv7gLzKXsS5CANRVcPZ4ejUAAADQJukP/iJzGekPBedECYA6Cs7pSMG5L0IAAABA04QQdpf8IHBZlACoo+BcjxSbSyIEAAAANFEIYTMyp3FShAAYtdCk658/jhSbFVECAAAAmiiEcDUyp3FZhAAYtdAsl9zutFuUAAAAgCayDjoA4y40JyOF5oFCAwAAADRVCGFvyQ8Dd4gSAKMUmvVIkbkmQgAAAEBThRC2Ju1JZG7jsCgBMEqheT9SZM6JEAAAANBkIYSNyNzGGRECYNgCs1hylfagKAEAAABNFkJYi8xt3BYhAIYtMIdL1glbECUAAACgyUIIK5G5jcee7wbAsAVmNVJg7okQAAAA0HQhhN0lPxBcFiUAhikwlyPF5aoIAQAAAE2X3kFfskTtEVECYJgCcy9SXFZFCAAAAGiDmZnjSHZ2a9L2pA+um8C20isPe2p+z/SBe3uTtsvaOTN9wu1I2r6sLdT4vvPpLSPZ+6b/Oy/aTHmsx67OrnQ4LmqV/C//Ix/JR/IRAGqx/leP29VfNyJzHBebnmgOJO10dhCPs52+P4Ftr2fbOljDe6WD+WZP4DeSdsLwbP3JtT0dI0k7nz6VNzdG8w8aWBlxG0tJeytpD3ve+6ExxBTH/raS9cEOdigWapX8L/8jH8lH8hEAarF6rB63uw8vReY4rjdhB+eyk/NI0k5mO3y35NeNe8a4P/tz216p4QTajBzHW4Zo606o5WycXisZo0+lf7N7yG2t9Em61mGiCefB/pJxuX0Gj1mtMu7lf+Qj+Ug+ko8A1GLU49nsz5OR2G5Oc8fSq3L3w3BOjWmfFnrWvDkz4vudqHAs+wzTxp9E6W1Lp5J2p2JSHOmBilkxXq/43nf0EFM4J45HxuTDWbq9T63qdq2S/5GP5CP5SD4CUIvVYvW4E317qCS+26a1Y+k6ShdzLb1id6viALw6pn0607OdtRHf71SFY7limDb6BNrZc5XvUTZO17Nxe6tiIttZcXvz2dXLyvQSUzgvzkSG5MaMHata1dFaJf8jH8lH8pF8BKAWq8XqcafO7zCNu0iG3eHdJbeLjGX9qOzWi97bIdZHfM89Fcb3A8O00SfQQrZ22elsbM73+ZuVCv18ouL2rgx49fKeXmIK50XsCvi1jsRArZL/5X/kI/lIPpKPANRi9Vg9no3+bd+z3rJ1pMrU+QTbuT4PSEjdrOG9b7lC1IkT7caoV5uzh018YiIyaZd7bsfqdW4GYnemg+1Ey/vs/Vkek2qVWiX/Ix/JR/KRfASgFqvF6nHn+m5z0sswjbrD8xWu3u2tcXsr47p6kz0l90HsIQKG6EycZAcqPCxia+T1x3rWkN7b8++HsoeSfCLp9rvi2cLYddFGy/sstu7f6Q6d92oV8j/ykXwkH8lHAGox6vFs9N3dSL9daOpOv1Uy4I7XtJ2lSJJ7WOM27lnkf6ZPsrkKxXJ/wWt35W67St9jObKNvdmV7d2z8qBGE+it7LPYGn8rHTv31Sr5X/5HPpKP5CMA1GLU4/b33dVIn11u6k4fLRls52vaTtmaQnM1bWe54AS6YIjOzIl2qWQsnerzmvwTs9MkuauDcTOB3q7+at+6YGqVWiX/Ix/JR/KRfASgFqvF6jHxfrsQ6bP3m7rTS+N+gnF220OZpRqP6ci4rkDSiDFb9rCI9ZKkutLRuJlAb1d/lT1UZmfHxq9ahfyPfCQfyUcAqMWox+3vt9VWPjy3ZJmAuyO+90LJOr5P7anxeOZ73ju9orRoiM7MibazZCxt9vz9wdy/rXU4bibQ29VfZeu5LXZwDKtV8r/8j3wkH8lHAKjFqMft7reTrXx4bvrz+JJF9+dGeO+13Mkfc6DmY8q7YnjO1Ik2V2E8LWZ/uz1X+G53+WEPJtBb11+vTuJ2wZbFRK2S/+V/5CP5SD4CQC1GPW53v5XNd2xt6o5fHsdtKdkSBE+vCp4o2cZKjcezfZxJjUaM2etVClnu79JxuLvjMTvawXa4xf11supV9A6NYbUK+R/5SD6SjwBQi1GP291nZXfc72jqjq8O89TakvdMrwLdzV5/q8JVodM1Hk9+rarb0/6lZvak3jTxnsnWtVpwuowc07MlY/ZczxWtVVGjZWM8lpfviYlaJf/L/8hH8pF8BKAWq8XGgnrcwj4re+bb3qbu+MmSHT86xHuezr3+UPbf7o37KcnZdq6Msu817kd6BfFOn2N95EEFI8e27GrV7dxTrDcae/sHFI/x2FOpb3Y0JmoV8j/ykXwkHwGgFqMet7vPyh4EvK+tg+3EgO+3M5sk/sS6TSW3VazXdCzbc7fb3JvWVbtku8vpk2PrjCufiO/WkoeG5B0UMVo4xq9ExvSVjsZErUL+Rz6Sj+QjANRi1ON299lCST8dbuqOlz219vyA73cj98CFpdx/vxTZxo2ajuXMtNeM6rntp8x+p87Qca4S48siRUvH943IuL7Y0ZioVcj/yEfykXwEgFqMetz+Pqv1DpJJ7fRiyY5fGeC9jhclrGzdoSK3ajiO9BaAh3UmsiH340Co7qrTZug4r5XE9uHTpy1DC8f3zcjYvtDRmKhVyP/IR/KRfASAWox63P4+iz1f4FiTd/xRZMfvVHyPbbkTf6P3YZklTzC+X8MxXM49UXfnFGN5boAJ9IdOm6HjfLwktpdEiRaP79hae6sdjotahfyPfCQfyUcAqMWox+3us41If51p8o7fHXWSN13/KbZeTfLfjkS28WTE/d+XW/Po/JRjeXGACfTgtBk6zrtKQntLlFBMZi4uahXyP/KRfCQfAaAWox6b85jKjl8tGWxzJa8/lB+Y/f4++W97S7axdch9X8j9WvNe7xXDKcTyzADz5w+cNkPHea7kivMjUUIxmbm4qFXI/8hH8pF8BIBajHpszmMqO36hJCnsKBmo7+f+dl/B3y0Nu42SfT/XpIdyVkiwtT+1ucMn3LWS+C6JEi0d2/cj4/p0h+OiViH/Ix/JR/IRAGox6nG7+yt2B8nZJu942a+m90Vee7LKukIVHvKwb4j93p+75eVyi07c//fr82GTLf8Z59VWPrkXysf2k8i4XulwXNQq5H/kI/lIPgJALUY9bnd/3Yj01cUm73jZgvuHCl63I3ebRPrghW0jTAodHnCf87e83B/21pkxxXNryWBI93e3U2bkOB8qGbcXRYmWjm2FX61C/kc+ko/kIwDUYtTjWeyv1k6gHygZaCcKXnd9kGUFSta4OTbgPl8eNmlNKKbpLUFne445TdJX3DpSW3xvlozbuyJFS8e3CXS1Cvkf+Ug+ko8AUItRj2exz1o7gV72xNozfV5zuOcX1QsVtnMrso3VAfY3f6XxfAsGxmK2dtac06S2mJ6suM68h3HQxvFtAl2tQv5HPpKP5CMA1GLU41nss9ZOoJc9GOF8z99vy9bwHuihBz1X23pdqPgeO5P2eJCEx0wWyicVE+RBEfvP9eG61k60uL9MoKtVyP/IR/KRfASAWox6PIv91toJ9IVB1gpKH7KQ+7drA2xnLbKNKxX38+mTWtMTZI9h17mTLL0153Zu3GyUjN01USudkJ1VGzPaX0c7PI7VKvlf/kc+ko/kIwDUYtTjdvddOyfQK0zYXM39XX6dqfTk3znANk5FtnGrwuuv5v7+lCHXyZPsQk9y3FFytfF9UTOBPmP9ddRYVqvkf/kf+Ug+ko8A5GO1WD1Wj1vad62eQH9UlhSyqzt3c//95IDbeHXYya6eNY2uWU+8kyfYgVwyfPz0ym2aBCPjKv27ebEzgT5D/XW042NZrZL/5X/kI/lIPgJALVaP1eP29l+rJ9A3ypJC8r/n8lduBh14yd/viw3kyOv25taLShPkdsOtcyfXYs96ZUdz/3bJOlel8TOBPjv9dbTjY1mtkv/lf+Qj+Ug+AkAtVo/V4/b24cxOoG9mDz3I3wqxb4htLA/6RNw+J4bB3s2T63LROmNpsiwZV+fEzwT6DPXXUR+S1Sr5X/5HPpKP5CMAeVktVo/V45b2Yasn0G+VDLL8wvy3h9zG9pJt7Oj5+/me/Vo1zDp5Yh3tWddqa8+/7ywZV7fE0AR6y/ordivi8Y6PZbVK/pf/kY/kI/kIALVYPVaPZ/PcfavpO39jgImpfUNuYy53C0vp+/bcenHdWkWdPKmWsivH0SdW5/6m8lXhDhaZrrXDLe6v2C8pznR8LKtV8r/8j3wkH8lHAKjF6rF63N6+vBfpn9Wm7/x6xaRzaYwTQ4dzf5d/UMMD60V18oSa67kqdTLyt9dKxu3+ittMry6vSqhMeeybQFer5H/5H/lIPpKP5CMAtRj12JxHw3b+YoWk86T39pQhtnOnbG3f5H9355YweDLslUJaf0KdyY2NG7EnVif/dqxk7J6psL2F3FUwt1mhmKhVapX83/UvKYezB29dy/ohXW/yeLqupwjJR/KRfCQftSJ2aW44kY3jI02bBLJ/xr5ajHpszqONE+hrFRLPWg3buR55/1PZwxbu5/7biqHVyZNpV+42qc2yK7d1rHOVOwfuucLIlMf/3chYPtvx2KhV8r/8P/4+SGP6fiSmj7r+PAb5SD6Sj+Sjhsdte8GE36Mm5Aj7Z+yrxa2J73NJezlp303aN9Vj/VHjsdyP9M/ppu/8mZIB9jBp22rYTuwK4VrPrRadnijqcBFcyF2NSq/cHqj4us2SDxjzkdcezD2d2xOymfY50N4nUqtVsxbvb2T5+Cvyfzf6Ips02AzVXIz9+kc+ko8GOMYtSfta0r6XtJ8l7XdJ+1PSPkrah0n7fdLeTdo/Ju3QJMZdV/NRk/pCPho6bkvZ0hExJ+xfc/fP2FeLpxDHT6WfMZP2Spb/387y/dS/h3axHje5P2o8xieR/llp+s6fLkk8p2vazmpkG497HrbgQ1A3i+DlYYpP8rdXSsbw3oLXLWeFNXVBD9CAc+D6uNbvm4HYqFWTiXP6Ye2D3HEekv+70RcDrCX61Hn5SD4a8UvxtweYKHoqndT9h6Q9Ix/Nbl/IR0PFbK7kTsb8kha77V8z98/YV4snFLsLSft50v5QcZz9tfkh/VHj8YayZZGavPNHIzu/WcdVu2w7JysMhPvW9JqporY3aTezq3yb2VOpdxV8YHmr6rpWQxTP9T6vWcyta+VWWZpyzlyKjOPrHY+NWjXe+Ka/Onyvz7EeGvL95P+G9EXFbc73fAms6oB8JB8NcVwHK/zKs8rk7SvyUbv6Qj4aa1/uHyBWV+xf8/bP2FeLJxi7HyTtR0n7cXZn0Uclx/dMTdtVjxvUH1Mae4utzmcliedYjds5VBKox0VXgmjlibEz9yCNXlez5DmXnUBXe261WhpwW/sqFLX9ub/fkbTbuXG3rMdoyHkTW8vvdsdjo1aNJ64vJu1fIsd7aIj3lP8b0hcDbHv3kBNnN+Uj+WjAY/pWqNd35KN29IV8NPb+PDdArDbtX/P2z9hXi6cYy3R97f9TcHzvmR+avf6Y8jxhzL6mH8ChyFW0hRq3s7ckUIdNn81UQbtUIWk96rnK/iSfyAbY1lzuVpvY7XbXstt5nrRmjSW6dt7E1vLb6Hhs1Kp64/n5bI3bMsNMoMv/DemLGsd9zHb5SD6qeDx/F8bju/JR8/tCPhp7n14cJFD2r3n7Z+yrxVOO5/cLju9N80Oz1x9TPK6y82l30w9g3yQSQXZVp0inH443owXt/SEK//ERtndxiO2t6Skadt4cj32g6Hhs1Kr6jm+Q9TWHmUCX/xvSFwPsy/YRvrQfkY/kowrH8lIYr9fko2b3hXw09n49M0CcHti/5u2fsa8WTzmePyo4xoM1vb963KD+mOJxHS7pg6U2Jp6B1hiquJ2itW7SNZDmTZ3NXEG7PWCyOj/i9pYH3N614GG1NO+8OVIybuc7HBu1arTj+kzSfpi0j5P2q+xD5ZtJ++UYJtDl/4b0xYD7tTHkl/bT8pF8VHIcz4f/WCc778Ok/VPSXk7aC0nbkv3tluzW5fSXhd8L1dfnTh+89Rn5qLl9IR9NbTKxn3X718z9M/bV4inG80afY0w/q37K/NDs9ccUj2ul1fMdBWtt7RrTtv6/q7fBQ0NntaANchX/fB3JKnzyKc0x14OHhtLOLz9LHY6NWjX88byYTZCkD6b5Us+/LSTtNzVPoMv/DemLAfft1SG/tJ+Rj+SjkmP4nz3HkP7/5yq+Np3E/e/ZpGyZH8pHze0L+Wgi/XuzQozSZQ122r9m7p+xrxZPMZ4f9jnOn5sfms3+mOJxxR7w+rgNB7C9zis9Jdva7Ck+Ht44uwVta9LuVlh36kTNY/l+yTYv+OU5DT5vyq6U7+5wbNSq4Y/nM7FfAyb/9o81T6DL/w3piyH273jP2pO+tMtHo+7/F3titTrk+6S30P+6ZCx+lLRPy0fN7Av5aCJ9vFiyTEK6vvA++9fs/TP21eIGfQd9w/zQbPbHFI/tfKQv7rflIJ4m6HRAbx3jdm49vbLQ9rV7qNTf27IT5FGfK/eXxlF4sg8+6z0fOtLtX+ny5COtOWfmrW+oVk0hrq/VPWkr/zenL4b8gnMw+4XIxeyLxbGkHcj+99E41xqVj2YrHyX7/JPcWPnRiO+VXoD6bUmd/K/yUXP7Qj6aWA4/17MUyNOxt2z/2rF/xr5aPOE4/reCPP5V80Oz2x9TOrbY2vS323IQZ7KksDTm7aRXU+8kbY+psk5+mFua1K1O4T+evJxub7vo07Jz5dE4HqQyI7FRq8ZzvF8f56St/N+cvqhpH3sffLpdPpKPCvb9hdw42ajj9uhQ/gDMH8tH7egL+Wgi/b6Yjb85+zdb+2fsq8VjHk9Pn4+xZYzb9P2gQf0xwWOLLZV1SeUGYJCici9SVFZFiDGMuVeaPmmrLxo1gX4lvwaoXiMyVv4uN1ZeqvF9b0XOk38X+e70hXxEh89pY586x9Pv++Twn4qM/pjwXMd5vQ/AIEUldlX2gggxhjFnAl1fDPvB96JeIzJW/m0cD70qWeroTyLfnb6Qj+jwOW3sU9dY2lWQw18XHf0xhuNztz0AtRWVtdavC0bbxpwJdH1Rdf/29OzTLr1GwVj5i9w4+XLN7/1s7OGVot+NvpCP6PA5bexT53h6vSCHf0F09EfNx7ajZOm3/UYAAIMUltOtfzI1bRtzJtD1RdX9u2adQiqOlZezcfKLMb3/HwrOkw9Fvxt9IR/R4XPa2KfO8fROn/z9O5HRH2M4tn0lE+jLRgAAgxSWVyNF5UnS5kWJmsecCXR9UWXfDuf25dG4H9hF68fyd7Kx8tqY3v9nBeeJL/0d6Av5iA6fz8Y+dY6nLendQn3y97ro6A/zHAA0vbDsdmWWCY85E+j6omy/0lsuN61RyABj5vlsPM+N6f3fLjhP3hX92e4L+YgOn8vGPnWPqa8W5O9viI7+GMPxnY18z7lrBAAwaGGZL5lAPyJK1DzmTKDri9g+bU/ag9x+XBnXRBwMMC5/UnCevCk6s9sX8hEdPs+MfcYxrt4oyN87REd/jOH4rka+51w2AgAYprh4OjWTHG8m0PVF7Av7Rm4f7iRtq56iAefKz+SsbvWFfESHzzFjn3GNrZt9cveGyOiPMR3frcj3nLeMAACGKS63I8VlTYSoebyZQNcX/fZlT8+v3e5ba5UGnSu/7vfQSr/InM2+kI/o8Pll7DOusZXe9fxxn/z9o8hrfjNEMyGvP57u72bke85JowCAYYrLhUhxuSlC1DzeTKDri979OJU9zOep993OS4POky2DfsmkvX0hH9Hh88vYZ5zj61DB581XIq/526x9p+DiaT8firb+yO6kidlvFAAwTIE5GSkumyJEzePNBLq+eLr9bUm70bPdi0lb0Ds06DzZVXCO/KXozE5fyEd0+Lwy9pnEOPt+Qf5+puLrn4t8Zk0nc/8+aV9Of1kt2voj2e6Bkgn0RaMAgGEKzL6SArMkStQ43kyg64v8l/ant4pv6n8aep4c63N+/IvIzFZfyEd0+Lwy9pnEOPtln/z93gCv73cB9Xfp87rSu5NEWH/07J8fCAIwlgIzV/Ig0WOiRI3jzQS6vsjvw0rSTntAGQ0+T37a5/z4ssjMXl/IR3T43DL2Gef4Kvq18vcrvj5dvutfe177btKeF139UbCPVyLfca4YBQCMUmQ8pZpJjTUT6PoC2nKOfDppH/WcG++IjL4AYOTPmy9VfP2lnte9Lqr6o2QfYz8OPG4UADBKkVmLFJnbIsQEPrSZtNUX0LRz5ETPefHHpH1WZPQFAJXz96U+nzPTB0J/qsJr38y95rfuANMfFfZxR8nytHuNAgBGKTRHIkXmcbo+oihR01gzaasvoC3nyEbPeXFCVPQFAAPl7wd9Pmf+vMLrfpj7+39P2guiqT8q7OfBkgl08xoAjFRotpcUmv2iRE1jzaStvoA2nB+v9ZwTN0RFXwAwUP7+XMHnzNXIa+aT9pP8cl1JWxBN/VHxGFcj32/uGQUA1FFsHkSKzSkRoqZxZtJWX0DTz40/T9r9ntuUnxMZfQHAQDn8GwWfM79a8PfP9jyb63uiqD8GPMbbke83a0YBAHUUm4uRYuPXXtQ1zkza6gto+rnxP3rWBf2qqOgLAAbO4f/c5zNm+kDoLX3+dlfSfu1hj/pjhONbyJafLfKqUQBAHQXnWKTYpE+ynhMlahhnJm31BTT5vPhiz7lwTFT0BQBD5fE/9vmM+dOCz6RP//ZP6TrWoqc/hjg+658DMJGCs1hScA6IEjWMM5O2+gKaek6kv1z6wK3j+gKAkfP4XxZ8xjzZ83dv9izT9aLo6Y8hj/Fc5LvN+0YBAHUWnbuRonNWhKhhjJm01RfQ1HPix7lzYF1E9AUAQ+fxbxV8xvxC9u/PJe3nuf++kbTPipz+GOEYrX8OwMSKjqu2jHuMmbTVF9DE8+FEbvy/0289UPQFAJVz+bt9Pl/+Ifu3r2S/bs57U9T0xwjHt5S0J5HvNvuMAgDqLDz7SpZxWRIlRhxjJm31BTTtXPir3NhPf301Lyr6AoChc/lc9nDKXutJez17KHSvdM3tPxc9/THkMR6PfK956PMEAOMoPhuR4nNGhBhxfJm01RfQpPPgC+kvsLJx/4uk/YWo6AsARsrnBwo+X/6+5Mda3xQ9/THkMV6LHIel4AAYS/FZixSf2yLEiOPLpK2+gKacA5/L3bL8v5P2rKjoCwBGzunfiXzG/G02ofunPv/2nujpjyGOL33w+OPIMb5qFAAwjgK0p+RK9E5RYoTxZdJWX0ATxv8LSftNNt7vJ+15UdEXANSS1/+14PPlv6U5P/ubCwV/8xUR1B8DHt/RyHeaR0nbahQAMK4itBkpQidFiBHGlklbfQHTHvvP5pYrS395tUNU9AUAteT1hYI1tdPnWnwq93dfKvgM+s+iqD8GPMYbke80V4wCAMZZhM5GitBdEWKEsWXSVl/ANMf9M+ktydk4/13SPi8q+gKA2nL7ywWfLY/1+dtf9vm7j5/+Khr9UeH4lpL2JPKdZr9RAMA4C5FlXBjX2DJpqy9gWmN+IXcb8x/TX1uJir4AoNb8fqHq98fkv50o+NtVkdQfFY/vTOT7zMOkzRkFAIy7GN2KFKO3RIghx5VJW30B0xjv89ntyqmPkva1mt9/iyjrCwA5PnzQ70GVBX+7UPDwys388iLoj8jx3Y98nzlvBAAwiWK0UvIwjnlRYohxZdJWX8Ckx/qWpL2TG98vjWEbb6STwqKtLwA6nOOfL/hc+ePIa75f8Jpviqj+KDm+ve6aB6AJBWkxaY9NsFHzuDJpqy9g0mN9PTe2XxvD+y9na4R+W7T1BUCHc/zfFnyu/JvIaz5X8JoPRFR/DPCZotc1IwCASRalC5GidFOEGGJMmbTVFzCtOvb6GN7/00n7VTZp+7yI6wuADuf5ognNF0pe907B675eYZvPiHz3+sPDQwFoWtFdLilMe0SJAcfU103a6guY0Bj/bm5MvzGG938297yQd0RcXwB0PNf/ts9nyl9VeN2XCj6Pvlfyup3Zmt0vin63+iNd3zzyPeaOh4cCMI3Cez1SnC6JEAOOp9dM2uoLmMD4/nZuPP+gxvdN1/D+Yvb++S+mfyXq+gKgw7l+ueAz5cWKr785xHIj6ffUDQ8c7VZ/JO+/NWkPI99jjhoBAEyj+B6IFKf01+lLosQA42k1Mp5eFiF9ATWM7W+GyfqNqOsLgI7n++MFefmvK75+f1FeT9pCn79/ZZD31x+z0x/JNk5GPgc8SNq8EQDAtArwHb9Cp6axdCMylr4lQvoCRhzXfxMm7w2R1xcAHc/5bxfk5WcGeI9fFLzHhZ6/ez678+h/iXy3+iNdmiVp9yOfA07pfQCmWYAPlnxh3SFKVBhHyyXj6D1R0hcwwrg+FKbjv4i+vgDocM7fkq193euXA75P7M7nf8i28/mkfZC0Pybts6Lfrf5ItnEisk/pxPpWIwCAaRfi2K9Vr4gQJePnc0n7dYXJjx+mH8ZETF/AgOM6vdX4oylM2F4XfX0B0PG8/+WCvPyDId7resWc/w2R71Z/WPscgLYU4j3ZmudF9ooS2Vj5dNK+kj7ILWnHslsIPx5gEiT99cAPsrX0vpZ9CFwQWX0BBeP8xeyXT9Ng7VV9AdD13P/3dT2UPv0Vc9L+UJLv/0nUu9cfJc9vupsu76L3AWhKMb4c++WXokU2Tt4Zw8TI2yKrL6BgnL89pQnbTXdp6AsAub/vncofD/uji+R1L0Xy/QUR715/JNtZTNqjyH4c1vMANKkYb1e4AAAAGOP3zi8l7Wa2lnfa3k3X5BaZbvZHsq31yBzENT/kA6CJxbPswR2WdwAAAABGkj3MtGgp2cdJWxIlAJpYwOaSdicyiX5elAAAAIBhZXMPtyNzD2dFCYAmF7LdkavA6X/fJUoAAADAMEIIpyKT5/fc/Q5AG4rZ+Ugxu20dMgAAAGBQIYTlbImWIntECYA2FLT5ktupzokSAAAAUFW2dMvdyFzDqigB0KbCtjtyVfiJq8IAAABAVemP8Urudp8XJQDaVtyORIrbw6QtihIAAAAQE0I4EHne2qOk7RQlANpa5C5FJtGvixAAAABQJJ0cT9pmZG7hsCgB0OZCZz10AAAAYGDZuue3InMKa6IEwCwUvMWkbUQK3jFRAgAAAPJCCBcicwk3rHsOwCwVveXILVfpOmYHRQkAAABIhRBORybP7yRtmygBMGvFb1/2cI9+HidttygBAABAt4UQViKT5/fTO91FCYBZLYKHIk/Ofpi0HaIEAAAA3RRCOBqZN0iXh10SJQBmvRi6kgwAAAB8QgjhSGTy/IEf3QHQpaK4EimK91xRBgAAgO4IIRzOlnct+rGdZV8B6FxxXEwnyguah4EAAABAR4QQtkfmCLbO4jH/XzTIYPK01GPOAAACqXRFWHRNYXRoTUwAPG1hdGggeG1sbnM9Imh0dHA6Ly93d3cudzMub3JnLzE5OTgvTWF0aC9NYXRoTUwiPjxtc3R5bGUgbWF0aHNpemU9IjI4cHgiPjxtaSBtYXRoY29sb3I9IiNGRkZGRkYiPnc8L21pPjxtbyBtYXRoY29sb3I9IiNGRkZGRkYiPiYjeEI3OzwvbW8+PG1vIG1hdGhjb2xvcj0iI0ZGRkZGRiI+JiN4QTA7PC9tbz48bWkgbWF0aGNvbG9yPSIjRkZGRkZGIj54PC9taT48bW8gbWF0aGNvbG9yPSIjRkZGRkZGIj4mI3hBMDs8L21vPjxtbyBtYXRoY29sb3I9IiNGRkZGRkYiPj08L21vPjxtbyBtYXRoY29sb3I9IiNGRkZGRkYiPiYjeEEwOzwvbW8+PG1mZW5jZWQgbWF0aGNvbG9yPSIjRkZGRkZGIj48bXJvdz48bXN1Yj48bWk+dzwvbWk+PG1uPjE8L21uPjwvbXN1Yj48bXN1Yj48bWk+eDwvbWk+PG1uPjE8L21uPjwvbXN1Yj48bW8+LDwvbW8+PG1vPiYjeEEwOzwvbW8+PG1zdWI+PG1pPnc8L21pPjxtbj4yPC9tbj48L21zdWI+PG1zdWI+PG1pPng8L21pPjxtbj4yPC9tbj48L21zdWI+PG1vPiw8L21vPjxtbz4mI3hBMDs8L21vPjxtbz4uPC9tbz48bW8+LjwvbW8+PG1vPi48L21vPjxtbz4sPC9tbz48bW8+JiN4QTA7PC9tbz48bXN1Yj48bWk+dzwvbWk+PG1pPms8L21pPjwvbXN1Yj48bXN1Yj48bWk+eDwvbWk+PG1pPms8L21pPjwvbXN1Yj48L21yb3c+PC9tZmVuY2VkPjwvbXN0eWxlPjwvbWF0aD5Hm2ieAAAAAElFTkSuQmCC\&quot;,\&quot;slideId\&quot;:292,\&quot;accessibleText\&quot;:\&quot;w times space x space equals space open parentheses w subscript 1 x subscript 1 comma space w subscript 2 x subscript 2 comma space... comma space w subscript k x subscript k close parentheses\&quot;,\&quot;imageHeight\&quot;:42.4},{\&quot;mathml\&quot;:\&quot;&lt;math style=\\\&quot;font-family:stix;font-size:22px;\\\&quot; xmlns=\\\&quot;http://www.w3.org/1998/Math/MathML\\\&quot;&gt;&lt;mi mathcolor=\\\&quot;#FFFFFF\\\&quot;&gt;w&lt;/mi&gt;&lt;/math&gt;\&quot;,\&quot;base64Image\&quot;:\&quot;iVBORw0KGgoAAAANSUhEUgAAAGQAAABACAYAAADs39J0AAAACXBIWXMAAA7EAAAOxAGVKw4bAAAABGJhU0UAAAA9mEzejwAABaJJREFUeNrlXC9UMkEQ32AgGAgGA4FgMBgMBIPBYCAQDAaCwUAwEAwEA4H3CAaDwWAgEAgGgoFgMBAIBALBYDAQDAYCgWC4cN/ee+f77ttvj505dmbvcN6bBLfz25m9nT87e0JYIN/39ySfSb6QnBeOKcSzzyAnJ/k4nHdVctHVhAuSK5LvJE/9f6nr2Bglyd8hln0iGVuS25IX/v80DHRDOcEdyWXJ15J7kt8le348LQPAjowRrNhJBMsJkZyBb6ZrW9tOQ/Kj5JHkuZ+MTh0ZpKXgqBLIqCD0UFlH0My3R21HfmOp4KgTyHlE6GGWeLcI/UFX4UFCQz07MMgrx8KQY3aQurigcpTvCBAfzMaoxeDoEsi6RBqkQzXpomZLWEW7TMbYlfwZg2FAIC+P1MMr5eTvEUBOmAzSW4FhTCSzgdDDkHLyhwggDQZjlA0h+IxQ9jNQD31qJUB9ySMxjm0AFo8453lxrYcAyAPQIFNiHHdAHHliowzYo6yEUcacKmMP60ceEMcew5v6tkJ+gdogGD9SIJAf1JHGaQoupIyDmAUyExwUKd6Z6IhAdh2ZB1SZdDLRyL7lMsgUqIxry3L3EIuBrHwSg22okX3IZZAuUBm3luX2I2NDo722o0U64ixVNIHKGFiUWY2Gs8FZB9Cxdxj0kdNgOec0CLQEPbEkLziT+YqMe4+oUPcY9HGsyAyw5jgNcgA0yCfBFrn4yS2AvmzoYMeoC04KY2+fIzELwlZlvKvIb5BM+Z1hu/py9nZEgEBPE/fXnGzUeU+iySbwsGhOrIeqIq8pXBAiOTtdQ4Z6JFsy/B5HVBWDLSVLnzl5O0Iw0JOzmqXst7tGklgk0sGVIudSuCJE6NtOuPImSidLAbBdxFGJYP55xXcMXXXb/ACqUR1hasZuxPzvCIihzFBtLgmXhFidA+S4BeWINHDq2zH/LQIxXFqe+4FSwukJ16RJhqwco2pC2XML4XfT8tzHSpi7kwaDFGwnh5q37tm0LwOLjfeE1eaKSAOFjhdEiGQz2j3yDclhgEXGnqU5F5V+3p5IEylRxiraAYylJnmtNcre1ssnmr7heSq2KgXkB9AgB4ZxjpScYwYtucj/PXGUTzQtUDWRNopp30Rl6+HWN016ygdsdvhac56nyoLpiTSSoUkNFHZqcg5UgoVIULcSznFHUzzcTatBoK04tZjnd5UipWfa3jRjXFCWTzRh+JlIKyFWZwvokO8slOetNVyEl5T4mt4Yyye3mmfP1XwlLiM3YIC2JZ0nGPcbUjFIk0Gg20XPsC8nTrAQCWoNMea2EkF6zmtVlreLoSEYmKyBIQdsdmgixuwnyYmyZJDRipxj7f6lFfdDovQAHEttlX1xWlZHKmIfetcuknO82b7+ZuitBcsJ/cZSCXELIiuEKH//GORBc4W6YAHHM3bb1IyR17QVlUWWCOFQv8PV51GUxYHHye/IqkNTZI0wFV9NeWRu6+5GEFYD5C8Qz/cz4zc0k0lKdYsYboAytzXPllXD+a6+WWJJGcsExnizuQI1SSaoRyzspldLN0ciy+Qn+7DAmWUM0PD7RNlux5TXJ1wZ5MPl24EMvyuRZx6S5ClZMMgIaZAKAQZocHEV48QnzjoOCZQxRBhjSIgD0uzQ1lQKFj7Dx844DdJHGKREiAPiy0Yb58Q1ioBeb3sixjFNEFy0xKYRwiCHKXpTs538GRQB+SANx7WyDrJqkBObSIA7Gh5H5os4Tl5gz+2zZhBT2eKOCceli6Q0jQZZpQhrBUQAjjOAMRpi08lgkDojDlM3fncjnbhGEacrHOcWI449Q/6RE7+BYgp7Htt3Pv7iyMedVmbqGJZoZd47wrLURFSH4jeRpg3nzVVDmZKtez7ThzjTaJRxpEuj6BBHJ3KGXxG/lcJt68Z1V3jYvH2T5ertH+RhimUkLDYEAAAAfnRFWHRNYXRoTUwAPG1hdGggeG1sbnM9Imh0dHA6Ly93d3cudzMub3JnLzE5OTgvTWF0aC9NYXRoTUwiPjxtc3R5bGUgbWF0aHNpemU9IjIycHgiPjxtaSBtYXRoY29sb3I9IiNGRkZGRkYiPnc8L21pPjwvbXN0eWxlPjwvbWF0aD4jJ3gKAAAAAElFTkSuQmCC\&quot;,\&quot;slideId\&quot;:292,\&quot;accessibleText\&quot;:\&quot;w\&quot;,\&quot;imageHeight\&quot;:10.24},{\&quot;mathml\&quot;:\&quot;&lt;math style=\\\&quot;font-family:stix;font-size:22px;\\\&quot; xmlns=\\\&quot;http://www.w3.org/1998/Math/MathML\\\&quot;&gt;&lt;mi mathcolor=\\\&quot;#FFFFFF\\\&quot;&gt;g&lt;/mi&gt;&lt;mo mathcolor=\\\&quot;#FFFFFF\\\&quot;&gt;(&lt;/mo&gt;&lt;mi mathcolor=\\\&quot;#FFFFFF\\\&quot;&gt;x&lt;/mi&gt;&lt;mo mathcolor=\\\&quot;#FFFFFF\\\&quot;&gt;)&lt;/mo&gt;&lt;mo mathcolor=\\\&quot;#FFFFFF\\\&quot;&gt;=&lt;/mo&gt;&lt;mn mathcolor=\\\&quot;#FFFFFF\\\&quot;&gt;4&lt;/mn&gt;&lt;mi mathcolor=\\\&quot;#FFFFFF\\\&quot;&gt;x&lt;/mi&gt;&lt;mn mathcolor=\\\&quot;#FFFFFF\\\&quot;&gt;13&lt;/mn&gt;&lt;mo mathcolor=\\\&quot;#FFFFFF\\\&quot;&gt;&amp;#x200B;&lt;/mo&gt;&lt;mo mathcolor=\\\&quot;#FFFFFF\\\&quot;&gt;&amp;#x2212;&lt;/mo&gt;&lt;mn mathcolor=\\\&quot;#FFFFFF\\\&quot;&gt;2&lt;/mn&gt;&lt;mi mathcolor=\\\&quot;#FFFFFF\\\&quot;&gt;x&lt;/mi&gt;&lt;mn mathcolor=\\\&quot;#FFFFFF\\\&quot;&gt;1&lt;/mn&gt;&lt;mo mathcolor=\\\&quot;#FFFFFF\\\&quot;&gt;&amp;#x200B;&lt;/mo&gt;&lt;mi mathcolor=\\\&quot;#FFFFFF\\\&quot;&gt;x&lt;/mi&gt;&lt;mn mathcolor=\\\&quot;#FFFFFF\\\&quot;&gt;2&lt;/mn&gt;&lt;mo mathcolor=\\\&quot;#FFFFFF\\\&quot;&gt;&amp;#x200B;&lt;/mo&gt;&lt;mo mathcolor=\\\&quot;#FFFFFF\\\&quot;&gt;+&lt;/mo&gt;&lt;mn mathcolor=\\\&quot;#FFFFFF\\\&quot;&gt;7&lt;/mn&gt;&lt;mi mathcolor=\\\&quot;#FFFFFF\\\&quot;&gt;x&lt;/mi&gt;&lt;mn mathcolor=\\\&quot;#FFFFFF\\\&quot;&gt;22&lt;/mn&gt;&lt;mo mathcolor=\\\&quot;#FFFFFF\\\&quot;&gt;&amp;#x200B;&lt;/mo&gt;&lt;mo mathcolor=\\\&quot;#FFFFFF\\\&quot;&gt;&amp;#x2212;&lt;/mo&gt;&lt;mn mathcolor=\\\&quot;#FFFFFF\\\&quot;&gt;3&lt;/mn&gt;&lt;mi mathcolor=\\\&quot;#FFFFFF\\\&quot;&gt;x&lt;/mi&gt;&lt;mn mathcolor=\\\&quot;#FFFFFF\\\&quot;&gt;1&lt;/mn&gt;&lt;mo mathcolor=\\\&quot;#FFFFFF\\\&quot;&gt;&amp;#x200B;&lt;/mo&gt;&lt;mo mathcolor=\\\&quot;#FFFFFF\\\&quot;&gt;+&lt;/mo&gt;&lt;mn mathcolor=\\\&quot;#FFFFFF\\\&quot;&gt;8&lt;/mn&gt;&lt;mi mathcolor=\\\&quot;#FFFFFF\\\&quot;&gt;x&lt;/mi&gt;&lt;mn mathcolor=\\\&quot;#FFFFFF\\\&quot;&gt;2&lt;/mn&gt;&lt;mo mathcolor=\\\&quot;#FFFFFF\\\&quot;&gt;&amp;#x200B;&lt;/mo&gt;&lt;mo mathcolor=\\\&quot;#FFFFFF\\\&quot;&gt;&amp;#x2212;&lt;/mo&gt;&lt;mn mathcolor=\\\&quot;#FFFFFF\\\&quot;&gt;1&lt;/mn&gt;&lt;/math&gt;\&quot;,\&quot;base64Image\&quot;:\&quot;iVBORw0KGgoAAAANSUhEUgAABfYAAABFCAYAAAAIG7dRAAAACXBIWXMAAA7EAAAOxAGVKw4bAAAABGJhU0UAAAA1lpdWvQAAHz9JREFUeNrtnQ+E1cv7x3OstdaKJFlJJFkriSRZK0uSlawlK0kSV5JkXZKvlZVIruRKXElWEllJViJJkkSykiSSJFmRJGslPr+Z25z7m/u5M5/zOed8/szM5/Vm/L6/7tk5M8887+d5zjMzzyxaBAAATSCKoi3Rv3EQqRjltFS0M6J9Kun7N4g2IdpN0T6KtiDaT/V/P4t2S7RTom1ktSqnm12ijYp2WbQHon3V9GNe6YvUm5OibUZifnAefUVfAQiBV3AeEOMSw4DSdGBMtCui3RXtS4xbX9W/nxdtu2g1ZIa/AthdV4UrjdRzKeQKy2CraLMyaEIjQEw3ekR7S2K/oYP/n3Lsf6Pg798h2tOoOUibN8TqBa+bvSoYn29SP16Lth8Jusl59BV9rUjs8SMqFpfgVbG8gvOAGJcYBpSiAwOizahkdDP4INp4FRP8+CuA3XVXuIvV7qTEO9FWVVgWe7Wdxkl2Y4GmG5cMDorE/i/Z1EQ7Kndc4wIq6PuXiHaj3USGaB2sZpD6eUC0b23qh/wxvRppusF59BV9rZA+HImKx0l4VRyv4DwgxiWGAYXrwAqV0NchN9Gn5e970Yblppho20QbUYnIWQO3Xom2nhgVfwWwu2ULWJYWea9k+ky0Zcjk753bOSWTJ9LwoymV14lhi2M6iGyiPaK9sXnuAr6/V50AyAJ3+OETnH7+mWGyS17LHUSm5XIefUVfK6YTsyUk9tfDq2J4BecBMS4xDChcB4ZU2SodcvOsN8Xf7tLyRHXIRPc2YlT8FcDuliXgY9q1o0fyRABS+Uc2q7UND2m8B5BKZXVhmWlnseqJfVW6q2HCoYC1eZtxQuMiWh+Mjl7IIeElg/ctcL4czqOv6GvFdGJjCUn9t/CqGF7BeUCMSwwDCteDHYbydpNN9rHKkBuQZWk2EaPirwB2t0gBd2ildyQeyxqeSOY/cupVpYkiVZ5nF1KppB5MJ9ihgxWUh0w0PEzrsXMcR01tSMavUE6ph3x6tc92ykd7VC3ElymGzUae/3p6MMfE11yVbre5wnn0FX2toF5cLCGxfwZe5c8rOA+IcYlhQOG6sNZQRma6xb4GDOrzPsScGv4KYHfdFLJ8hOt+7FGdxUjGKq9e9aJ3HXuQSqXWf18DO3SwQrLoUy/b1+3GJfVwzlxJif3Tsa+aSnOFUgtQkh78uYf2ex+4zxuufMorpDv122lqo1vq9phoV5t4pPIanCc4Q19Bjnohk3XfS0jsb4ZX+fIKzgNiXGIYUIpOPDIs+eo2+rtm6O8UMSr+qsIcw+4WJOjF6nR+pD2Uyw5ZOgX9osltDKlUYt1X6q91Vzmxrxz3vDo9uN7Aj0INtei2XysjJse1u4U+hrQ+4pD/vhQWeKuv9+JXz9OeoFFX39NeN90I5wnO0FeQk17ET8i9ViU0N8mkf0bfcT32HR/hVf68gvOAGJcYBhSuE1sNy/2ozT63GPr8GtJbFvgrgN11T9DdsaS+vIbUh2SaCpD0gGg7Ugl+ze/HXm+vcmJ/VdLNnqSrVjmNZ0azYwNt9HMqwceMwgLvbbXE4Rb7GU1x0uQKnCc4Q19BTrqhx+zyxFMt4/47DDpzHl7lyys4D4hxiWFAKTphOl1/KYN+Fwz9DuNL8VcV5Bh2tyBB34nJj1PnzcvwZGw3di1SCXatj2lrfTpht/kg0vpbXleLMtSiyw1a99vb7GtZwommE6ysl7qoBw3n2uxrtEEQOp91sg3Oo6/oK1AndnP9sauuyscxBK/y5RWcB8S4xDCglDU33cI/mkG/9wz9nsSX4q8AdjcPIZ5nRywzWT6NXYvm0eHw1rhP231/oU61kdhPltmlAhP79e+ayKi/B5ahX2RlveRuHbNZBIiij8sNAtEhOE9whr46Ic+1ylfr7YynczmnxSBdOX1HvAzPZ3iVL6/gPCDGJYbBl5Yypx7Lco9n0Pd0iKfP8VcAu+ueAPfE62fyWG5b8uyPnX5gkySs9a2phz4idWWsX/07iX0HDLVMcKh1eZphn1OWoV9gZb3Tw0lt/TZl1OfKhBNvEvvgPMEZ+uqEPLcZ5vvZw3nIwwSf1QGD/hy/I34t/jK8ypdXcB4Q4xLD4EtLmdOgZbmzKMVz3dDvFL4UfwWwu1kKz/T4524k07ZcL1CLO9i11etRHk9YcxL7JRhqrXTAuhz5THDhrx6+Umt3K+N+ZxKC0LNwnuAMfSUZkeE8tmd5YtfyHaYr8TvgVb68gvOAGJcYBl/qzJzafjxX9X0rjw0DfCnA7gJdePGaX0+RSiZyXRE76cQtiDDWdZO2po9TBsYk9hcVfmJ/IOM+bWu7hZX1Sgd7tbVbn3HfhxKC0EtwnuAMfSUZkfFcNuZZa9ZwwvB7CLVtXeYVnAfEuMQw+NLS5rTKstzy9PiyNvt+Y+j3CL4UfwWwu1kJbo9BZruQTGbyjdcI+wOpeL2e3Zpjlj9wV6UMjEnse26oLdeUP7Kq3ungbrV293LoeyghCL0I5wnO0FeSER7JqUN7R6iOa/AqX17BeUCMSwyDLy1tTrWEEjATbfTbbel3K74UfwWwu1kIrVO0DzF5vUMymcp4wLDjuwbJeLueF5KS9ST2wzXUhptNuZZAALmt459q7Xbm0Hd3QhA6DucJztBXkhEeyWnEIKcReJUvr+A8IMYlhsGXljqvF5Yl/yZPqLfY5z5Df598vwGHvwLYXXeEdtwgr0kkk7mcP4R44qmC67hDW8M7ls+Q2A/QUFseEJSltXpYVe90cLVoe3PquzMhCB2B8wRn6CvJCI/kdC0mI+kDO+BVvryC84AYlxgGX1rqvM4m2MkHLfb5KMSNM/wVwO6648TnDPJah3Qyl/VFg5z7kIxXa7hE7axLfBFtueVzJPYDNNSWkmXbWFHQRBC6Gs4TnKGvJCM8+o0wH5PRDSTjN6/wUYAYlxgGX9pwXn1RMi412Z/p9ttr+VYGDMNfAexuFgL7jVp6hcl6hNpg3q/hDW3tRhM+R2I/QEMthjcb0mNHIDc9sV0b/QDnCc7QV5IRHslol0FGe5GM37zCRwFiXGIYfGmquV3PIrkvPrfScJB2jsQ0/gp4bHdVrfWTot1U19vm1bW3ebVrJ6+8Hijq2pv4nmcGWV3zYKEXy8SqOgV/T9U7+6FOU+9psq+dos2oR1BlH8/lQx0FGaYf7b6uDgrTubG0HCkqse8jD3wNkMXQDsWGeghWAIuubMnrkSc4T8zhk76SjPBeRlcNMWsXvPKbV1XlPCg/xiWGwZd6NrdedUM/CVIHlyT0sVzl+HS8zTKpjy8FgdoW9+yuItsJQ431JMhE/5k8E/wJV4wOObq4a9V7AI8SXiqvP0zbn6K/pcpwmbCQx+O2BsPOwx/+OfaPSQ5cfT63xH4gPPAqQFZBRb0cwWfRtsMKkKAvIxb1HoDzXm3meS/3MvSVZEQw8jGV4ZmBV/7zqqqcB+XEuMQwwetP0L5UzGU4Rd7ujWibDH+7XrT3sc/eapRHwJfir4CDdld872HLTt8DtbPWoz7XqQzjk9jn3uVV307dHDBhq2OLWlO7hZHaPZxRV6PuJRixKw36lInaVw2M9N4c5mK60vUc6jpvWO41U28yj8R+YDzwJkBWt6zqNvyx7V0FADSdmTSo9iyc94bzwci9SH0lGRGcfExleA7AK/95VVXOg2JjXGKYyuhQ8L5UzOdYiuS+TKCfljk99TdHYpvjkmf74RX+Cnhmd9Wu132ToZPBcsLfdYn2MoXx+JzBGJ9Z+u50cGHlgz5rDf9+IGFnsWbpa5nl5HzuDwapmxsmrIG+zhqVI9o6XUj5N7mc2A+IB14EyGrtF2JDvCPaBpgBEvTmrkG198N5r27pBCH3ovWVZERQ8pkyJC2Wwiv/eVVVzoPiY1ximEroUSV8qZjTRMqqG6/VJpmOqxlvmuFLQRVsS/l2Vz2Q8c70KK1oq1L8/f68E/vyCpCl328eLrpth3GH4bM1dWUpUu8ZLFW1z8ZVHbI6buc0Vtt1omOOyXQ48hA5yGGtttv+Jm1t2TIez/WMB04HyPJHjeH2VGQI0pYuAuDfutOlalLGr+jW4HwYP4p9krtL+koywivZ1FSNXh334ZX/vKoy54FbMS4xDL7Uw7lONJmaeCraRmJU/BXw0O6qXa+3hu+XV2XWpexjRQGJ/VFLv/c9XHRbSaFJw2frCdfLFuMhHwwZzHGsA5ax3nZMppVP7Ctn90w7qba5ib8tI7HvEw+cDJBlGTJ1Wikt5so6wQCc9UemjfldcD6oxL43cndJX0lGeCWbnQbZHIZX/vOqypyH127FuMQw+FJP53usCQ59LPpdNnwpCIhrpSf271q+/3ATfdQsfZzMcJxnLN9x3cNFH0yTLBf//+76+wYljrXbdkXKMZmS2P+3YzzV5N+Wkdj3iQfOBMjayYSXbajegUUA/NKnh/Fr7XA+uMS+N3J3SV9JRnglmymDbHrhlf+8qjLnK8plZ2NcYhh8qcdzHjWUsUrCedE6iFHxV8ATu5tQQudFC32Z8DzDsd60fMdlDxe9Zrim8/ctCe0zK9SjJXNRyY9fRvaXy9c7JNNKJ/bltTltnWabvfJVUmLfGx64EiCr4OdnRuo3jAuufACywXBTbwWcDy6x71XM4Yq+kozwSr/jZXgewSv/eVV1zleQy07HuMQw+FLP5z2g9DItZBWAlfhS/BVw3O4qEr2zfPfeFvoyYT7D8b63fMdpTxf+vmU+q2L/fdSBsX6zjHXMIXlWNrGvrp691h6b6W+hj8IT+z7xwKHEvnxrZIfS953qBMZ+tX43VRDRzJVlau5XOwCZLpLvcJ6Ywzd9JRnhhVxMZXh+h1f+86rqnK8gl52PcYlh8KUez3vckkBvxKMhfCn+CjhsdxMSoV9aOO270tLXzwzHa9vB3+/pwv9hmY8MYo66VGYo4TrkWSjsxPqcb/fHbImJfS944EuArDZZ5Y+i2ykDtnMwqLJ2Y3NMF27g+8L9UexTzOGSvpKM8EIuVwxyWQ2v/OYVnAcuxrjEMPhSD+e7OMaZeUMSOglyM2APvhR/BRy1u7KEjeV7p1roayTPOuyin54EY7PH04W3PQZcP5Hw1ZWrRgkPF12Hwk4FJw/b6KesxL4XPPAxQFZXAl+kCNYWw6RK/jie1fTgdVF6AOeJOXzSV5IRXtiyr3mVAYVXjA0Q4xLD4Es9nmu/aG9iB3i3qP+2XT2Wmxa/4UvxV8BBuysD36wS5bIcjqWv9xmNdUuCkdnt6cIvbWA8jzo0VtvJiBkoXOq6yCurH9RafKtfV2uxr7IS+17wwNcAWT58lOJUBlcFq2c7TsSC/DX4vrB/FPsUc7ikryQjnJfJDoNMJuCV37yC88DVGJcYBl/q0Ty3xza+pS3dYMgl3Ggiub8np7HiS0EInCstsT9v+d6BFvqatfR1NcfAvY4Rjxf/g2VOrxwbp+3h4ndQuNR1uZZV4FpWYt8XHvgeICfULnTuuqAYT6dHz2Tc89BubNRqbP4sonYmnCfm8Flf2xi7j2//LHim06bbx33wyl9e+cx5YphqxLjEMPhS132pqqah19NPtKXy3USVlE5TlmczvhR/hb9yyO4m1KzvbLKf/oQFGC7AoPuc2L/hQ3mhhNMQXxeBstZkt7YOtzLor8zEvvM8CCCxvywhYPtEkFGNH8WqzuabsjkG54k5fNJXkhHOytdUhucVvPKXV75znhimGjEuMQy+1GVfGrX4oHz0683MJynm9la0Lnwp/gp/5YjdtZ3Yb6GfP22kL8ig+5zYP+LDnGQtfcs4vy0CZazHcnllUK3BXBY150pO7DvPgxACZFmeIMGO1hwaJ0FGfrK95cK1VjiP3H3SV5IRzsp3u2H8p+CVv7zynfPEMNWIcYlh8KWu+lJ1gjye45tt4u9rSbqjYSKHseNL8Vck9lv84qftfqn4eK80XHnvrgWc2B8oyli2OU4S+26tx11tDUYz6rPMxL7zPAgksb8swY4uJcgI+0exTHhp457E91XnR7FvMYdr+koywqsfUBvhlZ+8CoHzxDDViHGJYfClLvrS6NebE68MY9nZQl8nG8zvW9an9vGl+CsS+61/8TnL93Y20ccVSx+3Mx5rqDX25a7oD8Ocph0bpy2xTykeDPC+KvAglAA54YrlIDoe7o9iMc4D2pj/wvdV60exhzGHU/pKMsJZXf6S101heMXYiGG8lH0hMS4xDL7U0cT+McM4PrXR39kGczyAL8Vf4a8csLui/z7L9+5M+ffbLX//WrQlGY91Y8Iij3lOqOeun4SP7I/nzi0CVTfA+6rAg4AS+5ct0xiAXcHajGFHf3TCeeTujb46IptthrX7jCz+wTl45R+v4DzwMcYlhsGXOjivt4Z5TbXZ50xCDmC6grzCXwE37a6l/MZUir9bFf2q7R3He1meJ4dxdicYlb2BOZY6+hwa5y3LGO9C4cLXIsQT+87zIKDE/kHLNLphV5D2Ymv0/7U2ZQmvDnxfdX8Uuy53V/WVZISTsvjLIIst8MovXsF54GOMSwyDL3VwThvyyJNFv8puf7f0PY8vBcARu6tqcd01fPe2Bobjo+FvHsv6djmO9WcR14AKXPglFjk6t2GRsFvLTmXxaxFUYt8XHgSU2N9jmIK0rTXYFZytkL76q+afe/B91f1R7LrcXdVXkhFOykFe1/+cVbkBeMXYQDC2IfcYlxgGX+ronA5Ylns4g75PJ+h7dxV4hb8CXthdldyP19tfUI9mrNSC6C2iXTQk2H+qByRqOY/zjUVOFzxd+Gtq/O8s85pyaKyPLGO85NAYfay/F7Uwz9AS+17wIKDE/phhCm8XgdACizXarTr5kJZLjyPDeeTujb6SjHBSDkOu/BaAV3AeVCvGJYbBlzo6J9t6b82g77UJeYAhfCkAjtld8X3rE0quRJYd8KuS7AWN74ZlHFc8XPTdauw/lNw/G+b1xqHxfnH9tkRVEvs5yu+CZYgH4UFQif29hilcxRUHFVTIa7MftPJ4y/F91f5R7LLcXdZXkhHOyuGvZm4awyvn/ACcB17GuMQw+FKH53TdstxrMur/vaX/HfhSAByzu+L71ol2v14zSyXS78gHK1QSf0Ep9LRoh/Isu2MZ3/8scrrp2YIv1wzWuPo326bFEkfG/COv610ZjpHEfnvyKzSx7xsPAkrsTxqmsAdXHExAsUw9YB+p0yVrMu6/A857x3ln5e6yvpKMcFYGpjI8X4ouJwev4DyoVoxLDIMvdXxOtsT+YEb938wjsY8vBYHZltJL8dRU7ax6iR1Z32q1g4KyJW5nPVvwmfjDs+J/H7HMbdSB8SaVfunyQD9I7KeTX9GJfd94EEqS74ah7FrXIhBCMNEj2lO1rrIO5MYc+v/Q6slYOE/M4ZO+koxwVgamMjyX4ZX7vILzwOcYlxgmKD0JMbE/ldeJ+gb9r8OX4q+AA3ZXPVTxMPa9I44KqsPygO6CR4v9m7brt1z7940WHTjnwJj7LGN76ZhsSey3J7/CEvue8sD7AFlt4n6NDf88bjiIQKJL8+ULWZ3QiX3HZXV7qwfOE3OErK8kI5yWwUWDDHbBK7d5BeeBzzEuMUxwuhJiYt9W2SKrGytXsn6YGl+KvwrQtpRjd5UDND2KWnNYWPctslrmwUKvUmWNJHYa/vu8YV6PG/Qpry8tznncIxaZX4S+QRmiQhL7HvMghCTfjtjQZUCxCu0Pgr+380xyaXVrr8B5Pzjvstxd1leSEc7L4FNs/vNF/m6BVy37ATgPvIxxiWGC1JUQE/vbLct9OaP+TaV+nuFL8VfAAbsr+j+e1+vZOY75qOu13hPG/ijp9EDMiOg7oR0JfT4Q7UnO4z7iq8xBU+tcVGLfVx6EkNh/EBv6BJofBHevaWu6N4f+R7V3VgbhvDeJfSfl7rq+koxwev5bDfO/Dq/c5hWcBz7HuMQwQepKiIn9mnpvJo4PGfX/wtD3RGi8wl8BL+2ufF3a8r3fRfvdxbrL6mVqE044vsgn6uVrbHJNuEK1zfL540VsxIj+rxrG9M3lmx2gpXXOPbHvOQ+mijTU8p0TVUu4I6P+dsVPWfBoTxC8Pa+t6XiG/XbLEzSiTWv9v4HzfvwodlXurusryQgv45RReOUur+A88DnGJYYJVv+C9KViDmcsS76zzX5XGPqUyekV+FL8FXDA7mq7RTYsqF2rMZdK3VjK8Uw7vMCDaodRyrM/4XNDlnU4ZfjsgOrzQgHjf0EZnsr+YM4ssR8AD24m2Mpaht8j3z25GzudMJ0ksxR99qr6hZFWy3AlWu89Z08W/CTIcTjvRclCJ+Xuur6SjPBi/p8MiYVOeOUmr+A88DnGJYYJWg9DTewviXGhjtk2+z1r6PMPfCn+Cjhid0Xnt5pUwDfq0aptZToEtdHwn1sGJY1Fvmj9h2h31NWL9bH/Lh+e/azGeLhBXx2WzZZ3urxVTTJptF/lfatC/mCyPFi8CeoGZ4haTuxXgAc1rQ6gCX0ZftfFhO850+wJJLkpG9uckzLbgMZ7z9fDBQegP2MPW8F5Yg5v9JVkRBBzN5XhuQmv3OQVnAcux7jEMOXEMPjSQua2y7LmZ1vsb71Bv2VOsBtfir8Cjthd9cDEyxYVUp6amSxDKZXQ3hvGtLmEsZjK1FxX120OasZrOmV/DyzyPqfmvVnNfT5uLHOan+nh3CdQN0hj1E5iP3Qe7G9gDycz/K7HDb7rVdqafPLHjQqA6pA/flaj7d5zdU9UPG7D+Xw4H3rM4YK+kowIYu5/Gua+F165xys4D1yPcYlhyolh8KWFze9oRjdvV4r2IdbHnI1n+FL8VcXtSrl2V568TlGSp1G5nsmirsJq4x43jOV0wWOoWU6zR4Y6f90p+zyWUu57C5rjX4bv3gV1gzRGLSX2Q+eBugr4tcE4fmTFi1j9vSQ8FG236XSTCnQua+six3e6aDsNctHH4agcDMP5fDgfcszhgr6SjAhm7qYyPD3wyi1ewXngeoxLDFNODIMvLXyOByx6Lh+lXZXi73cbyvq8SUjq40vxV1X2beXZXUW+SY2Aspb+DvVvz1tQ0BdpjESG45clYj7Gr+aU8CO70abI66iJ9wnUlcKFBn2eLHB+n2Pf/RzqBmuQ2knsB8EDdTJhSJ0sGE84KWCDPIl0Qt10kUFjf7PJdEu5gUbX+eSJpRnRnsbkNq/WlXr6YXB0UK1p0fgI5/PjfKgxhyv6SjIiGNsXxx145Rav4DzwIcYlhiknhsGXljJPeavlpYVXslzOYZXc3qrp0UnL3/yVtJmOL8VfVciPuWN31WCeqo5lHaAxw2dWKLI/bGKQcwUn948YxrC14IW91GDRlrXQ54mEPo8VODdTjbZB6ExiP1QeRMl10VrFSAvjMJ2SSAsZVN1SJzW60eygODpT0smS03A+X86HGHO4pK8kI7yf93nDvH+DV27xCs4DX2JcYphyYhh8aWnz3S/abIt8k+V11uFL8VfAMburDNmX+o5RlOIVepXkn4j+W2PLBGk0agUJtWbYUbxb8MJ2KNm8VjuKcufvSdTgQZAU/R5V150WlPLIGxUbCp7bo5hsr0FlUDUelCjTTvXj54po95TdXtDad2XD5ZXKKbXRORiV+LA5gPNwHrkDkhHwCl4B4HKMC+fxpRXdJO9X5W2uq5zdd41zkgOf1MbZeXWauBNeAeAmmcf0ayAyYd/k39fUjt/bBsn9AwXOaYvh+yF6+3LdariNsRTJAAAAAACQjAAAAADwpQAAUJwB2xGrq7W+jb7kLvu5hMT+vYLn9mfs+x+x4m3LdJZHPgAAAAAAnInNSEYAAAAA+FIAQAWN15JYLbtzGfV7yJLYny94fl3qyk+hr84HrC/jMVmeRSoAAAAAAKXGZ7I05sFY24dkAAAAAHwpACBs4zURS9RuyrDvadNL2yXMsT/2kIGs1bec1W9ajn2x18fvIhUAAAAAAAAAAAAAAAAoGFEUPYwl3msZ9r3TkNj/VtI8d8XG8YDVb0p+PaK90uT3XP4bkgEAAAAAAAAAAAAAAICCoV6k/gcZ973YkNi/W+Jcj8XGcgYNSC2725rcZGmjZUgFAAAAAAAAAAAAAAAASoB6LFdHZ4Z99xoS++Mlz/d/1NtvWmbnNXm9IKkPAAAAAAAAAAAAAAAAJSJ+Yl9gMMO+R+IP57qQFBZj+F2v+S/adjTBKqtJTVaP5WPLSAUAAAAAAAAAAAAAAABKhKw1n1d5mlj5FokJh+a9V7Qf2obDNrThPzLSk/pXRetCKgAAAAAAAAAAAAAAAFAyZGmcWPL9u2jLM+h3LNbvfQfnvkW0OS25P4xG/COb89qNhmNIBAAAAAAAAAAAAAAAABxBFEU9on2MJeFlyZWeNvoc007DO13CRZYGEm1GG+uBiutDl2g3lCzeirYZlgAAAAAAAAAAAAAAAIBjkHX1DbX2Xzdbb198fq1o07F+LvlQwkUm9EX7osbcV2FdqJ/Uv9jO5g4AAAAAAAAAAAAAAACAnBFF0YDh5L7EM9GOyzI16nR7TfubHvXv44Za/S98q1svxrtU1t6vuB7IzZkBGAEAAAAAAAAAAAAAAAAeQCXqJ0T7FLWGH6qMCw/RAgAAAAAAAAAAAAAAAABFQZ7Kl8l50U6LdlOV5ZGP6i6oNq/K1sja+dfVZoA8ud+B9AAAAAAAAAAAAAAAAACAfPB/IrcrYKVL9HAAAASddEVYdE1hdGhNTAA8bWF0aCB4bWxucz0iaHR0cDovL3d3dy53My5vcmcvMTk5OC9NYXRoL01hdGhNTCI+PG1zdHlsZSBtYXRoc2l6ZT0iMjJweCI+PG1pIG1hdGhjb2xvcj0iI0ZGRkZGRiI+ZzwvbWk+PG1vIG1hdGhjb2xvcj0iI0ZGRkZGRiI+KDwvbW8+PG1pIG1hdGhjb2xvcj0iI0ZGRkZGRiI+eDwvbWk+PG1vIG1hdGhjb2xvcj0iI0ZGRkZGRiI+KTwvbW8+PG1vIG1hdGhjb2xvcj0iI0ZGRkZGRiI+PTwvbW8+PG1uIG1hdGhjb2xvcj0iI0ZGRkZGRiI+NDwvbW4+PG1pIG1hdGhjb2xvcj0iI0ZGRkZGRiI+eDwvbWk+PG1uIG1hdGhjb2xvcj0iI0ZGRkZGRiI+MTM8L21uPjxtbyBtYXRoY29sb3I9IiNGRkZGRkYiPiYjeDIwMEI7PC9tbz48bW8gbWF0aGNvbG9yPSIjRkZGRkZGIj4mI3gyMjEyOzwvbW8+PG1uIG1hdGhjb2xvcj0iI0ZGRkZGRiI+MjwvbW4+PG1pIG1hdGhjb2xvcj0iI0ZGRkZGRiI+eDwvbWk+PG1uIG1hdGhjb2xvcj0iI0ZGRkZGRiI+MTwvbW4+PG1vIG1hdGhjb2xvcj0iI0ZGRkZGRiI+JiN4MjAwQjs8L21vPjxtaSBtYXRoY29sb3I9IiNGRkZGRkYiPng8L21pPjxtbiBtYXRoY29sb3I9IiNGRkZGRkYiPjI8L21uPjxtbyBtYXRoY29sb3I9IiNGRkZGRkYiPiYjeDIwMEI7PC9tbz48bW8gbWF0aGNvbG9yPSIjRkZGRkZGIj4rPC9tbz48bW4gbWF0aGNvbG9yPSIjRkZGRkZGIj43PC9tbj48bWkgbWF0aGNvbG9yPSIjRkZGRkZGIj54PC9taT48bW4gbWF0aGNvbG9yPSIjRkZGRkZGIj4yMjwvbW4+PG1vIG1hdGhjb2xvcj0iI0ZGRkZGRiI+JiN4MjAwQjs8L21vPjxtbyBtYXRoY29sb3I9IiNGRkZGRkYiPiYjeDIyMTI7PC9tbz48bW4gbWF0aGNvbG9yPSIjRkZGRkZGIj4zPC9tbj48bWkgbWF0aGNvbG9yPSIjRkZGRkZGIj54PC9taT48bW4gbWF0aGNvbG9yPSIjRkZGRkZGIj4xPC9tbj48bW8gbWF0aGNvbG9yPSIjRkZGRkZGIj4mI3gyMDBCOzwvbW8+PG1vIG1hdGhjb2xvcj0iI0ZGRkZGRiI+KzwvbW8+PG1uIG1hdGhjb2xvcj0iI0ZGRkZGRiI+ODwvbW4+PG1pIG1hdGhjb2xvcj0iI0ZGRkZGRiI+eDwvbWk+PG1uIG1hdGhjb2xvcj0iI0ZGRkZGRiI+MjwvbW4+PG1vIG1hdGhjb2xvcj0iI0ZGRkZGRiI+JiN4MjAwQjs8L21vPjxtbyBtYXRoY29sb3I9IiNGRkZGRkYiPiYjeDIyMTI7PC9tbz48bW4gbWF0aGNvbG9yPSIjRkZGRkZGIj4xPC9tbj48L21zdHlsZT48L21hdGg+cDh3KwAAAABJRU5ErkJggg==\&quot;,\&quot;slideId\&quot;:282,\&quot;accessibleText\&quot;:\&quot;g left parenthesis x right parenthesis equals 4 x 13 ​ minus 2 x 1 ​ x 2 ​ plus 7 x 22 ​ minus 3 x 1 ​ plus 8 x 2 ​ minus 1\&quot;,\&quot;imageHeight\&quot;:19.642},{\&quot;mathml\&quot;:\&quot;&lt;math style=\\\&quot;font-family:stix;font-size:20px;\\\&quot; xmlns=\\\&quot;http://www.w3.org/1998/Math/MathML\\\&quot;&gt;&lt;mi mathcolor=\\\&quot;#FFFFFF\\\&quot;&gt;g&lt;/mi&gt;&lt;mo mathcolor=\\\&quot;#FFFFFF\\\&quot;&gt;(&lt;/mo&gt;&lt;mi mathcolor=\\\&quot;#FFFFFF\\\&quot;&gt;x&lt;/mi&gt;&lt;mo mathcolor=\\\&quot;#FFFFFF\\\&quot;&gt;)&lt;/mo&gt;&lt;mo mathcolor=\\\&quot;#FFFFFF\\\&quot;&gt;=&lt;/mo&gt;&lt;mn mathcolor=\\\&quot;#FFFFFF\\\&quot;&gt;4&lt;/mn&gt;&lt;mi mathcolor=\\\&quot;#FFFFFF\\\&quot;&gt;x&lt;/mi&gt;&lt;mn mathcolor=\\\&quot;#FFFFFF\\\&quot;&gt;13&lt;/mn&gt;&lt;mo mathcolor=\\\&quot;#FFFFFF\\\&quot;&gt;&amp;#x200B;&lt;/mo&gt;&lt;mo mathcolor=\\\&quot;#FFFFFF\\\&quot;&gt;&amp;#x2212;&lt;/mo&gt;&lt;mn mathcolor=\\\&quot;#FFFFFF\\\&quot;&gt;2&lt;/mn&gt;&lt;mi mathcolor=\\\&quot;#FFFFFF\\\&quot;&gt;x&lt;/mi&gt;&lt;mn mathcolor=\\\&quot;#FFFFFF\\\&quot;&gt;1&lt;/mn&gt;&lt;mo mathcolor=\\\&quot;#FFFFFF\\\&quot;&gt;&amp;#x200B;&lt;/mo&gt;&lt;mi mathcolor=\\\&quot;#FFFFFF\\\&quot;&gt;x&lt;/mi&gt;&lt;mn mathcolor=\\\&quot;#FFFFFF\\\&quot;&gt;2&lt;/mn&gt;&lt;mo mathcolor=\\\&quot;#FFFFFF\\\&quot;&gt;&amp;#x200B;&lt;/mo&gt;&lt;mo mathcolor=\\\&quot;#FFFFFF\\\&quot;&gt;+&lt;/mo&gt;&lt;mn mathcolor=\\\&quot;#FFFFFF\\\&quot;&gt;7&lt;/mn&gt;&lt;mi mathcolor=\\\&quot;#FFFFFF\\\&quot;&gt;x&lt;/mi&gt;&lt;mn mathcolor=\\\&quot;#FFFFFF\\\&quot;&gt;22&lt;/mn&gt;&lt;mo mathcolor=\\\&quot;#FFFFFF\\\&quot;&gt;&amp;#x200B;&lt;/mo&gt;&lt;mo mathcolor=\\\&quot;#FFFFFF\\\&quot;&gt;&amp;#x2212;&lt;/mo&gt;&lt;mn mathcolor=\\\&quot;#FFFFFF\\\&quot;&gt;3&lt;/mn&gt;&lt;mi mathcolor=\\\&quot;#FFFFFF\\\&quot;&gt;x&lt;/mi&gt;&lt;mn mathcolor=\\\&quot;#FFFFFF\\\&quot;&gt;1&lt;/mn&gt;&lt;mo mathcolor=\\\&quot;#FFFFFF\\\&quot;&gt;&amp;#x200B;&lt;/mo&gt;&lt;mo mathcolor=\\\&quot;#FFFFFF\\\&quot;&gt;+&lt;/mo&gt;&lt;mn mathcolor=\\\&quot;#FFFFFF\\\&quot;&gt;8&lt;/mn&gt;&lt;mi mathcolor=\\\&quot;#FFFFFF\\\&quot;&gt;x&lt;/mi&gt;&lt;mn mathcolor=\\\&quot;#FFFFFF\\\&quot;&gt;2&lt;/mn&gt;&lt;mo mathcolor=\\\&quot;#FFFFFF\\\&quot;&gt;&amp;#x200B;&lt;/mo&gt;&lt;mo mathcolor=\\\&quot;#FFFFFF\\\&quot;&gt;&amp;#x2212;&lt;/mo&gt;&lt;mn mathcolor=\\\&quot;#FFFFFF\\\&quot;&gt;1&lt;/mn&gt;&lt;/math&gt;\&quot;,\&quot;base64Image\&quot;:\&quot;iVBORw0KGgoAAAANSUhEUgAABdgAAABECAYAAACS01eXAAAACXBIWXMAAA7EAAAOxAGVKw4bAAAABGJhU0UAAAA04ZBmKwAAHm1JREFUeNrtnQ+EVssbx7PWWnnFWlkrK5KsJHFdSZJlJUlWJEnWFUmykli5VnItSZIkkmRdiWQlySVJkkSSJIkkSRLJWmsl3t/Mbd5+c08z533Pec+fmTmfL+N3f9vunJlnnu/zPOeZM88sWAD+g3q9vryi8+4QbRkaACJ6car+X9SQyi8y6hVtBZIAAH4DAAAAABCXAAAA9rXKwlwp2mPR3shkcwXnf1y0edEmqjh/YNSJjfVfQYL9//KRm1KHRfsi2nQJzx8S7bRot0X7qvj7XbQ50d6Kdl20Q6ItZbUqo5NLRNsv2hXRnok2q/Tim/rvF6JdU3qxHIm5y2/0E/0EwCcewW9AvEpcAnJd/0HRDigb+8jApY9SL0Q7Jtoa/CT+CGBfyxToUUU42XZWVAZLlbGpq40Ggpxqc6JHtPck2K3y2a424xqYLvDZMmB4V0+GGzIwY+WC1cff1Ivr94R68UBupCFBd/iNfqKfgerAQL141OBR/jyC34B4lbgE5Lr2o6I9SeEDn4q2lXgTfwSwr0UKs0+0e0qQM3KHveLyqIl2R8nja9WMMviPLlytwgtrSsf90CCX6QKevUwFS2khd+73ot1B6WO3aOcySETJLzx6kGd5/EY/0c/AdeFYwcl1+cFMFzzKj0fwGxCvEpeAXNd+nWgvI+v+TpVvHRFtlcrdyA3sLcrPvrZsWvUELiv8EcC+OmK0PmnJ5HVI5efxiGuagv2JVCqnA7ur8kVYApksjdl0yN0QK3v1JaPEA5wOQyd7LEFBWsggvh9+F89v9BP9rEBc+b7gBPtteJQfj+A3IF4lLgG5rv9hw6bT4VbK+KoyMvORv38dqo3FHwHsqxtC3a4ZHlmHaT1S+UVGutKdQyKVWfcBteFEgv2HPBaJNqm+hquXYYjV7upMxsmHEbTda71cqEp5ZQ1ZC3Ux/CbQQj9BhvqwpYTyMH/Ao3x4BL8B8SpxCchVB44ZkusbEvax0aBDr0L7Oht/BLCvbgj2gCY8WZ9pE1KxyuqmJqsLSKQSa36/SjVNY+TQoS4++dyiI57OaRyL1aU1Oj6p44Fb9fVQx+OGVWDW7GtB2edCNN5b/bySY2LqHvwm0EI/QYb6cKvg5Pr3EJIIrvIIfgPiVeISkJse7DCs9VjKvg4b+rpKvIk/qiCvsK85CncsIrw9SCVWXt2RSzX4kj3s9T4SeUGtZIJdvQi8VJsNssZdp3pxuF1Cgv1W5AuGiVbqysrfUTu0cRhD673Uz1HLcUapG0PSbmu/26m+KPtD6VKrl/7sh98EWugnyEAfBlJcNlb58jCu8gh+A+JV4hKQmx7UDAnA962UhbH01xG5uLGB34k38UcV4hX2NUfh/hER3Bmk0vLL0SdNboeRSpDrvEpzNtIA3aligl3M7y9Vx22dhQuFGWJVykoPsFan6GMsZsz30Xzvg++ZJBeBqZpzN1sIKD+mDejhN/qJfgJtTaNH3SX/9oq2Qr7kZND/QsNR373wKHsewW9AvEpcAnLVhSOGdb7QZp/HDH1OEW/ijyrCKexrjsIdjgjtMVJJJL9o/czNSCWo9e3SbimX9deXVDjB3t/k378WYYgjXx3Ii2n62ujrgWXM39B+7/RTD5TlJWJrUvZztIWgchf8JtBCP0GbOvFOW7ODOfQ/Glp5GFd5BL8B8SpxCchVF54a1nlPm30OG/qcJd7EH1WEU9jXnAS7PHKb+Zz8GZJJLMcpTYafuV05qLU9E3UiVU2wtyCruwUl2Hdr9SuXtNnX1piggTrs/uheZ8SXDbfZ34kmAeVV+E2ghX6WIstzhvme83Aem/M+/Wio7/4PPMqeR/AbEK8Sl+Anc51Pl2Wdt7fZb7el38Ueywp/BLCvJQpN7qo/iwhsHMmkkmVv5GZ4Ln4IY103mRwICXarvO4UlGB/pPrdmFEgYqs1NwgLvNE9/UvNUxn5x+cxAeUH+E2ghX6SOGhjHo3j11dy6r/H4Nv2waPseQS/AfEqcQl+Mtf5rM/r62lLv0P4SfwR/gv7mkZo0R2pt9RRakueE1ySGNR69qraYo2aiT0tGBwS7DkbYvkSkVXQoPX5hS+CvNe92xpXuzPqc6TJVxsd8JtAC/0kcZBiDv0qUSbj7kU5PWOfoTxMLzzKnkfwGxCvEpfgJ3OdzxbLOh/PoO/QEuz4I4B9LUlgqw274KNIpi2ZygslZiMXSlAqxt/1vG5ztCTYyzPE8msFlZTozrDPF4Yxz8MCb/RO/6prb4b9dkROJlWa7wRa6CeJg8zmsE69/A7n+Izo0d678Ch7HsFvQLxKXIKfzH0+tgT73Tb7XWTpt8dTOeGPAPa1RIE9jB7vYPcpF4c2hVS8XEf9eNXpBAaHBLuHhljVxoziFkzwRu+2NS4Qy6Hv6wSUBFroJ4mDHObRkWPffYaPaPbDo+x5BL8B8SpxCX4y9/mstKyz9HMDbfRrutdgDj+JPwLY16TCMh3zmEQymch2rUG2q5CMV2u4TNullV+KdCUwOCTY/UywzxvGvBs2eKN3k2rNDubQ918xAWUX/CbQQj9JHDgoo4MBlodxkkfwGxCvEpfgJ3OfT0fM/QNn2+j3uKG/6/hJ/BHAviYVlumigpVIJjP5vo/I9iZS8Wr9GhcSfbNtjpBgD8cQazUydbyCCV7p3U71ZUV3Dn2PWnR6Hn4TaKGfJA4cldGDkMrDuMwj+A2IV4lL8JOFzOl+TIJ3bco+3xj62oKfxB8B7GsSQW02COktkslUxpe43d3btdMvqh1PYXBIsPuXYB83jHcDbABKP/ZYdPoe/CbQQj9JHDgonwGDfPYjGf94hP8BxKvEJfjJn3M6EJNg/5D03juLfX2IpcEfAQ/sq7wgUbQTot1QtdPmVZsT7Zms063KtnSUJCjqhGcr450GGV9AMs6v22/a8bP7KQ0OCXaPAl115PBtZKyHYANoIaCchN+8yKKfJA4clM9hQ3mYxUjGPx7hfwDxKnEJfvLnnLpF+xiTZH/VapJd+kTDfQaf2qnnjp8E2Nf8B9Qr2jG1o9YqpNE4kOOY+i3P3eX44varpPVldex1RpXveJXkSJC6KXpC1dWWfz8rE99Z3xRt+XroGxdAOK1jC+WFIGqtvjZzsEUk2H3Tex8DXUMi4hhsABEdGbfo9Dr47c+LrI/yLlM/SRx4LZ8nEdnch0d+8qiK/AblxavEJfhJD+b1R5Nc2vtmZY/lu7pojw1/N1hVHuGPgPP2VTnBr6YjFKJtbyTh5IUAog1rNZ/131tRgHN2tv66ui1aXjzxtIVNiYUt9DcUs9lxLYfxzxqesw+qOmtALiS5LCivBHsAeu9NoKtOLMw1boyXteVgAjDoyZRBn9/Aby820LyWd9H6SeIgCNksM8jmADzyk0dV5DcoNl4lLsFPeji3K010ddbGEfHzPkNy/V67p7zwkyBQO1K+fVXHTe4ZBvFZtG0xf9etdqea4WKb47tv+bK6w6GF7NRk8UWV1bkqa2LFyOVAkz53xtw8/W+wksM8bhqecx+qOmk8tiZ1Wlkn2APSey8CXTGeNdrRwKfckQAS+s0j8Ntpfgch76L0k8RBULL501Aepg8e+cmjKvIbFBOvEpcErzchJ9i7m+jpz3d6WVFC+7to0lqWaz4Kj/BHwFH7qsqCvLVcurC0hb8fzTPBro7DmMj63MHF3GUq0aHq2Ce6XCGSPLXhWQ5zuGh4znfd0AMndE2vwfah1fXJ4wv2QPTe+UBXjGWHOq7XgBzzEGwAlsD5W0SXv6ThOfwmjnBZP0kcBCObZ1l+2AGPwvA/wFs+5xqvEpfgJz2eX4/B35kgbeZB0c5Hfn4nq2oR+EkQsB0pz76qJN07yxGVVS32sSTnBPt2l46ZpJxDl3ZELpq47jT8fuNInWy71QUxq1U5kMZmw0weyTVZDsYi750OyXNn3T/syVgG+kmD4QwMTq3ieu9soCvGsNxysuRnIkJ+KYQ7BZrObDHoyTj89vdF1id5u6CfJA68kstg1uVh4FHY/gc4y+VS41XiEvykJ3PsMZRZbgZZB30r8Sb+CDhuX8VD/klzBCTSR4elj2MZjfFEHmVnSljoq5Z5bI383mJ1YYU8/rPR0E+vMhaLchrniGWcUw7JstIJ9sgmyJmMDE6t4nrvXKCrkg4Xmhy303HCpbJZoFQbeSmiG/KUWhf89vtF1hd5u6KfJA68kcsxg1z64ZGfPKoqvyvOYWfiVeIS/KQn86zF6IAJp2WJGeJN/BFw2L7GlHZ5nqIvE55mNM5pS//jni30rlY2IjSF2FPSODdZxvnCIVlWNsGuvg5pXET7MqmzLSHB7oveOxHoqvp88qb5Byn1TH4d1LMAVDmoWFj/9bLqTfA7iAS7F/J2RT9JHHgjl1cRmTyAR37yqMr8riBvnYxXiUvwkx7NVZYvuZKAM/K9fzXxJv4IOGhf1Vfnby0P3p2ir9wuMlC7Ym2P04GFHrDM47r2O4fL/jpf7TTWWz0WVNIYK5lgV1x7rK3H6gwNTq3iel96oCt3/g114tLgAV+yVzqoOBLRh0v4tWAS7F7I2xX9JHHghUxWG2RyEB75yaMq87tivHU2XiUuwU96OOeJBJyRvBsj3sQfAcfsq6UeUaPof0dGBPyewTg7Yo6bjXi42B8N85hR/7ZKGc3XRR4BMoyxM8aob3BEjlVNsB/X+juascGpVVzvXUiw94u2TZVp2qFOGcmj81PyRFCCo7f/Hr/FvVYyoJBfa3zQ9OB13hf5wG/iCJf1k8SB8zKZNMhkCTzyj0dV53fFeOt0vEpcgp/0bM5HU+QVruatv/hJ4DGnSkmwX8qqznZMze75DMYZd4HqFg8X+5plLktlaR713+scGKcNO6BsaWuyNovj0yUl2J3Xex8CXVXnbp8mszjIl5sVMKdydkKvZTxXxFFS+E0c4bJ+kjhwXiZviiwPA4/gNwg/XiUuwU96Mtc+0e5p8/wk2pMESXb5u334SfwRcMC+qt1lE3al6GvS0te7DMa5KcaobPJwscds9erV/553ZJzzlnEehLKlrEdNewmVt3AvzcHg1Kqs974Fuqo23qcmgdcF2FMpOzEYsd07Cnou/CaOcFY/SRw4LY/fDfI4BI/84xH8Bi7Fq8Ql+EkP5jkU4YX8wnpA/dt4TC6mbri0cwA/iT8CJdtXtZNjwvoUfT3L6mt4Q99bYwzKsIeLvTFmPp9cuZxQJXFNOA9lS1kP/cTJaE4Gp1Zlvfcx0FVHdJ/FyHbOlXsT1HhrHpV0GvbMRuj3M0hM4NfCfJH1JY5wRT/bHLeP5ehGPNLlU2WUh4FH8Ju4JOx4lbgEP+myn1SnO/QySvLy0sWR3xmM2NU4vJMcw0/ij/BHJdrXmNpoXQn7WZlnCZeY8jMSGz0MMDpiLoXZ59A4v1rGeHkBKHotRkwXi+RgcGpV1ntfA111DPddjJ3cTOBQiQT7X2Vd4gO/iSNc1k8SB07L931k7I/gkX888pXfxCXhxqvEJfhJV/1kpHRJXdUJ74v5/fF6a3caPMm6Fjp+En9Egj3ZQ41fsKfo56xl8K8LMNobFngIMe77pvpzjo3xc16nEkCidejT1kJeNNKbo8GpVVnvfQ50pZOLsZPjBA5hv8hGTnpdL2kM8Bt5O6ufJA6clO0Gw9gPwyO/eOQzv4lLwo5XiUvwk675SfHc42mqR9R/XCj6qoV5ncZP4o/wR+Ul2B+3m2BXx71s9aF2ZjTOHQEm2M9Y5tPv0BhtCfYrC0CR6/BP1l92lJhgd1rvfQ90LQGQU5tiBA65yHRQO3F0u15SSSD4jbxd1k8SB07K1lRndwAe+cMj3/lNXBJ2vEpcgp90yU+KZ44axnEmoa262cLcBvGT+CMS7OUk2E9bHtqVoI/Llj6uZzjOkdACDTHu7a6/FPEFuxNr0OWQEZ0PXe8DSLDvytseEzg4t+aLtRILd7M+Ggq/iSNC0U8SB87JtUOdytPxCB75w6MQ+E1cEna8SlyCn3TFT4rnLRVtNjIGWXqlL0Vfl5rM7W/8JP6IBHs5CfZBy0O3tvj3myx//0K0RRmOc0vMwm7ylDyLLfM56dAYbTXYLy0ARa1BaAl2p/U+gAT7Isv4b8KmIO1DT/3/F4Y9zPsECvwmjvBZPx1aN9NX2+cqKAdTmYgj8MgPHsFv4EO8SlyCn3RoThcNc7rRRn9XYt7ZZeJ+IX4SVNyOlGNfLQZsqoW/k7twnyzJ9b6Mx7gmxoBs8XTB5cWwpssqHjg0xhmLzM9C2cLWILQEu9N6H0Kga/gisPKBeqC2YaF2xPqpDC7xa9V6kXVZ3i7qJ4kDL5INS+GR+zyC38CXeJW4BD/pyHwW1c0Xhe5ro0+ZI3ge896+HT8JKm5HSkuwd0ZqPDf95F8lvD8Y/uZuHkrdJMk44uFixxnE7w7VVbTV1h+FsoXqShAJdh/0PpAE+23D+Lk3ITy70NDVl/LLEvxatV5kXZa3i/pJ4sA5GXQYTkk+gkfu8wh+A1/iVeIS/KRD87HdJzjUZr9xH6GeC51H+CPgrH1VSfZoPXaZXD1WV5cNqWB4nWjnDTtYsp7UoZzHaEv27vJwsU/5UM/I9U0NT+u97UnhOEJJsDuv94Ek2KcN4z+Bmw0mWOjUXkrf1d25qAt+I29n9ZPEgXMyMJV+HIdHztt5+A28iVeJS/CTDs3nrGWduzPo+26e9xngJ4HHvCvfvoqHrZa1oBIk3GYV6foLGJvNeIx5ttAbtR2/McucJhwYZ3fMuq9xRJbBJ9hLMDi1iut9CAn2G3keEwTOvJB+aGyA49eq9SLrsrxd1E8SB07KYMogg2XwyG0ewW/gS7xKXIKfdGw+10yLnFHfoxYduoWfBBW3I04k2FdpiezP8gZi0Z6INqeINaf+/2WV3OwscGy225IverTIPVppnWPqZ3OGOf3jwFgHYo4CdTgiTxLs2RucWsX1PoQE+0PD+Htxs0EEClfVesr7T1bg1yrJb2fl7aJ+kjhwcv6dBp19Co/c5hH8Br7Eq8Ql+EkH53MzxwT7UosO3cZPgorbkVJLxMjyL5Na6ZfXrtUwkqVgLAK66tEiN3Yv72k/Mx2Pmy87iS2ev9ki7+cOyZMEe/YGp1ZxvQ8hATfv6sXJoK11bVwI+EWeNsu4721pdRx+E0e4rJ8kDpyc/0jZ5WHgEfwG4carxCX4SQfncyOvEjGqf9MFpDfxk/ijituR0i457dFu3m1gk4MCWmYR0GNPFniPttPWp/183DKvtSWP15a8vuSQTEmwZ29wahXXe68DXVXmK4o/cLHeBwiNO1JmsuaI9oXKJfhNHBGSfpI4cHb+Vw3zXw6PnLXz8Bt4E68Sl+AnHZ3PlGWd12fUv+muwin8JP6o4nakePuqvlx/YHhoh6NCepX1xYsFjXtAGYJfLoKQhtWy8Iea9NmZ85iPWMZFLeewDU6t4nrvewLueGTcb1215yDxms7ncZGQrNGYJsiH38QRLusniQNn5y7Lw3wrqzwMPEps5+E38CZeJS4JSj9CS7AftKzzroz6/5bVPYX4SfxRBfJduSbYbbtQ6xwV0mnLePsdX9yHtpvR1SbHtyQ3P8udRNE+ymMsOY55ylJ/vQe6Bm1wahXXe58TcF1arTw2xMLg6Z+a7d2SQ6Lrb9X/S/jtvC44J2+X9ZPEgbNzN5V7PAqP3OMR/Aa+xavEJfhJh+czmFepY9HHEkvfg/hJ/BH5ruIT7K8tD5U1jfa69uWjGM/vlvGOOLywE2qMT2zylJdDGOY0E9PnPdHe51EvW3vGY8OY7kLV4A1OreJ6/8DjBNxEZMzX0HSvOXoo640SFRgvF22/DCK1/g/Dby+47Yy8XdZPEgdOz91Uh3YFPHKLR/Ab+BavEpcEpyPB+UnLWsuvsRe12e8eQ78P8ZP4I3xNCfbVsgOlQ+4unxJtoyvJ9ggJGjjp6KIOqfF9lTc8Jwg0GvjN8Lsn1L8N5TjuDstlGdRyDsfg5JZg91Xv1XNmijDE6pjbe3Ubuww89rVjY6XMIvb8VbsBGyiVn/sLvBfiW5JLzeE3cYTL+kniwOl5LzS8dzyDR27xCH4D3+JV4pIg9S7EBPsGy1pPttnvQ0Ofm0LgEf4IeGdfY240NmFO/f7ePHdyWxizqTb4/RLG0akMzA21CbEs8u9r1EmAprtt0ghaZH4y8nuNSz3P5Dw3U32t2axuugZOGJxUCfbA9X4gxv49z/A5JyzPeJOmppzagf8Y6acfLfeWm7sLvnj5GvzOjt+hxxFl6ieJA+/nPWqY9wQ8codH8Bu4Fq8Sl1RW94L0k1KnLCV416fsz2SzL+Mn8Uf4r5Lsq6qJ9CLlDs+Foo51Rsa8SCX7o4apVvA4LhrGIH+2Ve3uf1U/P9viy8E3i5w3qi/KD2pHdvK+cMVUm/80VA3K6KRNsIes95NN7N5gRs952+Q5Up69LfYlg5xP2t/eY/fda16O1IvHMPzOjt8hxxFl6yeJA+/nfSuP8jDwKBsewW/gYrxKXFJZ3Qs1wS517LZhbp9MX4A36WuD4QvdB6YPIvGT+KMK2pDy7Gv9R13zbykVUZLzbAnJbdNlp7sKHkMrMruToL9WThNI4ztQwNzuGQzmUqgalNFJm2APUu9b3CV/lsWX4ZajfKYTI/ILg5WWPtaJdj3y++Nottec3NKGL06Lt/A7W36HGke4oJ8kDryec0/919KDz+CRGzyC38DVeJW4pJonUkP2k/X/XqoZrRZxpJUSTOJ3xgwfnN62vcfjJ/FHFbMf5dhXtbt0XAW88+qr5W3yWElMvZp6zFGxwQKF1q/GrONmwQs330Qmj5JsPChjEge5JmsLkm0UZ6FqcIYnbYLde72v/6j/OKR2x+Wt5E8T2DoZzFxRR903q5365QmfP5rQvs6qoGlardtc5N9OytNIaLXXfBxugVt5YAJ+Z8vvEOMIV/STxIHXc96b1/rCo/Z4BL+By/EqcUmxcQl+snB+fTHM8736mHRE6U5NfuiodPe44WSJ5NYR/CT+qKJ+yg37Wv9Rk+axRuLVhuS7VPBLirStQO5SLStQmJOGr+n7Cnz+2RhZ3JVf66To866lP1mvbl1B84qWh/lap+QECfaA9D4HpzyTYgyHEthW0xG8abU724k2B8HHWyUEk9JnLoHf2fM7tDjCFf0kceD1nO/mdTwXHrXHI/gNXI5XiUuKjUvwk4XPs0clzT+m0IPPatOqPxQe4Y+Al/ZVJc6/aJ/GL27y+50qq9/KMbEX9TZuFk84D7mb9yHy/MmCF1ReFvFK7bTJHRBZ92pvm3M6q5La8+pkgLxgpreg+ciNlXcRmR6AuiBkvS9RjvI+iT3qmOAjbf6NNqv4eFO0qfqPGnnrirKxAH7Db+QNSBzAI3gEKs+vUuNV+I2frMhG9JBKtk+rr9TnIhx7ocotHVf5vA54BED5xN0ZSYb3JPz79S0k2vcWOJ9dhiMykDq9PMci8nyIVAAAAAAASBwAAAAA+EkAAIbqR12ZBubbqd+lainajov9U/C8piPPP8Nqp5LjosjxpJkiS/4AAAAAAFQg3joT+fpzntgVAAAAwE8CAPwwUj2qRnoDJzPo83fLxQyzBc9tcSQxLOsorWHVE8vxQmQdtyEVAAAAAAAAAAAAAABA5aFqLun4LaN+N5ouNClhfhsNteC5/K91+W2NyO84UgEAAAAAAAAAAAAAAIAF/yZQ70cSqB0Z9n3VhZutxXP3UyomldwG1C3UDVxBKgAAAAAAAAAAAAAAAKCgbgr+iYz7Hooktu+UOM+TkbHsYfVj5SVvf36uyWsaqQAAAAAAAAAAAAAAAIAGVZdcR1eGfUcT7OMlz/Vc5DLXDWiAUU6d8kJaPblOWR0AAAAAAAAAAAAAAACIIPoFu8DaDPv+W6+/LlqfA/M9pY1JXsS6Gi34RUbTmowuIhEAAAAAAAAAAAAAAAAwoF6v38vjEkt5Waqrl2OKsYxp4/ok2io04eeX63pyfQypAAAAAAAAAAAAAAAAgAX1ev1wJBEuL7XsbbPPPtHeaX0+dq3EiBjPsEquN+b8W8X1oKaVhZFyGYIdAAAAAAAAAAAAAAAAEAOVWP0QSbLfTpsQF383KNpbra+Xoi12dO5yI+CuGueMaJsqqgP9oj3R1r4PZgAAAAAAAAAAAAAAAEALkJd9GmqxPxJtZYI+FskyMOry0AbuiNbjwfz3i/ZVtFcVXf/zav57YQMAAAAAAAAAAAAAAAAkRL1eX2/4kr2uyobsVf/erf1+l7wgVLRdol1Vl5jqdc33ezb/XtGWVXTt5Zf8/bAAAAAAAAAAAAAAAAAAUkKVi5nQapMnxVPRDuqJeAAAAAAAAAAAAAAAAACgMqjX6x3qEtBJ0aZFeyParCr/Mq/KyciLQW+Jdlm0PVX9+hsAAAAAAAAAAAAAAABA9fA/P1QcB0jxNAcAAASddEVYdE1hdGhNTAA8bWF0aCB4bWxucz0iaHR0cDovL3d3dy53My5vcmcvMTk5OC9NYXRoL01hdGhNTCI+PG1zdHlsZSBtYXRoc2l6ZT0iMjBweCI+PG1pIG1hdGhjb2xvcj0iI0ZGRkZGRiI+ZzwvbWk+PG1vIG1hdGhjb2xvcj0iI0ZGRkZGRiI+KDwvbW8+PG1pIG1hdGhjb2xvcj0iI0ZGRkZGRiI+eDwvbWk+PG1vIG1hdGhjb2xvcj0iI0ZGRkZGRiI+KTwvbW8+PG1vIG1hdGhjb2xvcj0iI0ZGRkZGRiI+PTwvbW8+PG1uIG1hdGhjb2xvcj0iI0ZGRkZGRiI+NDwvbW4+PG1pIG1hdGhjb2xvcj0iI0ZGRkZGRiI+eDwvbWk+PG1uIG1hdGhjb2xvcj0iI0ZGRkZGRiI+MTM8L21uPjxtbyBtYXRoY29sb3I9IiNGRkZGRkYiPiYjeDIwMEI7PC9tbz48bW8gbWF0aGNvbG9yPSIjRkZGRkZGIj4mI3gyMjEyOzwvbW8+PG1uIG1hdGhjb2xvcj0iI0ZGRkZGRiI+MjwvbW4+PG1pIG1hdGhjb2xvcj0iI0ZGRkZGRiI+eDwvbWk+PG1uIG1hdGhjb2xvcj0iI0ZGRkZGRiI+MTwvbW4+PG1vIG1hdGhjb2xvcj0iI0ZGRkZGRiI+JiN4MjAwQjs8L21vPjxtaSBtYXRoY29sb3I9IiNGRkZGRkYiPng8L21pPjxtbiBtYXRoY29sb3I9IiNGRkZGRkYiPjI8L21uPjxtbyBtYXRoY29sb3I9IiNGRkZGRkYiPiYjeDIwMEI7PC9tbz48bW8gbWF0aGNvbG9yPSIjRkZGRkZGIj4rPC9tbz48bW4gbWF0aGNvbG9yPSIjRkZGRkZGIj43PC9tbj48bWkgbWF0aGNvbG9yPSIjRkZGRkZGIj54PC9taT48bW4gbWF0aGNvbG9yPSIjRkZGRkZGIj4yMjwvbW4+PG1vIG1hdGhjb2xvcj0iI0ZGRkZGRiI+JiN4MjAwQjs8L21vPjxtbyBtYXRoY29sb3I9IiNGRkZGRkYiPiYjeDIyMTI7PC9tbz48bW4gbWF0aGNvbG9yPSIjRkZGRkZGIj4zPC9tbj48bWkgbWF0aGNvbG9yPSIjRkZGRkZGIj54PC9taT48bW4gbWF0aGNvbG9yPSIjRkZGRkZGIj4xPC9tbj48bW8gbWF0aGNvbG9yPSIjRkZGRkZGIj4mI3gyMDBCOzwvbW8+PG1vIG1hdGhjb2xvcj0iI0ZGRkZGRiI+KzwvbW8+PG1uIG1hdGhjb2xvcj0iI0ZGRkZGRiI+ODwvbW4+PG1pIG1hdGhjb2xvcj0iI0ZGRkZGRiI+eDwvbWk+PG1uIG1hdGhjb2xvcj0iI0ZGRkZGRiI+MjwvbW4+PG1vIG1hdGhjb2xvcj0iI0ZGRkZGRiI+JiN4MjAwQjs8L21vPjxtbyBtYXRoY29sb3I9IiNGRkZGRkYiPiYjeDIyMTI7PC9tbz48bW4gbWF0aGNvbG9yPSIjRkZGRkZGIj4xPC9tbj48L21zdHlsZT48L21hdGg+Z54HPgAAAABJRU5ErkJggg==\&quot;,\&quot;slideId\&quot;:282,\&quot;accessibleText\&quot;:\&quot;g left parenthesis x right parenthesis equals 4 x 13 ​ minus 2 x 1 ​ x 2 ​ plus 7 x 22 ​ minus 3 x 1 ​ plus 8 x 2 ​ minus 1\&quot;,\&quot;imageHeight\&quot;:17.816},{\&quot;mathml\&quot;:\&quot;&lt;math style=\\\&quot;font-family:stix;font-size:16px;\\\&quot; xmlns=\\\&quot;http://www.w3.org/1998/Math/MathML\\\&quot;&gt;&lt;mi mathcolor=\\\&quot;#FFFFFF\\\&quot;&gt;g&lt;/mi&gt;&lt;mo mathcolor=\\\&quot;#FFFFFF\\\&quot;&gt;(&lt;/mo&gt;&lt;mi mathcolor=\\\&quot;#FFFFFF\\\&quot;&gt;x&lt;/mi&gt;&lt;mo mathcolor=\\\&quot;#FFFFFF\\\&quot;&gt;)&lt;/mo&gt;&lt;mo mathcolor=\\\&quot;#FFFFFF\\\&quot;&gt;=&lt;/mo&gt;&lt;mpadded mathcolor=\\\&quot;#FFFFFF\\\&quot;&gt;&lt;mn&gt;4&lt;/mn&gt;&lt;msup&gt;&lt;mfenced&gt;&lt;msub&gt;&lt;mi&gt;x&lt;/mi&gt;&lt;mn&gt;1&lt;/mn&gt;&lt;/msub&gt;&lt;/mfenced&gt;&lt;mn&gt;3&lt;/mn&gt;&lt;/msup&gt;&lt;/mpadded&gt;&lt;mo mathcolor=\\\&quot;#FFFFFF\\\&quot;&gt;&amp;#x200B;&lt;/mo&gt;&lt;mo mathcolor=\\\&quot;#FFFFFF\\\&quot;&gt;&amp;#x2212;&lt;/mo&gt;&lt;mn mathcolor=\\\&quot;#FFFFFF\\\&quot;&gt;2&lt;/mn&gt;&lt;msub&gt;&lt;mi mathcolor=\\\&quot;#FFFFFF\\\&quot;&gt;x&lt;/mi&gt;&lt;mn mathcolor=\\\&quot;#FFFFFF\\\&quot;&gt;1&lt;/mn&gt;&lt;/msub&gt;&lt;mo mathcolor=\\\&quot;#FFFFFF\\\&quot;&gt;&amp;#x200B;&lt;/mo&gt;&lt;msub&gt;&lt;mi mathcolor=\\\&quot;#FFFFFF\\\&quot;&gt;x&lt;/mi&gt;&lt;mn mathcolor=\\\&quot;#FFFFFF\\\&quot;&gt;2&lt;/mn&gt;&lt;/msub&gt;&lt;mo mathcolor=\\\&quot;#FFFFFF\\\&quot;&gt;&amp;#x200B;&lt;/mo&gt;&lt;mo mathcolor=\\\&quot;#FFFFFF\\\&quot;&gt;+&lt;/mo&gt;&lt;mn mathcolor=\\\&quot;#FFFFFF\\\&quot;&gt;7&lt;/mn&gt;&lt;msup&gt;&lt;mfenced mathcolor=\\\&quot;#FFFFFF\\\&quot;&gt;&lt;msub&gt;&lt;mi&gt;x&lt;/mi&gt;&lt;mn&gt;2&lt;/mn&gt;&lt;/msub&gt;&lt;/mfenced&gt;&lt;mn mathcolor=\\\&quot;#FFFFFF\\\&quot;&gt;2&lt;/mn&gt;&lt;/msup&gt;&lt;mo mathcolor=\\\&quot;#FFFFFF\\\&quot;&gt;&amp;#x200B;&lt;/mo&gt;&lt;mo mathcolor=\\\&quot;#FFFFFF\\\&quot;&gt;&amp;#x2212;&lt;/mo&gt;&lt;mn mathcolor=\\\&quot;#FFFFFF\\\&quot;&gt;3&lt;/mn&gt;&lt;msub&gt;&lt;mi mathcolor=\\\&quot;#FFFFFF\\\&quot;&gt;x&lt;/mi&gt;&lt;mn mathcolor=\\\&quot;#FFFFFF\\\&quot;&gt;1&lt;/mn&gt;&lt;/msub&gt;&lt;mo mathcolor=\\\&quot;#FFFFFF\\\&quot;&gt;&amp;#x200B;&lt;/mo&gt;&lt;mo mathcolor=\\\&quot;#FFFFFF\\\&quot;&gt;+&lt;/mo&gt;&lt;mn mathcolor=\\\&quot;#FFFFFF\\\&quot;&gt;8&lt;/mn&gt;&lt;msub&gt;&lt;mi mathcolor=\\\&quot;#FFFFFF\\\&quot;&gt;x&lt;/mi&gt;&lt;mn mathcolor=\\\&quot;#FFFFFF\\\&quot;&gt;2&lt;/mn&gt;&lt;/msub&gt;&lt;mo mathcolor=\\\&quot;#FFFFFF\\\&quot;&gt;&amp;#x200B;&lt;/mo&gt;&lt;mo mathcolor=\\\&quot;#FFFFFF\\\&quot;&gt;&amp;#x2212;&lt;/mo&gt;&lt;mn mathcolor=\\\&quot;#FFFFFF\\\&quot;&gt;1&lt;/mn&gt;&lt;/math&gt;\&quot;,\&quot;base64Image\&quot;:\&quot;iVBORw0KGgoAAAANSUhEUgAABekAAABbCAYAAADnYg7fAAAACXBIWXMAAA7EAAAOxAGVKw4bAAAABGJhU0UAAAA5nyEalgAAJtRJREFUeNrtnQ+EVVvbwK8xRjIiIxkjkSQjGZIkSSQjIyNGRjISSa4riSRJrkiScY1IMjJGZCRJIkmSK3IlSSJJRhLJSDLifHu933Peb931rX1m733W3nutvX8/tvu+0znrrPU8z3rWs569/vz2GwAAQMk0Go2e6BmOngPRc1T+q/5/D9IBAACACsU8/dGzV2Kdk1rMsxTpAAAAAAAAQBkT1c3R86jRmnvRsw5pAQAAQKDxTocsQnjbIt75FT33VWyExAAAAAAAAKCoCet4Izlq4noQqQEAAEBg8U5f9LxqpGMcyQEAAAAAQJYJyF+WCcYBJJOLrA9aZH0psDZMa3WfjZ6p6Lkgifsp+ZuNYSwAAACIeYh5Aql/b4uYZiFuYgEAAAAAAJB08tEZPTPGpOJH9OxCOrnKfUjk/K/JnNJHAHU/JfX9FD37Yz6jtoX/Hj3zRhs/hdBGAAAg5oF6xzwSy/yj1XlO6n05es5Fz1U53ma+RaL+KBYAAAAAAABJJiC3jcmEmmjsRDKFyH7QMrG75Xmd++XomhfRsyzB5w+wmh4AAIh5iHkCjHlOanU9GfdSQcVDandATJL+e5J4CQAAAAAA6j1hmiKBWroOhi06mPK4vrfl0rSeFN8xL1n7C80DAAAxDzGPrzFPVK9uWTmvGGmjfYrjaB8AAAAAAOImEqctk4gTSKYUXRy36OKMh/VcLavg1qf83jWjbdfROgAAEPMQ83gc8xzNsrAg+vxFS/seoHkAAAAAALBNIAYtE4gZJFOqTm5bdLLDszqeiZ6zGb53xGjXVTQOAADEPMQ8Hsc8z+Uene6U3+uxHOszh9YBAACgqoHdshq1VQV6i9B67Wz8bF6BvZyb+dmYPMxGz1IkX6rOl4oedD775u+yXPKmVisa7dqLxgEAoIg5AzEPMU+G+i2ROh3L+P275t0HaB0AACCYOGUNUkgmKHU24LisTuirSZtnoue9b6tLIFedb8xz9Y3YlMkgkvdC9zsturlVgXZd19rzLe2qNChNb/1yUd6t6PkYPT/k0uCfosd7clHeNqQFAB7H0cQ8xDxp6zYsF74uyvj9K0a7fqDxIPIM++Tuihei/3kt5nkoMc9WpAUVs/0tskDwluSdfojtz8u9HI+i57L47A4kBhXvD0PR85IdcMmEtVWchuJkjdq9QVtpMp5lFSsEpe9F0fMmryS9OB2Tm0jeKxuYtuhod+Bt0i+OPYqWvdfX9uh52kiH0vF+pAdQO39xuVEM+zPUjZiHmCdrvTqjZ6CN7x8y2vQabXtrg2rXxHlJTCblJS/7oAI5hxOyCMek+XLKxofoOYwEoYJ9QuWbn3FMXXKBndGEdaCG7V8ePa+k/cpwlmMVldX1uGUwnHNUtppwvDNX9tRlV0pANtBnCYzehbpyQe0C0tpxAw17H7BfbTOR9qhOR9IB1NxnLE6Z2GqHwZR1I+Yh5imzXUeNNk2hbW+TMrNt+KUJpAiBzs0+GEl5tftnV/R0aZ/riJ7N0XNOVtQT70MV+8OA2HMjz9MsqiQwte3sjiaoPTWWhTq78W/tLM0BLKRyOt4eEwC6StIfs5T9J5L30hb+tOjqWIDt6NZ2hlxGs97r6rGjZJpalbMCqQJU3m8cKShBP5c2aUvMQ8xTcpvMF96jaNo7He22XPCbhUmkCQHZ/XHDftXRTqsSfK/XsstWnXLRi1Qh0L6w1sg1k6RPILTl4jS4aPDfSZTmFoyv6vwwLKUyul1ivNF26iDUW/Ho+WSUq85a7EH6XtrDUtGPzid9dUMg/uqBtGMErXqvrweOk2rvuJgRoPJ+42VBSfrrxDzEPIG16ZZhe11o2iv97DAS9LPysmh7U1eyiljt9NhruQjY5CBShQDs/ojlqMqlKb7fbRn3X2a9uwOgpH6wSu4eWXCBCNL6t+D6tPPng19N4Vg2y7Ttu2pl0SakUgm9Xs/TQcSsdruI5L22iQsWnf0eSN03aEd0NYPAfWjVW32dtZw3eVpdCGtse1VHWwzKEXTvEgQ3nP0MUF2/saVRHLtT1o2Yh5in7PZ81dpxDg17pRu1IviLdszH6SQvUeTYj08xPuoT98aB53a/Lnp+GXa7LWM5JmeRMATQB1SOeUL8fvMi8GmS9MkHTn1F8VWk8v9ktFo7F+xrki1K4LU+h43kWB5J+rdGmWqQXon0vbaLFZZg6q3nde5f4IXTQ+7U8E5n6w07O5d0oqkujrKcUWmyFSkDVNJ3TBmrUE/JC9quNsvdZlkBn/aoG2IeYp4y27LROKqJHRx+6ae5Kv6z0lXK765tEfewaxR8tvv7hr2+aqOsB5b7XrqRMng+352VhWl9xr+dJ0nfWnjdxurL57yVjpXViHGsAAFgmHpcJkHif1adxlzaONfmb+y0lHkb6QdhH7Zz0nZ4WM9D0fMk4YrIWc4r90p3DzXdHMrw/X7Nh9m4j5QBKhm7NBOqf7uMQdX9JW0edUPMQ8xTdjsm2A3urW4GtQT9moxlnORsegjM7le2e4ycUd5hS3l7kTR43Ad64vLKskuKJH0L4d0zVs6wQry1vPQVq3eRSJA6vKUFiz05JelvWcrcifSDmkzozHg6IVWJlWvysun1Aon6f9CuF3rb4GLXmjp2zbICUl/Bytn0ANXyHaeynGeboNwOy3ESaY+6IeYh5ik7EdA8X/8ZWvVOP88lLtncRhnLYuKdO0gYPLX7fRZ7nXDsq68gaQi0fywmSb9wwN/kOCaTKBD8ymqNYPU3puluSP7mNEkvF9LOG+V9Trt1HEqzkQ7t3MyGdn5mdwB175NzPr/GDHyH0HDpOpoUXag7YBa3WdZ4i5cyw0gb4P/1mb2WvrIrkLq/l7FoveNyt7dz1A0xDzGPB224JPX+xhFL3ummuVrypCMfaMKCOcZqX9tgyy9cbqO8tZbybmAtEGgf7yJJbxfMgLEK7zXmklh2+pa7n1m37kHheluhnWk4ucAg2k6S/oDLN+dQiq1csehwLKD6qxVHjyxteI52S9VLp5whqRh1UN7KFkn6E0gcoBoTf20F3akCxrtpYh5inlBiHuOOlyG06aVtvXBU1l2O1WKsDqgN0y6T6irfRJIeKtTHSdJbhNJhnEPPxSvpjUpfdfIEqQSht4faRbFLtL+7TtJX4nzPmtvKjtC31Eb1XRQ9Ly3tWIKGS9PJbtHBS4dlPo8JcrgAHqAiE39ZWDPhenV6zCrq4ZRlEPMQ85Q5H3vNbnCvdbTF1WK2mCT9OFJmrPa0DVOWNnxqo7xBYn2oUB8nSW8RynFDGO8wldQyvMjFHUHp6w9NV9uMf3OWpJeVsvOW29fZ9h2WvXRoK5717d+dgbVjfehBbsXsatz1CkW5k4AkPUBNJv6O5WFe+PozzThHzEPMU3K9r5GorZWdPuWFIGN1gDG/ybaM5R0MeZc3gGHPJOkNgXRbzis+hamklqOZ/HrHpMRbXa3RJh/jln93maTfFfoFXPBfXc5UIZljmdSwa6o8XTyOnlmXY4XxAtLJuZcATPxrI49rbR51Q8xDzFNWfY9IHafQXi3ss0NeIuq8RTKM1YG1IfPRozE+ehXWAoH2cZL0hkDOWISxGlPJJMu3hhwPIxUvg7rmcRBv1BEgls+4TNJftJR1BE0EaTtHLLq8FGA7zrHrxxtdrFOXqDkuc39MkMPqGoAKTvwdx0ff2jzqhpiHmKeMug5xaWjt7HOTxT65g4Cx2uc29Lq6N0rKmufSZKhQHydJrwlDbUv9zFtoZ/K8jCy911HzpZS6VGpDzGdcJun/tpS1Hk0EaTsDFl0+DbAdo0Yb9qDdStlpXJJ+O9IBqN7E36EsdrVz1A0xDzFPSfXcLrb60LbwBiprnxOhL5qB+o3VUZ3vtUjUD6cox9z1NsciWwi8j/uVpJcKqaTJ9ej5J3q+S7DxQy5znVQXQ+T026MWQVzzXHnDkgx/IrKal8BsacIyVsr3P4uc1arqLY7qN8Jbfe8nHL9EL3+2+JyTJL28BPtlns0agIP0to95IB9za+2v0I61Ev3qbME7VMrPHbX4r/msdopPwLcy8a+NLK4bcrhBzEPM43PMI6up50Tm3Xi02viqVYavmcYnMFYHlItoxViCMkYt977sxO6hAvOk8pP00Q/2yLbQ741kvGm3A1rqYLsVfdRDhamVgXcs23p0JhM6NZu851wEd1EZfZay79DtvLGj16KTF60mGQ6T9Nst5dzzVDZB9DEPZHUv9BXKRnA33+DujKr5Opv/uolPwLdCdSf+DuTQIbaUeZcVMQ8xT8F1Wxs9XyS2X4Y3q42v6jR27JzBJzBWB9aWSwvk/C7Fzc0kka7b6KesiXDsHjyMzcpN0sttzOa5j4+iZ7eqoHxmlayiN7nQ/EybdVhiWfGiGPBIWYPyJm5eLti70WKbkGpLT4uyjizgEHc5qvP3NPWCwgdEZUv9GZJcWZL0h30/zzPEPlayvP6ytOtQYG04xUvESvu6+xYb3Y1PwLdCtSf+bcphyLL7pitlGcQ8xDxF1WulJKfUxeu9Gb6/PO7IS/DaHlWC/pbY4TsXL4zwCYzVJbRFvRR/sICtqFXoa4zv/WmeQZ/1BSV2Dx72i3KT9DGJ90MpJ9yNdi+KiHF2vm1jVC8qdphnYsZMBBT7UrTVZE2OCRIu7CvXjrZqujiZ4POukvTXLeXs9Uw2wfUxD4PE64G14aFW9x14iEr5ug7L8QQf8An4Vqj+xL9NOUy1s/uGmIeYp8A6qQsTP8iRCqszljGjVpDiAYOyxT5JJjZ5Gdc/8QmM1QG0pzt6ni1gLyqeP63udZEjsZt8btf2sXvwsE+Ul6TX3v4m3k5qOT/YVZLe9rLgU0CK/GCp/7TlcxvFyaktkTslibHNSFRddFgv2yTlhkdyu97wn6uOB8Gmrfyd8DuukvQPLeVspo8FPYBsssjkUWCJwyZPCAkqF+Bss9jnYXwCvhXqMfHPKINOOdNWZ4SYh37pW8wjR8W+kt3oAxnLUPe2fE17KTKUpvMO0dm3mDmjsodt+ATG6gDbtDTmsvU41Kr383kfH4PdQ0n9oZwkvXQqk/MJvrckpyT965DPT7fc6q74aHF+H2RgX28pY7nrcwyNoyS8uzirhkn65u3n35OuuHGYpP9hKaeTPla5AWSuhHoMyPFoS1N+76Z2RuAqQoLKBTjjlrtsOvAJ+Faoz8Q/gwyG2z3qhpiHmKeAujRXnio725rh+/2ajv/C+3lve4ui53c51iYJ4679DT6Bsbogv/YgoY3fTjvvw+4h8Hgj35hDrSSx/OD7pEFwTIXPtVGfzpjz6KcDUmTcDoNu7TPNnQtDBdZrX0y91nsit9ok6Y0zVn9P8b22k/Q+TWyq1sc8kMucRSZdBf7+cSOZcjHJqoroM39o39n5G1QxuDFXmu3EJ+BboX4T/5QyuOHgqBtiHmKevMe3xw7nGQO/ga/2tlXmYT8y6PWhy1XG+ATG6oLa1mk5ci6Oj3ntHMHuwYN5bOFJ+ueWHzyY4vs23rVRn815r2AuQJHdMW0Ykn8fK+PSKlndamPUE7nVIkmv3t7KmW3/CdpSftdFkn6rpYz7gTlLL/uYB3KxXayzrcDffx/z0ndXi+DvXPNIsywr0CAIuzya90t3fAJyZOJfufZ3yovbtuJVYh5inpzrcNfhHOM5ns9bW9vlQL8z+ATG6kDbeDqFnZ9hLISK2X+xSfqYhPhc0i3oLSo830adRlyvzi9JmW8sbVAOboXI+FXRW23lTC4blz2RWV2S9DNSllpZ2pfyuy6S9MM+300Qch/zQCY3LDIZLvD3J1v0nZeSkB+VZ1xWXfyUFfdLf4Mq2qTaFj5rrLRZik/AtwIT/5TzAZWwX5ShHGIeYp68fn/a8Rzj8G8Qgt11ypEaOyWevSoLTZIwik9grA6sfT1a7iIp94j1oUJ9oPAk/aV2jpWRs4ddJ+kPxpR5IDBl2rYGzWhne20ooU79MbK9SfcrTAf6kUP7M3zfRZL+gK8vakLvYx7I5IpFJmMF/v7Shv0SctsFQ/fVhDTvS4agdJs8o+n9V56XNeITkCMT/0q1/6Z55m3Gcoh5iHny+O1Rxwn6eeKh4O1xMOaEAp0Pru7jwScwVhfQtk3GZa2XU5xTr5LlvYyFUIF+UHiS3nZr874U398fU+FPbdRpIqbM/YEp0yab5ln74yXVKW6L0CO6XyHy742er21ONl0k6SdCfwnmax/zQCa2l5wTJdSjR1YvjkmdDsr/Vn9b7/LCUPDaHvuNO2aO4BPwrcDEP+GEaD7r/ISYh5gHoES7PLpA8nIIn8BYHUC7Dshu5yYntH87HHMniO2lVJ/jemH3UEZMWmiS3nbxyYYU378RU+EbbdTpWkyZewNT5rqYdqgk7ZKS6rQ4rk50v0Lk33zD+znrreKOkvS2N9AjAcrTuz7maaB4nd7nLLHjCwcDkF+XHHHU5Ao+Ad9aE/mFcHTfhOcyHHVx1A0xDzEPEPOUJM/hFu2ZxCcwVvs8VssxpA1bgl77zKqEl2a/U4u3GAvx96H6+zKS9POWH+tK+N3FjfjbzXfk4DD3BtgBbPI5XhsDA132v2vy3tNGOS6S9DN5reqoex/zQB5DeV5URQBDAJNCfpe1+t7FJ+Bbmfgz8U8hw1sujroh5iHmAWKeEmV6Pi5piU9grPZ1rLbkGiYX+PwxY8W9jfuO64jd4++LlFf5K+lTfPdITGWf5uQwQ0zS37W042xtDAyacl+t9bXpNstykaS/6/LFGn3MK3nYLoe+Sy8kgClYdmN6TJB1BSw+Ad/KxL9+SXpZBDTv6shLYh5iHiDmKUmmi2T3tO1ojg58AmO1b2N19HsXLKvgFyX43nrj7HobYw7rid3j74uUV+FJ+idZkvRSUVtH/BY9a3JymCEm6c9a2nGzNgYGTbk/EznPNtq86dxRkt52F8X6QGXrVR/zQB62y6Gf0wsJYAqU2xYtwfZPuz4Pn4BvZeJfuyT9fstRN91tlEfMQ8wDxDxlyfVcTJu68QmM1T6N1dFv7bb8/v4U318mcX8cHx2+nMLu8fdFyqvwJP1py4+tSPC9M5bv/XCxMiUmCdnWKpoSFWrbhvnFQwP7hrvKTeY9Hji7bqNOX/IKFuvexzyQRzfyIIApUWZrNf/yppHx7g18Ar6ViX+tk/R3XK6MJuYh5gFinhLluj2mTf34BMZqX8ZqlTy3LMD9kjaprhbmRM+rFu3Zg93j70nSJ+tIZvB6aIHvbGn83w3Keife4qhOp/LeIlOgQvfFtGVNSfWJuzj2I+4qN5n7mKS33cbeFah8vepjng4i7JSBImxvhewWaq6W6cUnBK1P5Fi+DmyXYu6qeJuXWOYYY22WScxDzAPgW3KnB5/AWO1RG0YsbZhqYz7wNcYub2D3UCE/Ppfnj+5o/Pts+ndx29Ojv2+yJPUfRE9fAQHo6cCU2dfCQe0rcfJj4w7dLzeZ+5ik/5nlmCv6WBAy6bTI4js9EXK2u15tBY46f3U1PiFofSJHJv5ltXnM5VE3xDzEPAAe2On3PF4U4hMYqx224YalDYfaKO9QjF3OYvcQYB8v58hwuexBP0PqpSTvO+Tf1Zl/F43VLerzu3Ooy64YIVwJTJmPpN62266vl1SnjXm+1XRQvxC2nV1N2SaS9DXqY57IxeQnwyvkaG/LtK2tKmheh08IXqfIkYl/WW2+6/KoG2IeYh4AD2z0Sx42ik9grHbYhk+WNgy1UV6H7Kq10YHdQ2D9o9x7PaMfOiGJ+F+ShP8mq1h+yXbR+9HzZ/QM5Dzhb7jaclOSIo83Ly+yXID1n90KJdVrMEa25z2RW+WS9DnIyMXFsY3QJ6y+9jEmrFAzW1O7s5oXY6sYYRM+IXidIkcm/mX6E/OomwM5jInEPMQ8AEXa6DfDRh/iExirPap/R0zOY2eb5V5KsngQu4cA+khpK+mXa6tX1FuvtZ4NZorbgShxnbzYUAmLldGzKkapZVyoNxxTlxFPZEeSfmEZ1T5J73Mf83TCOs/wCjnY2aLoeaytZtmJTwhep8iRiX+Z7T1otPVX3PGbxDz0S2IeCMhG5w0bPYtPYKz2qP5xCcjBnPJOS7B7CKyPl3Im/UY5Q7bJDg8EMWMRwptAFNjc9j+q/X02r9utU9Zvf4yBrfZEfiTpF5ZRrZP0vvcxTyesjd8A3NpYp+ysa7LbYf8+k+asVnwCvpWJf2Xa+8Bo6726j4n0S2IeCN4+bYnEtfgExmqP6h+3kn6ozXJ3xJS7CLuHAOdIxSXp5bK3L74FNlE1/ghx+2JUx3Gp66Txd9tlHBMl1O+ipR5fPZIfSfqFZVT3JL3XfczTCStbv8G1jd3S7GvUYbnqOL23+AR8K9QrSS/395hH3RzMaUwk5iHmASjKPs0dQk/wCYzVHrZhztKGA22Wuc2Vf8buoeT+UXiS/rKPb5/UG+YYQazwWHnbmyv+o2fxAgO04lmLsvplNWGH4zre8PXSWEisQxdJ+iAvUQuhj8X8ljpndw0TVqiID5rUbOuIw3KbwfwxfAK+NaZcNRE+ED0n5b/DLo5DYeLvRVsP53HUDTFP9fslMQ943o8fGva5lXkQY7WHbbjt+hLWmLsQHzAWQoB9vPAk/deYH1Rvq1aWLIw3lnoNe6q4pbLdRk0E1sd03IZlAtJp+aw65/d1HmfwR2W+tNRjlK4XlJOoZZI+lD5m/I7aPnhM/OxEgbJiwgp52ZZ+CdRph+VukF196qzJHnwCvlWT11G1u6LF7rZfcvTSZib+Qbf1kdHO+w7LJuapcL8k5gGP+/FGwzanmQdVUs9VSNLbkt2f2klmS6La5EhV7L7uMWrNfPmiopP0Pxc42kNdCndCDTIlCOO0pT5/eqq45qW7h1t85luSlw5y5Iv67PIcBkpzK/F8lnPBoFRbc5Gk/24po9Pzdnvfx4zfGFE3zBe99S7mTe8cPQcc2NZZzaYuOhqTNkXPeS0WmcQn4FulrD7t/NGkjDPxD7Kdyy3x6SGH5RPzVLRfEvNADja1WZKLo+30GYlx/tHs8n07q2qJeRirC5g/fnK5mNO4u6ohL2u6GQshwD6+sugk/bUUhvVVEoRbShTGg5IUMyJtP2heaKedkTWzQBkzC20j0s7i359DG7a43sYEpdiiiyS9bQfN4pLbFXwf0/rZs7LOx4t50/uNngNt2tWxgu782IxPwLfKfUmzGW3oJhP/4NppO+qmx2H5xDwV7ZfEPODYnv60+KLLWfxR9J0rWjlqp2A/86DK2k0lxmp5MWXyPm1iXcoasJR1mLGwOjFqzcaGPS12SnTk8YNqC8mTDAb2Qt3YXIBA7lpWfncWrJQTlq0/x+WcrSn524eF3o5H//57jGJ3ytv2EzkHsrYkyya6XXBOwkWS/rWljJUltin4PhaVudq4TLOshFyP5bc/0nOgDZs6WFCC/gU+Ad9qWX2oLjO7KYmSczIG3pd4MI6jTPyDaudjo40PHZdPzFPRfknMAw5tqcuyo6fJ5zR39qnxXbfHBAl6Yh7Gal/aYruv8n6a/JvkF98sdAciYyEE1C9uttDn9jx+sE87B/LzAgZlYzrL27UU9dtc9rn0Mee4/+vswyTJbnVhSgJ5qjOtluTUDvPimqd0uSCdhIsk/b1CHEwN+pgEIuMSTGySvx0rMUm/3fLb9+g5kNGeRhrFcQSfgG+VC7eanIybGEZ/X2bckaCjjjdZxsQ/iDb2Jllt1+ZvEPNUtF8S84BDW+pK0J/UwsZtLcrYYiTwZpLYPDEPY7Vn7bkSY/urEnx3lSzm1bkdc0Y8YyGE0B8OLGBbr53qU2330M5wmpDBSd2+PRY9d1Ik7P/OK7Es9TRX2Ex5FkyPpijr+QLHCa3JqQ09ltUBO+h2QToKF0n62z4FEyH3sai8FWaZMfc/FJWk32Vp9216DmS0pV8FJeh/6C/88Qn19K3KBmRVkmIk4XeGY+p0nIl/EG38w7L6zXUil5inov2SmAcc29OjhDGLWvF7Q1bPTkiC+q2R0NzKPIgkfcBtOqj5ff1EC5XAH9KPphF9b5OXNfNGkv0EY2E1Y9SK9uVVYsvKxtWlwE8Tjgnf5Rj5vbITZGsj7R0kcn7fpBYMj8V8brF00CSVu5WjsDZZHMSSApV1ssUZRGMpy9rWYrAfyLENR1llUhnn4SJJP20pY0+JbQq+j1nqMVdSkt52Zto0PQcc2HCeTOAT8K1arPJXyu9dtNTrQQX6YB2S9E/zPOqGmKfa/ZKYBxzbU2/MeepJeCcrZweq7hN8ngcxVjvvD+OykCZupftPy9/n5QXWKsbC6saoFe3LtxzOba+m+eFl2psm1YEGE36vX94Yt2JbjgIzA+xTBSvsuLwh/ymDjlqVsz5jWSOyLeKnOA41oPfkXP+3hkNdTTestQOybWMbK7lOQfcxX4JT2QllcgWrhwD9FD6hZnKU+PRT2mMUZbfgfDsvr5n4E/Pg38Lrl8Q8kFP/VKsg/5Kzpb9KkrKZkPwuffeW+JZRF/NqYh7Gao/b1yUrwpW9P5A+0ewPqm+oi5Hvyr8PN4wLYBkLqxmjgjvDWmZc4nAgQxkboudVTJL+Ro517xWH0ORLkavpA9e7eenfCaRSe5s4bOm/40gm/OBULq3hghoAfEJo8lkicjmW8ft3zZVcTPyBmKfa/ZKYB4CYh7EaiFEhZON64GKLhZzH9Ni2nSTn+u83fu8CWk2kq1lNZo+QCsQEE9eRTPjBqdKjRbd70QgAE1bP5TMsKxQXZfy+uVr6RwVkMqKtVms+g1gLMQ/9kpgHgJiHsRoYCyF856Ez1GZ5vZZtG/MFtGPaOK+qH+22lJd+fvksN0mD2MWgZVJzB8mEH5zKpd8mBIoATFh9l09nO+eGRt89ZMj3NVIFYp5q90tiHgBiHgBiVAjVsMxD8LsclHmn6DdCsjJcP27nVdY3WjXQ+W793Ct1VBFSAbGNJUXvhCE4LSxJ/9Gi2x40AsCEteLyPWrIdwqpADFPtfslMQ8AMQ8AMSpUwlE6KvOmYWxvC2rLiuj5nOnm3Proe62mc7XjYSdSAcNGflpuUu9AMuEGp0p/okedn2gDgAlrDeR71ZDvKFIBYp7q9ktiHgBiHgBiVAjZMMyjaToclHnPKHOywPYMGBfJHkLL/5WNuiD4fXN3A9s+IcZO/rasPhpAMuEGp9FvrLPo9DnaAGDCWgP56jtGv7vYMQrEPOBvvyTmASDmASBGhZAN44fhKNc4KPO2UebOgtu0wVhRvxs9N5ZGzz8iD/USYxvWDzG2MmWZ3IwgmXCDU8vdI2ynA2DCWhf56gs3ziERIOapdr8k5gEg5gEgRoWQDeOZ4SiPOChzVivvZUntWq2tGp+v86pxSdA3Vwp94FJdWMBejlgmNxeRTLjBafQbFyw6/R1tADBhrbhsNxp38HAmNRDzVLxfEvMAEPMAEKNCyMZxxrxRuJ0jb6Lv7jXK21Ji23qi56GWqB+qoX6XR88LkYGSxTKsHhawmR2Wyc0dJBNucGq5zLvBfRQATFhrINsJTa7HkAgQ81S/XxLzABDzABCjQsjGoZK43wxnOZ6xrPXGlo0/PGnjKe0CoQM10m1/9HyUtp/C2iGh3XRaLtz6gWTCDU4tx5op/XaiDQAmrBWWa4+c76l4hkSAmKce/ZKYB4CYB4AYFUI3kj2WFQfqpuGlCb/fobYRak5XBUMHPWvjOllRPleX1eRRO59Km9dj5ZDSdmwXqWFHAQanMReoEQwAMGGtulwviTzVQpSVSASIearfL4l5AIh5AIhRoSqGskd7m6PfMHxV/m2VfgyOvP0Zip7zcs75f8+gV+credzO/hrpdGU7RxdBrf3BRcsk5wiSCS84jTlv9xKaAGDCWmGZrtdWRw8hESDmqUe/JOYBIOYBIEaFKhlMnyTl5xvpUau29yFFgEr4gkFLH7+FZMILTqPyZyy63IUmAJiwVlSeXXK/kuI4EgFinvr0S2IeAGIeAGJUqKLxqFXy+6JnUraAqm0YP+X5IefO35N/V5/rQ2oAlfIBnZaXdT/ZmRFWcCpHkZl6nEePAExYKyzPa+3crwTEPMQ8YfZLYh4AYh4AYlQAAKjqIHLLshppEMmEE5yq1WMWHc6gBQAmrBWVZfOoiymkAcQ89eqXxDwAxDwAxKgAAFDVgWSf7UJpJBNOcCrHl5lwLBkAE9YqynFI5HcXaQAxT/36JTEPADEPADEqAABUdTDpsmwbnmPbcBjBqWz7/mbZ9r0ILQAwYa2YDLfL8SQP8XFAzFO/fknMA0DMA0CMCgAAVR9UJi2rkkaQjP/BqdKTRXeTaACACWvF5LdJZPg8erqRCBDz1K9fEvMAEPMAEKMCAEDVB5YtlknPAyTjf3Aqb+tNtqABACasFZLd2uj5Ej2vo2cZEgFinnr2S2IeAGIeAGJUAACowwDzj2XisxbJ+BucRmWusejsBdIHYMJaIbmtjJ5P0TMbPb0Zvr88ejYgSSDmCbtfEvMAEPMAEKMCAEBdBpn9lsnPZSTjb3Cq9GPR2RjSB2DCWhGZ9UbPh+j5HD2rM5Yxo8Y3pAnEPGH3S2IeAGIeAGJUAACoy0CjLuN6Z7mMqw/p+BecRuWtsFx+95bL7wCYsFZEXj3R80ouiRzIWMbR6PkaPZ1IFIh5wu2XxDwAxDwAxKgAAFC3AYeVZe5kOZ+nHFWwy4oyAHxCRWXVHT3PoudH9GzN8P1+zUf+hUSBmCfsfknMA0DMA0CMCgAAdRx4zHNaf6nBBMmkkuFGy2RyxmH5/aIXzmUFwCdUTVZd0fO44Y4BpArEPOH2S2IeAGIeAGJUAAAgsPo/HiOZxPJbGj1PLDJUE8xtjn7joaX8zUgfoJ4+oWLyuutw8vMciQIxT9j9kpgHgJgHgBgVAADqPACxrTidvNSW+QvRczN6vi8wID+KnqtyDt2ajL/F9nwAfEIV5TbdcMthrBGIecLtl8Q8AMQ8AMSoAABQ90Go23Kh2lcuVIuV15eMg/PBlL/TK3rQea/0hRYA6ucTKiazUceTn3l8IxDzhNsviXkAiHkAiFEBAAD+dzDaED0/jQFFbV/sQDql6eSRZYDfhGQAAACIeYh5AAAAAAAAqjlBGrO8+Z1AMqXogu34AAAAxDzEPAAAAAAAADWcKF3gDLXSdXDIooOLSAYAAICYh5gHAAAAAACgHhOma5YJ0wiSKUT2wxbZTyEZAAAAYh5iHgAAAAAAgHpNnCaZtBYu8xGLzCeRDAAAADEPMQ8AAAAAAEA9J1Dn5WI1/TmEZHKR9WGLrM8hGQAAAGIeYh4AAACA8PgfOvNAWqQlvU8AAAUodEVYdE1hdGhNTAA8bWF0aCB4bWxucz0iaHR0cDovL3d3dy53My5vcmcvMTk5OC9NYXRoL01hdGhNTCI+PG1zdHlsZSBtYXRoc2l6ZT0iMTZweCI+PG1pIG1hdGhjb2xvcj0iI0ZGRkZGRiI+ZzwvbWk+PG1vIG1hdGhjb2xvcj0iI0ZGRkZGRiI+KDwvbW8+PG1pIG1hdGhjb2xvcj0iI0ZGRkZGRiI+eDwvbWk+PG1vIG1hdGhjb2xvcj0iI0ZGRkZGRiI+KTwvbW8+PG1vIG1hdGhjb2xvcj0iI0ZGRkZGRiI+PTwvbW8+PG1wYWRkZWQgbWF0aGNvbG9yPSIjRkZGRkZGIj48bW4+NDwvbW4+PG1zdXA+PG1mZW5jZWQ+PG1zdWI+PG1pPng8L21pPjxtbj4xPC9tbj48L21zdWI+PC9tZmVuY2VkPjxtbj4zPC9tbj48L21zdXA+PC9tcGFkZGVkPjxtbyBtYXRoY29sb3I9IiNGRkZGRkYiPiYjeDIwMEI7PC9tbz48bW8gbWF0aGNvbG9yPSIjRkZGRkZGIj4mI3gyMjEyOzwvbW8+PG1uIG1hdGhjb2xvcj0iI0ZGRkZGRiI+MjwvbW4+PG1zdWI+PG1pIG1hdGhjb2xvcj0iI0ZGRkZGRiI+eDwvbWk+PG1uIG1hdGhjb2xvcj0iI0ZGRkZGRiI+MTwvbW4+PC9tc3ViPjxtbyBtYXRoY29sb3I9IiNGRkZGRkYiPiYjeDIwMEI7PC9tbz48bXN1Yj48bWkgbWF0aGNvbG9yPSIjRkZGRkZGIj54PC9taT48bW4gbWF0aGNvbG9yPSIjRkZGRkZGIj4yPC9tbj48L21zdWI+PG1vIG1hdGhjb2xvcj0iI0ZGRkZGRiI+JiN4MjAwQjs8L21vPjxtbyBtYXRoY29sb3I9IiNGRkZGRkYiPis8L21vPjxtbiBtYXRoY29sb3I9IiNGRkZGRkYiPjc8L21uPjxtc3VwPjxtZmVuY2VkIG1hdGhjb2xvcj0iI0ZGRkZGRiI+PG1zdWI+PG1pPng8L21pPjxtbj4yPC9tbj48L21zdWI+PC9tZmVuY2VkPjxtbiBtYXRoY29sb3I9IiNGRkZGRkYiPjI8L21uPjwvbXN1cD48bW8gbWF0aGNvbG9yPSIjRkZGRkZGIj4mI3gyMDBCOzwvbW8+PG1vIG1hdGhjb2xvcj0iI0ZGRkZGRiI+JiN4MjIxMjs8L21vPjxtbiBtYXRoY29sb3I9IiNGRkZGRkYiPjM8L21uPjxtc3ViPjxtaSBtYXRoY29sb3I9IiNGRkZGRkYiPng8L21pPjxtbiBtYXRoY29sb3I9IiNGRkZGRkYiPjE8L21uPjwvbXN1Yj48bW8gbWF0aGNvbG9yPSIjRkZGRkZGIj4mI3gyMDBCOzwvbW8+PG1vIG1hdGhjb2xvcj0iI0ZGRkZGRiI+KzwvbW8+PG1uIG1hdGhjb2xvcj0iI0ZGRkZGRiI+ODwvbW4+PG1zdWI+PG1pIG1hdGhjb2xvcj0iI0ZGRkZGRiI+eDwvbWk+PG1uIG1hdGhjb2xvcj0iI0ZGRkZGRiI+MjwvbW4+PC9tc3ViPjxtbyBtYXRoY29sb3I9IiNGRkZGRkYiPiYjeDIwMEI7PC9tbz48bW8gbWF0aGNvbG9yPSIjRkZGRkZGIj4mI3gyMjEyOzwvbW8+PG1uIG1hdGhjb2xvcj0iI0ZGRkZGRiI+MTwvbW4+PC9tc3R5bGU+PC9tYXRoPu58l9kAAAAASUVORK5CYII=\&quot;,\&quot;slideId\&quot;:282,\&quot;accessibleText\&quot;:\&quot;g left parenthesis x right parenthesis equals 4 open parentheses x subscript 1 close parentheses cubed ​ minus 2 x subscript 1 ​ x subscript 2 ​ plus 7 open parentheses x subscript 2 close parentheses squared ​ minus 3 x subscript 1 ​ plus 8 x subscript 2 ​ minus 1\&quot;,\&quot;imageHeight\&quot;:20.747999999999998},{\&quot;mathml\&quot;:\&quot;&lt;math style=\\\&quot;font-family:stix;font-size:16px;\\\&quot; xmlns=\\\&quot;http://www.w3.org/1998/Math/MathML\\\&quot;&gt;&lt;mi mathcolor=\\\&quot;#FFFFFF\\\&quot;&gt;x&lt;/mi&gt;&lt;/math&gt;\&quot;,\&quot;base64Image\&quot;:\&quot;iVBORw0KGgoAAAANSUhEUgAAADUAAAAtCAYAAAAOYyOGAAAACXBIWXMAAA7EAAAOxAGVKw4bAAAABGJhU0UAAAAs8vz+fQAAAyZJREFUeNrdWk9knEEUH7Fq1VpqVUVUqaqoFaFqVUSFHCKHilC1KnooFRER0UtF5VC5xeqheomIqCixh6qKkENUrd5WVUWFqsqholStirXC19/wlvH5dt7M933bzuTxY3fnz5ufmXnvzXsrREIJgqAHuAUsAVXgEDgGWsAucCnh/HLuV8AvmvMIqAAFkaZgwgwwScr+BHr5BuRi6LgAbGvm/Qxk0yAzDKzRTtjIoqWe67QjnMwnIXMH+BoxadOQ1HcLXTeB34bzbiYhdZ/O82tgFijJu0RtOeCpwQJKBnr66e4E/4JUQd4jps8Ws4AlZvx5uaOWx3pGdFOgYJBZwC5jQffUvtJq0u8lusdhqadiKAyIHWhINdtHNmLcCnek6Gg+I7fxOI5FjUvqObNbgxFjxpT2N8I1Id+lk3LEPTpS/E7ORVJ5htR6qP9b+l068KvCVcHivmhI1UNuoi0PhMuCBb7UkDqhEKtX8UfbwnXBIqeYIziqHLsG0OcDqSLnr5TPs8IXMQx468InoRgxsPVZrpN6whBaFb4JFj3OkLrtI6kzZL47yUPho2DhHzWkNnwltaoh9clXUneZe5X3kdT0qTIWWPBFCoF0UvGNVM3A+dZ8dbwnXMTuA6EbCpGGQcQ+5jqhs6HES5myQa24aTMXSK1FxXb4vKMhteMyoYlOiXsmuO2YNvvfhGR14menBAq+jzD3ashFUupLdiqiPcPcqwXXCM2bJOvR9k5Dqmqo6woV9rLdJFRUSjkHukQk2pY1pI4NnzLtqH+iW4SywL5y2QcSPhq58S8Sl24MSG0oC5o26J9hoos5zdgy9Tm0juwx4Bwl6/uZfovKYrYs5n9vGwdSmbSdmRqxJTQTslD7UU9uaalCBeq8hY4Vm0ojGYYf1LZsS2hIo0jmxR/Jtw9V4gMlrita6hnl6sLANeo7qVRD9uLcj/XAXsZj6OmxrOe2T0MhDqlNS0X3EhiYioUeuVOX4ypaMFTSChfNYujqM/gzSUB3aSCpz/lgcN6HU3IHZUaXtJK9aSjK0I7VyIQ2yRjIuG5OevSU/VyJ8u0NRVc1rWTMX3u+y/fo6ltlAAAAfnRFWHRNYXRoTUwAPG1hdGggeG1sbnM9Imh0dHA6Ly93d3cudzMub3JnLzE5OTgvTWF0aC9NYXRoTUwiPjxtc3R5bGUgbWF0aHNpemU9IjE2cHgiPjxtaSBtYXRoY29sb3I9IiNGRkZGRkYiPng8L21pPjwvbXN0eWxlPjwvbWF0aD7b8aaTAAAAAElFTkSuQmCC\&quot;,\&quot;slideId\&quot;:293,\&quot;accessibleText\&quot;:\&quot;x\&quot;,\&quot;imageHeight\&quot;:7.2},{\&quot;mathml\&quot;:\&quot;&lt;math style=\\\&quot;font-family:stix;font-size:28px;\\\&quot; xmlns=\\\&quot;http://www.w3.org/1998/Math/MathML\\\&quot;&gt;&lt;mi mathcolor=\\\&quot;#FFFFFF\\\&quot;&gt;d&lt;/mi&gt;&lt;mi mathcolor=\\\&quot;#FFFFFF\\\&quot;&gt;i&lt;/mi&gt;&lt;mi mathcolor=\\\&quot;#FFFFFF\\\&quot;&gt;s&lt;/mi&gt;&lt;mi mathcolor=\\\&quot;#FFFFFF\\\&quot;&gt;t&lt;/mi&gt;&lt;mi mathcolor=\\\&quot;#FFFFFF\\\&quot;&gt;a&lt;/mi&gt;&lt;mi mathcolor=\\\&quot;#FFFFFF\\\&quot;&gt;n&lt;/mi&gt;&lt;mi mathcolor=\\\&quot;#FFFFFF\\\&quot;&gt;c&lt;/mi&gt;&lt;mi mathcolor=\\\&quot;#FFFFFF\\\&quot;&gt;e&lt;/mi&gt;&lt;mo mathcolor=\\\&quot;#FFFFFF\\\&quot;&gt;(&lt;/mo&gt;&lt;mi mathcolor=\\\&quot;#FFFFFF\\\&quot;&gt;x&lt;/mi&gt;&lt;mo mathcolor=\\\&quot;#FFFFFF\\\&quot;&gt;)&lt;/mo&gt;&lt;mo mathcolor=\\\&quot;#FFFFFF\\\&quot;&gt;=&lt;/mo&gt;&lt;mfrac mathcolor=\\\&quot;#FFFFFF\\\&quot;&gt;&lt;mrow&gt;&lt;mo&gt;&amp;#x2225;&lt;/mo&gt;&lt;mi&gt;w&lt;/mi&gt;&lt;mo&gt;&amp;#x2225;&lt;/mo&gt;&lt;/mrow&gt;&lt;mrow&gt;&lt;mo&gt;&amp;#x2223;&lt;/mo&gt;&lt;mi&gt;w&lt;/mi&gt;&lt;mo&gt;&amp;#x22C5;&lt;/mo&gt;&lt;mi&gt;x&lt;/mi&gt;&lt;mo&gt;+&lt;/mo&gt;&lt;mi&gt;b&lt;/mi&gt;&lt;mo&gt;&amp;#x2223;&lt;/mo&gt;&lt;mo&gt;&amp;#x200B;&lt;/mo&gt;&lt;/mrow&gt;&lt;/mfrac&gt;&lt;/math&gt;\&quot;,\&quot;base64Image\&quot;:\&quot;iVBORw0KGgoAAAANSUhEUgAABe0AAAFICAYAAADNvNUkAAAACXBIWXMAAA7EAAAOxAGVKw4bAAAABGJhU0UAAAC+7P0MFQAAT3tJREFUeNrt3S9U3E7fOOwKBAKBQCAQiAoEAoGoQCAqEBUViIoKRAUCUYFAIHpOBaICgUBUICoQFRWICgSioqKiAoGoQCAQCAQCgdh387uH+90n9/6Z2U2y2d3rOifnuZ9v2Z3JzCSbfDL5zIsXAAAAwFhoNBozzW2rx7ZSUFm9ylnTIzjGHGMAAAAAMLEajcZio7dPBZXVy4kewTHmGAMAAACAiSWgCI4xAAAAAKAmBBTBMQYAAAAA1ISAIjjGAAAAAICaEFAExxgAAAAAUBMCiuAYAwAAAABqQkARHGMAAAAAQE0IKIJjDAAAAACoCQFFcIwBAAAAADUhoAiOMQAAAACgJgQUwTEGAAAAANSEgCI4xgAAAACAmhBQBMcYAAAAAFATAorgGAMAAAAAakJAERxjAAAAAEBNCCiCYwwAAAAAqAkBRXCMAQAAAAA1IaAIjjEAAAAAoCYEFMExBgAAAADUhIAiOMYAAAAAgJoQUATHGAAAAABQEwKK4BgDAAAAAGpCQBEcYwAAAABATQgogmMMAAAAAKgJAUVwjAEAAAAANSGgCI4xAAAAAKAmBBTBMQYAAAAA1ISAIjjGAAAAAICaEFAExxgAAAAAUBMCiuAYAwAAAABqQkARHGMAAAAAQE0IKIJjDAAAAACoCQHF2vfPQnPbbW6nze2iuW0OuS5Hze11iWUshf39Efb3a3N729ymHWOOMQAAAAAYewKKteuPl83tfXM7bm7XbdroprlNDaFe083tKtThvKQy9pvbY4ex8be5LTvGHGMAAAAAMNYEFIfS5lkAfDmbNd/cPoTZ65fN7aERZ3UIdd5vKf9XCd+/HbHf99lMfMeYYwwAAAAAxpaAYqVtfdbc/jW3p8Zgdiuu91LugcJ1CWVcRe7732G8aeAYAwAAAAAqIaBYaVsX5WfF9f6bK/9hyG2z6RhzjAEAAADAWBJQrLyt89tqc9sJ6XFi3VZY505pa6YLLucmYf9PHWOOMQAAAAAYSwKKtemHmeb2JyFwPV9RnW47lP+y4LK+Juz7X8eYYwwAAAAAxpKAYq36Yj0hcL1RQX3OupS/VnBZCwkL8V47xhxjAAAAADCWBBRr1x+/IwPXH0uux9se5b8tocz3kYv0XjrGHGMAAAAAMJYEFGvXH18ig/YnJdZhqrldDeOhQfN7tyIC9xeOMccYAAAAAIwlAcXa9cfryKD9eYl1iHlwcFBi+b0C918cY44xAAAAABhLAoq164+ZyNzu1yWV/yoyRc1Jye2wM8x8/o4xAAAAAGAoBBRr2Sexee2nh1j2zwra4U+bch/L2G/HGAAAAABQCwKKteyT2Lz2qwWX+6ER708F7dButv0vx5hjDAAAAADGloBiLfskNnj+tsAyl8Is9lg3FbTDVpty3zvGHGMAAAAAMLYEFGvZJyuRgfPtAss8a53NHlN4Be3wMVdklut/1jHmGAMAAACAsSWgWMs+mYkM2h8XVN5Gy3feN7flyPLnSm6Ho1x5h44xxxgAAAAAjDUBxdr2y21Ee50VUM5cluqm5Ts/RPZVZqnkNrhqKeup7PIcYwAAAADA0Ako1rZfLiLa618B5XxtXVy2uU2F/34fUf56ifu/PC5jwzEGAAAAAEQTUKxtvxxHtNfjgGWshBnszzZa/u0yovx3Je7/Ya6sFceYYwwAAAAAxp6AYm37ZTcyRc1sn98/3dx+t3zPae7fzyPK3ilp36dz6YGOHWOOMQAAAACYCAKKte2XzTLzyjc/d9A6Yz//Pc3//1tE2Z9L2vf9ljLumtu8Y8wxBgAAAAATQUCxtv2yGhm03+yzzx9bvmOvzd8cDKO/sjcHcvn0dx1jjjEAAAAAmBgCirXtl7nIoP1OH9992vL5LA3NdJu/2Y4o+6yE/W7N5f+vXd0cY44xAAAAABhbAoq17ptG0SlqsiB/7vNbHf7uXUTZlwXv76vcwribjjHHGAAAAABMFAHFWvfNbUSbfUv4vrmQI/7ZRXOb6vC3axFl3xa8v39avvu7Y8wxBgAAAAATR0Cx1n3zJ6LNzhO+76jlc9mM9tUBx0WjU9C/j33dbfnOh+a24BhzjAEAAADAxBFQrHXfnBeVoqb5dxu51DMnPf5+NjJov1DAfr7KLYz7wTHmGAMAAACAiSSgWOu+OYlos7uI75lubtctn8kC5PMRn7uPKH9lwH3M6nbV8n0/i5q97xhzjAEAAADAyBFQrHXfHBeRoqb57/u5v9+LLP9fRNkbA+7j4bimxXGMAQAAAADJBBRr3Td7kUH7l12+YykEw59ls9qnI8v/FVH21gD7t5n7rl3HmGMMAAAAACaagGKt+2YrMmi/1uU7/vY7M775t6cRZe/1uW8LufQ7v8YtLY5jDAAAAABIJqBY6755Gxm0f93h89u5v/uRWP6XiLIP+ty3s3FPi+MYAwAAAACSCSjWum/WIoP2W20+m81kvxtk0djI9DynfexX/nvfOcYcYwAAAADACwHFmvfNy8ig/Xabz/7I/c2XPsqPSc9zkfidq83tqeXzZ44xxxgAAAAAEAgo1rpv5iOD9p9zn3uT+/d/zW2mj/LfRJR9mfB9s9nft3z2NttHx5hjDAAAAAAIBBRr3z9PKe2WBeeb203u39/2WfariLJvE76vdWHbp24L6DrGHGMAAAAAMJEEFGvfP9cpeeWb//sw929nA5Q9FznTfzriuz6WMaYcY44xAAAAABgrAoq175/L2LzyYWb8U242+/KA5cfM9F/s8R0bue/51dymHGOOMQAAAAAgR0Cx9v1zEdFu/y8I3tz+5v77UQHlx8z0X+3y+YXmdtfytze9gvyOMccYAAAAAEwsAcXa98/PiHbLFprdy/23+yy9TQHl/40o/3WHz2YPEn4XkV/fMeYYAwAAAICJIKBY+/45iWi3LED/mPtv+wWVfx5R/ocOnz0uo06OMccYAAAAAIwtAcXa909M0L7dzPuZCsv/1OZzm7m/OZ+kPPaOMQAAAACgLwKKte+fL30E7d9XXP5h7jMrze0hl8d+3jHmGAMAAAAAehBQrH3/fEoM2F8WOaO9+V3bEWV+a/n7+eZ22/JvT83tlWPMMQYAAAAARBBQrH3/pAbt3xZc/mZEmb9a/j6fA39HHzrGAAAAAIBIAoq175+dhID9n6Lzxje/by0mh37428Pcfz/Sg44xAAAAACCBgGLt+2crIWj/poTylyLKvQsz8p9yDxCm9aBjDAAAAABIIKBY+/6JDdr/LKn8ucjy73MLzy7qPccYAAAAAJBIQLH2/fMmMmi+WmId7hNm+0/8wrOOMQAAAACgbwKKte+f9Yh2Oyu5DlcJQfuPes0xBgAAAAD0SUCx9v2zPsxZ9qEOF5EBewvPOsYAAAAAgEEIKNa+f5Z7tNm3CurwPaLvzi086xgDAAAAAAYkoDjS/fPQ3BYqqMNxj367zRas1VuOMQAAAABgQAKKI90/uxXV4VOPhWfX9JRjDAAAAAAogIBi7ftnpkNbXVaVjqZZzk6XPvuglxxjAAAAAEBBBBRHoo/a2aiw/M0OdTjUO44xAAAAAKBAAooj0Uc3uXY6rrj81TZ9ddrcpvSOYwwAAAAAKJCA4kj00e+WNrquKi1OS/mzuX46r7oOjjHHGAAAAABMBAHFkeijzy0B+5dDqsNlqMNZlmdfrzjGAAAAAIASCCiORB9li9G+a25zQ6zDyyyPvpQ4jjEAAAAAoEQCiuAYAwAAAABqQkARHGMAAAAAQE0IKIJjDAAAAACoCQFFcIwBAAAAADUhoAiOMQAAAACgJgQUwTEGMG4n3c3mtqo1AAAAGOF7WwFFcIwBjNTJdToLzDe3d9lJtLmdN7e7lhPerVYCYEi/UVPN7Y2WGOk+fJv1o5YAYIi/RQKK4BgDqOUJdKa5vcwCH81tu7kdNbcfze0m4oR3rgUBGMJvV/ZA+U/4LdrQIiPZh9uh/7J+fKVFABjS75GAIjjGAIZ+stzJTlLN7SzcJGeB+adG//a1KgAV/o5lb4Ad5n67vmuZkevHbMLAbUsfZv35xax7AIbwmySgCI4xgKGfLC8axVotsa7z4SHDcXjQ8LG5zelFgIn9DVtrble536HvWQBY64xkfy40t3+5/ryyXg4AFf8eCSiCYwxg6CfLbHbir+Z2XcAs+/uyZsSF/PmPbcp8DDPxpvUmwMT8dmW56w/a/GaZmT36fTsbUvI1crPud7UOABX9FgkogmMMoJYn0IWwENxpYtD+rKT67EeUfSpQAzAxv1G/2/wOfNY6Y9XPX9v08TcP6QGo4DdIQBEcYwC1P5l+Twja75ZQ/nLC7H+z8ADG+zfpTYdF0Z3/x7O/D9r0dbb+zqLWAaDE3x8BRXCMAdT+ZLo9zHz2HWbadfIoxz3A2P4e7XR4iLutdca639u9bZc9uHmtdQAo6bdHQBEcYwC1P5luRQbM78pITxO+N8WWXgMYu9+ir96wmuj+3+/woP6N1gGghN8dAUVwjAHU/mQaG7T/XkLZ830shnuk1wDG5jcoW5T0Z5kX8ozMWPjUZgw8CdwDUMJvjoAiOMYAan8y3Y8Mlu8M6UTuhAswnr8/syF/edtzvcXHJ3JMfDLjHoAKfm8EFMExBlD7k2nsQrTLJZQ9k7AIrZn2AOPz29MtYP9TwH6ix8axwD0AJf/WCCiCYwyg9ifT64iT3G1ZAZTm914mBu3f6zWAkf7d6Raw/5v9u1aa+DHyq0OqnHWtA0ABvzMCiuAYA6j1ifRlZKD8tMQ67CUE7O8FcwBG+ndnukNA9nnB83mtRFjz5qbDdcCqFgJgwN8ZAUVwjAHU+kT6MTJYvlViHWbDTP4Y7/QawMj+5kw1t7Mu5/hNrUTLeFnvkELv1sMdAAb8jckeDl/02LYKKqtXOXt6BMeYYwwgf3KLzWe/WMGN+UMVT2EBGNpvzlGXc7yLadqNmf0O4+W3dQ8AAAAYxxvh6ZCKoJebiuqzFGZg5mfV/bH4HMDI/+Z0S4V2LgBLl2uVqw7j5qsWAgAAYNxuhNcjZ9l/r7heWbqctVC/RT1VWjvPNbfdEEib1iJAieebjQ5pTjKPzW1BK9Fl/KyEcSJtHgAAAGN/E/w5Mmj/XmuNXd9P5RaCXNQqQEnnm8UOC4pKi0MR1yxZMP+lFgIAAGBcboAvI4P2c1pr7Pp+PxfwmNEqQEnnm24Lz15Ki0PkOMrewrvvMI5+GUcAAACMy81vjCutNXZ9v5Jb9PdcqwAlnW+2e/zGrGolEsbTxy5j6aMWAgAAYNRvfDcig/ZHWmus+n2xzeLDO1oGKOl889Dl9+WbViJxTE13SbWUvTW2pJUAAAAY5Rvfo8ig/RutNTZ9nr1d8bdNH69oHaCEc85Fl9+WJ3nI6XNc7XQZVz+1EAAAAKN803sTEbB/kut8bPp7Orfw7LMHeYCBEs45mz1+X75rJfocW7M93uB4r5UAAAAYxRvelchZ9masjU+f/xA4Ayo630xHPBj2hg+DjLFubwv+8zAaAACAUbzZ3YsM2h9orZHv6+kuAXszEoEyzjv7Fjin5DH2qscY29JKAAAAjNrN7u/IoP0rrTXS/TzXI6d0Zk5LAQWed2aa232P886+lqKAsdbtbY5r6f0AAAAYpZvcqeb2GBGwz4Iu01psZPt5OaQI6Oa3lgIKPvd8jvh9WdJSFDDWjnuMs12tBAAAwKjc5K5FzrL/obVGto9fN7e7iD7e01pAgeeeLB3XbY/zzl8tRYG/dd3cmm0PAADAqNzkHkQG7be11sj17VTo36fIPn6t1YACz0E7EeedT1qKgsbbdEQqpndaCgAAgFG4yb2KDOguaq2R6tflhLUKGiFFkhmIQJHnocuIc8+KlqLAMfejx3j7o5UAAAAo++Y0m0n9srl9aG6Hze2kuf0Mi41mN65fm9v7TsHYLBAfGdC9GeI+ZosYrmaz45rblyw/8pDrkqUT+tjcjprb99DW2XYW2nsv/M1s5Hcuhgcnfwuq41zi7PpnP0dkzGd98CZbuDK094+WPvgW8mdvxKy/EGZlLjW39TC+9kJO5J/DWBgzHM8rzW0rjPWDgr43O0dst+zb83jNxvDb2LFa4zGR7d9m6L/n8+B5y7j4Gf77VmjfqRHdz+fzT7Yfn3Ln+4uwz9l/280WDR/2GiShDr3cjWp/DLltl1t+909b+j87978sqczZcD1x3HJ8db3GGFLbfPCgCAAAgGHckM6Gm9LsRv0hYRb1fj44EoI/Mb5WtG/zIeC6GwKwV20WyT0dQpu/CwH6x8RA+HkIrq116cvn2fCXA9ZxMQR6Hxr92a7xmF8IaTZ+JvTBXRjzM22+73VEnu3vJe/TcwB2OwS+/rTpu68DfP90OE/87ff8UOPxsNRyDvzXx1i/C8fK4ojsa/Yw4lcf55+b8NmZIdX9JOYc6Vc9qi1fht+SmHHw0Ok3Z4Brjs890s78K+thQR/1jXlYdGJUAQAAUNSN6GKYRXff6N9Ja2AuMqiS2SxwP57fDtgIM9YPQ3A7dr92K2zzN5HpHWJchyDj5xB8+Zrb59M+6rceZj1eNapzWmH7r4U2exqgvpf5YFIYc73sFLgfCy1vB/wIAa6YfXrbZ3nvQ8A21dmwZ2d32aeZ8IDjd4Fj+SmMhdka7utWmMn8VMB+/qt6ZnEI9MY8ZPjk173r+e9Ln+f37MHUfAF1WE84l/ytw/kjXGM8RDzYmDXKAAAAGOQGdCkicPkYAm77IU3Eegj6fGvzuXct330dOQt3rs+6vw1B5dMwQ/C6gCDUUkU3/acRdfkdgvDPbb7eMnP6OnG/DhLr970xHAcVtP+bMF56tf1uaPul8FBrqWXMtY6zbFb9Qsv3/4nYz4U+x82rlrQVFwM8ZLtNnfke2uDPgP17WLPz31w4xm57BOBOWlJTLT4HD8MbB8vh3+67zEhfrcG+Tod63vR4+HcUHsysh4efnyIeLmb7vlzhvsS+xbXhV/7/tNtKCNTfFnCu/jJgXT728Xv9vibtGHMe3DHiAAAA6OemczYE/p56BHB2u80YC0HE61yAaioEfGJcDLAPJwUHjK8ravdeAeNfvQJgoY13EmYpfkio405jeLZLbPvlkAKn2wOkg5i0JiGA/zcX5J8Ks5ifih5n4W2RhwLb+TSx/M2Cyn+qMrjbZX9mQjD6vseDm/cJ60csd+n7+yoeCHY5V+yG2dEd15wIDySmOnzHdBiDXRfgrCoFUnhgFWPuBc8p2P4VfK6+73fmezjP9uOoJu0Z8zbVXyMPAACAfm7gb3rMLN2JDcCEdDStwa+1MHu11JnVYcbxSW6x0EFm259U0Pa9AvbfUwJfITVKTF7xVwnf+XWIQfv1Etp8Krwl8tgjtdNC4vfO5mZcvo98WHXcxz5cF9zO7xParujx8GXI5783PdrzPPTjVMHH91XV6T3Cufhvjwezmwnnml7n1ncV7NNMZGqcW7/2/22z7dxbNqfhodWbljeJVsJ5MuXh3EYfdTkY4NzxtSbt+SGyvotGHwAAADE3mvMhzU3Xme/9LPiWCwp8ighOlxmknQkPJlJTAGyU3P69ghW3/cwMDSk+euUlnk/4vtkQxOm1xbTvY0tQKGabLrjNX/YYi3eDrKkQ6vzQcux8LmPMh5nuWyG9yaeWxWUf+wx+zUWUOd0jjdNdn2k2fg7p/DcVUr88dXlY+XHAMnqlkTmqaF9nO6Qvyz8gnE383l5pQc4q2LfY1Di//Or/t81Ww3ljudfDqJASKfbB97fEeuwP+MBvpybt+SqyvvtGHwAAAL1uMtciAmx7A7zuPtUye/U8Mpj4UGY6hdyDhJjg8nSJdVmMCIR8HOD7V7p8/10J+zMf2a6/hzjm3/ZIf3LTzwOqNuWctqR+6bWQafY3MwX3w17i2yW/I753usMDvqtwXM22/O1S5Nse/124dAhjYbnHg62bQdP2hJnojxHnvJkKzvW90mZ97vO7e6Uku62gL7+NUiqVEb1eOI1s4+jf8PAgPX+eugxj6lfksTNfk/aJ/f27MJb+30O2T7akbd1ZCAAAJuumqdcN8V4B5Rwnzpq7KHm/12tUl5i2GTRoeFhVbt2E2a6fhjTmv/QIZP/qZzHYLsGoWH9K2t+U9R22e3zXVJuA/WNImTXb4TNrdVo7Ile3Nz1SflwWkfs8zOKP8a7Efd2PONd/KnOcVdCfset4fHxBv238KuF4Xo74vnwKvaf8rPnwhtxOh8kFj4O8EVVSG91Fts/ChI+liwapPjkLAQDAZNww9QpeFrb4Z1jssBaLjob6vKnDTVKYtXzfa6Z/AeXMdyjnrIR9is1z/rri8T4VEVj8m5oWpEeZK8PO557wEKVnEKlN32YLWK5E1CF2oct/FY6Hjz3Of0UF7OcTcoF/LmE/ZxvdF1l+tjtgOWfDDNqH4G+st64ABmrr2KD0bsTYvMrNmN/o8Xv5PqRvOg9p5ZZr2D5/Itvn/YSPI0F7QXsAAKDNzVJMYHWvwPK2Em9Mlkre/72EurwqsR6vq5p93GFG/0EJ+3QVsU+FpoKJqNNURFDxuuiZjyH1UazVkvY99ti77PE9X9osyjoXWYfY4MxFReOh1/oChaRHCmV9ShgDJwXv53xkAPGwgLJ6pUG6L7lPU95qWXnBIG19GNnOZz2+53tuxvzrMWmf75Ht83XCx5GgvaA9AACQu1H6OoTgUUrQ/l+Z+exDfWJzH1+XXI+YgN5NQWW9KvuNhoQg9UWF4306ImD/UMaDooT2uC9rzCcs8HjY5Ts+tgnYTyfU4XdkHY5rcP57KvJBXeQs98KDeCGPfswbDkl92aWsXm9t/a3BufTZoiuBgdp6M7Kdb7p8x4cq366ruH1iH2r8m/BxJGgvaA8AALTcJMUE7C+LTBHS4QZ92IG7q8i6nJRcj9h847MFlXdTZoqauuWzDwH7mKDp+5LKXypiRuqAdYid9bnS4fPruYBscpA3Idf4XsnjISaYtlNwmWcJ577dgspcbPz/i3/3ertkpoDydiLKOiq5b1Mejky9YNDxFbvA9UKbzy/nUkYdj1n77CeMxbkJHkeC9oL2AABAuEGKWfD0vqi0ELmyU2ZBbpXcDvMJAYey63IeWY+NgsrLv2EwX/D+xAbOlioa8zEB6/0Sy18fZrA6PLR4jCj/X4fPZzOoWxd//J06ZkIdYr0usS9iUmKdllDul8h9fyzieAznt5iA/VNRKZka/1m8eWh9G+pwHdnO9y8oor0vI9v7Te5zM7mH5ldVpkqrqG1S3ixcneAxJGgvaA8AACTM/HpTUvkHkeU/FT3Lv01d3tcljULCTetpQeW1zoh9LHhfsrzxMQsU3lYx0zUib3kj5PueKrEObyP7d62k8l9Fln/U5rPTuXzoN/3MCm3EL8Zb2rEf8p33elB3Xcas1zCrOOYh4U4BZc004hfB/FjhGPtX8nE2lXBOv35BEW1+0k+QMTvX5NKSvRzDttlMGI8fJ3gMCdoL2gMAwMTfXL/rN3A3hBv8vxW0x9fIuvyuoC6xqUuKmoXbGmD7U/C+rEbuy/eajPkskLpccj0+DjOgmfCw7G2bzx4V8QZOQgDrT0lt8CrybYN3JY6DXg+QTooYA83v+BHZ1r+KGnORDwm2Sj7OUhZ8Lv28PiHXFbGzyc9aPpNPtbUzpm2znjAejyZ4DAnaC9oDAMBE31ivRgasrsqc4Z6QNuVzBW1yXZebo8jZ4M8OCiivNVXJj4L3ZS9yP7ZLbtOlyBn/VYy1o4h6fC2x/Ji0JY/5Yz974yYXXFsfoA6x6WG+lLD/c5Fj4bSCsbDZJqXI7/DfiwjYp6TheVnQPu0Oe5Z9qMdawnn0pyuDQto89kHJbfj72dzaFn8aY7q2QCN+LZP/9wBtgsfQfBhHtvht1tkHAADG44ZoLpePupv1kuvyL7Ier2p0M71eQR+lvEb/VEQu+JYx8bngfYldcHO5xPacCoHQnikyqsijHLlmQVmL4M5GpmU5yX3uZeP/LhK5P2A9Ymd/vymhDS4ig9gLFZ6XZ0PwZabA73xT9UzNsN7BfUR5mxW0aUrKs5MXFNXusQ/AF3IPMEt/y2nI7bKQMB5vjCRGfLwDAMBYqPpCOjZYdlxBXWKCh/cVzMjcjWyTLJA3XUG7pCyKmzkroMztxn8WBn5V4H7ELnh6XXJ7Hg4rQNzjAUnXgFZJZcfm03+f68fW2fnngx6Tudm13Y632YL3/0Pk/n95McLCOeQucl9vi3hY0PhP7vyYhUiPKmqD/YRzqKB9ce0e+wbdUe53bm8C2iblYfyU0YSgPQAATEjQPiE4fdcoeZZp4z8LMcaoItd5bJDhooaBj2fvanjTFrvg6UmJdXgd+QDkZ0Vt8jKiLv9KLD8mNU/WXnMdPtPXwrN9zjj9XvC+LzbiZoHfN0Y83UAj7m2OZ1sFlRmzFsdFFQ8+Q30OEtpA0L64dv/cx3XQ5SQEqRPbZMFoQtAeAAAmIGjf+E8KmNjZ2x8qqE/sQribJdcjdjZ4ZrvCG553ieMoCzQu1eymLXama5mpYGJSMFWWlqERN9O7zHz2VxHl/275+7e588ZmhWN7p+B9P40sd6Rn/DbiFwNthPFQRO7844iy/g76wCexTicJ7XDwgiIflKZaE8j8H8tGE4L2AAAw5kH7xn9yev+pMogTUaejyPrMl1yPjYS+Wqzwhid7mHCTOJay2YozNbpp+xVZ77JSwcQuwnlSYZvEzEYu6yFG7Az3/ZaHHq1j8KjiflkucN/XI8t8aIzwDNfQxw8J54ytAsr8VreAfUK9nn0SZius3WcSHoRXev6tQdvcJbTLutGEoD0AAIx/0P5jQn3eVXRBH7Mw6GUF9YgNIF4P4aZnv4/xdFijwE3Mmx3/Sip/LbL8QhbyLThoU9ZDjNh87ovh71vXv8ge+k0XVI+Y2f63RT48bMQtPps5fjHCEgPVN4O0cXioE7PQdJaqZ3YIbZGSIkjQfjgPbO8aI56KKrFdrhPG5IaRBAAAMN43ifMJMy//VDTLPjYlzUEFdbmKbJuTIfTddOJN/rMPNRh3sSkSvpZU/u9hlt+hTsvDfFDViFsn4W/42/dlPNho/CevfMzDlO8F7vd6wrHzaoTP9auNtAWsdwcoK1uvImbR2U+NinLYt6njhaD90MZibF77LxPWLim/51tGEgAAwHjfJB4n3CRWNcs+NqD7uuR6zNWtbdrUcauPoH0WuFsb8riLXQTyfQllv01oq9UK22Qvoj5HJZU9FfugrPGfFCutaXF2hjCe3xZYZmzw9mrEz/UnieeIhT7H0aeIhwNZcPLNkNtD0H54bR/7G380Ye0iaA8AAEDy4rPXVcyyD/X6EhlUmim5HrELYj4Oa7ZoqOfPPgL3t40Kc/C3qfNVZB/PFVxuFlT8F9lGPytuk5iZyZsllR072zz7u9YFWy8KTlNzWuXxFmaEj33gNrzFkTLL/mcfZbyJGMNPIag/U4M2EbQfXtvHpkc7n7B2EbQHAAAgetHLZx8rrNdlHQKqCW8hXAy5HxcTA3L/zRc/jOBZQsDmrISyU2bZb1bYJjFB1cIfYrSUH5OuIptdv1lmvv/InP4XBZZ3lDAeRjk1znHiuWEr8nunQrA+Jt3Urzq1oaD90Ns/5uHpzYS1iaA9AACAG+akWfYPVS0GF/Iul5pvOaEut6MS0Mnao8+Fjr9V9QZFS13fDquPw7oMsW8iTFfYJjFB1T8llh/TLie5QNvnguvwqsrjLawJcR+7KOsIn+tnEtYteX6TYbbHd2apw3ZyaZI6Pnxrbis1bBcL0Q63/WMnDcxNUJsI2gMAALhhbnxNuDmscjHOL5F1Wim5HssJ7bNekz496zNw/7GmY2+14HJTFhz9UmF7xAaPD0oqP/bNh9aA0mXRDzUic/oXdrwlvnXxfYTP9duJ54PjDt8zF1KGfY9Y/+AhPBBcrXG7pOT4P3TVUHj779TtjacatElK0P6dUQQAADB+N4YzCTNMS1/wNVe3mJmbtxXUI3bm+k3VM9W71Hk+4e2AfNqVVxXWMyb90W3R7dr8vh8JbbJSYXvEBq/WSip/s48xs1ZCPX5XebxF5s8vfLHdIZwXfiX27WrLZ1fCufAicqHiv+EhwewItEvKg+sTVw6Ft/9y3R6g1qBNUoL260YRAADA+N0Yvk/Me17VArQbg8wELbguP0cxmBPyS/eT3/5vFf0cZuvG1O/7kMotNQ1Nm3pNRT7EaJTVPwlvt5R2/GVB3sig8EmBZd70E8gesXP9fOL54DY8RPoeub5AI5wrd4pe36CCtvkkaD/U9l+p2/m4Bm3yNMwHpwAAAAz/xrCWuXwTZr5ullyPmYSb560a9u9+n2lyPlVQt9gHRjsFl5uS83+vwr56O+zAVeLsziywvjDEdtgqqLzFhH2+r8vbNH3s57tGsZ7Cg9wstcxWGWOhwrZJOSecvaDItp9OeFjZGMaC6UNqlxQvjSQAAIDxuilMnXm5VFG9FiLr9Vj2wnRhtnqsxZr2848+A3KLJdfrW2Rdlgsu92cd+zQyJUxpD1SywE/iGPlSUj2OqzwfJb5t9HeEz/cnAwbpb8K55CCcF2dfjInEBxq/XD0M5Xh/tjEBbTKV2CazRhIAAMB43RimzC6sMjXO57oET7JFByPrclXjfp7pM7/9j5LrdVV1PvvEB1XXFfbR22EHrRLy6T/POJ8tqR63VfZN4tso30b4fJ+SAug6nIeznPSvs+NmzH8LX6W0jauHwtp9o48Ubl8moF0WEtrjYcLHz5YtaVtx5gEAgNG44TkbZu7qDnXK8o0/1CiFy1Vd6jLgfqz2md9+uaT6LA0jf3TijNqvFfXNVHgoFvsGxFxJ9UiZib1bUh3mI8s/KrDM7wn7fTCi5/rUtyi2J+y3cD6hbe5cPRT2W9/Pw+SLCWib5YT2uJzgMXTRoHapDwEAgMFvdqbCbNlYWxXVK2UhzLWS65KS63p9BPr8Ux83eMcl1eXjMMZdYmB6s6J+SZnh/rvEetzV4MHBdmQd3hZY5p86rnFQcLu+Tzzu515MmJQAsiuIQto7P2ngJHJNjZFdVyKhbdatsRDVToL2gvYAADCWNzuriRf6SxXUaT7hQcJt2Tfuze//kBDEnBmBPp9KXPDvOUAyXUJdYoPniwWXe12nwGVIXZSStqSsPPJrCXU4KbE9zqo+3hLHxNaInu9TUgBN5MzdLN1aQhvNv2CQtt5tk45pNuF3YW3M2yfljbDjCR5HgvaC9gAAMJY3Ox8TA7dTFdQpZZb9jwrqczpuM90SczeX9hZBZKD6uuAyU96cuKmoPw4S++JNSfVIWd9iqcT2iJntf1FwmQ/Dbv8KxtlXM3d7ttHnOhwDE9DOL3MP55+eg/AJD8r3x7yNtqSyimonQXtBewAAGMubnaM6zbwMC689JtTpXQV1ik2X8LGEsqdDkHmxhO8+GeZNXsKDg68Fl7tRp8Bl6N+UgHFpb3Q0v/e8Bul5YlNC7BZc7lAfYFV0vj9P2MeTFxMocXbzxgv6aeOpNumodlr+PXbthYsxb6fdcT8nFdROgvaC9gAAMJY3OymL0J7WrD6NMoLZufqkLAS3XEL5zwGkpxK+eyExWPyz4PJj3/J4X3C52wn7fFjBmG9Nx/Ejok5XJdVjNuGB2U4NAlXLBZc7CUH7lLRYI7nYbgFtlLJY78TObh6wjfOTBb7n3+KLfNvmcZzz2ie89fFYRvq6EWonQXtBewAAGMubndoEcRrpiyT+rqB9YgPLD2UED3LlL1YQPOnmT8Fl/4gsd6HgclPSL+2UPL5aF5/9HZkm56ikurxLCBDNldgmMQGY2xLKnYSg/bWgTlQ73XiwUVrbroa3hVrXpZlt83ffhvWwvEZtFfs23MWEjylBe0F7AACY6OBEqfljG/9ZfPaubjcdCekkvpVU/nGZqYCynMy5AEolueVD2p+YWf5/hxgIyWyWOLaWWma2P4T//2/Vbx601Odo2AGihNn+xyWUnXL+GdWc9oL2ce0UGzA+fUFKu85lbwrlUn296vC3sW9E7Y5xe104VgttJ4wZAAAYqZudp4SL/A8l1uNnS/AyNof8egXtExvI2y6p/NbZ6J+HfMNbZNB+rcgHRVmO99g3EVrG2tDGWAhOtwav3ocHGTHH43JJdbqswXkgdr2BtwnfuRD5d//qcC4s+XwmaB/XTrELoV6+oJ/f+Z4B94Q0RWdj3F7XdbkWqnk7rYS1UGzx26IzEgAA1P9mJ8VWSXVozWH9KTJw+ZCSwzUEiacT65WSz34+4ebyIDaVTi6we1ZB+1cSoEooczXy+36EcfMh4m8vahC0P8u/pZHN3i4yDVMY87F/Gxsge4wd6322y3FkHWYjv28rtNl6xN+mPMz5PKLn+98J+/h1iPWcHWau8vDmV8wbHw+uIqLbNJ9+66xXH0c+NH9o9JHPPTyYma9xe01FXgtNdD57AACAcb6RbgxzdmkILD4HR64iA5eZ8z7KuErJxZ3wev5l5PfNtMxm/hz5mfuWcu5Lypv/puoZjbnFVzuJ2t+WfsoCHCsRf58StH9dQnsftMvnHJnP/iKyjNdhzP+KmWmeMNYvSj4fXRXYBq9azi1ZO8/0+PvjhHFxOqTzdbYew9d+g40J60gMbRZ5eFj6LwR1hxaMjDxHlbLWyBheZ7zM/ZbdxfwWhwVqYywl1udd+L2475SepwZttiifPQAAwGTfTD8Oa3ZpFkxsSYXzFGah7xSZuiEEgJ5n6/1KCXon5DU+iPiuqZbZ1Y8xQYbQPnlrJQVUYhwVVN5s5AzCs4jv2mgZw7uR5f8c1oOqXNqNp9b+zBb6LWistQar/8YEPhPG+m6J56L5yHGxH/Fdc7lZum8jPrOVMC6uh3Cu3u/noWXuOz4l7ONTrwcdJezjZm6ti/Uh/jbGLkK+4Uqi52/fn9y4eh352b2i3wLMPUC4rOss9YRUYdtGGQAAwHjeUKfkcf5WYLkLuXyth+G/x852fRVRxmzL/mUBvJeJdfxbYF2+tPz9XmT5q/0Ebfvoi9gZfZsFlbdeRIA4BHmfgy9/ElLBfE0Y8wcFtvNG7iHZdsu/zUQGrN/0KGOlJVh9GzMLOATVYtduWCjxXBQbNF+L+K6L1D5MeHjV1+zeAdtmP/d2xmKf3/MmcR+3Ktq/6XDuf6rLAqNhPDxVeY4Y02uMg34XtO/wG9jO98jvm2l5myf64cGQ2m1v2OdkAAAAhntjmDLr+F9BZc7nAuKXzzM6I1MSPPWaHRcC9n/6DT4l5JPtmcIlzB59/q7fCcHl923Kuys6RU5C0P5lQeUdRJa33OU7plvycz+lBFATZxufF7TP73IB+8Pcv8fOqpzuUkZrwP4xNu1DwqLAVyWfi06KyOmfe/D3N2W2ePNvbxLGxseKztFfcvmr1wb4rpnEt6v+lp1bPpx/8rn2j4eZ076lbjG/R2O7EGoB7fc69zv6M/Ftt6nIhelvI1OpHbV85kvN2y7m7SepcQAAAMb4pvowcebl2oDlLeXyVj+25iHP5b3t60Y13Oj/GiStS0gxMnCe9ywtR0uQ7CExuLxbRTqGyKDteYHl/R4kCJNLNZTZSSz/XWKKkLkB93crF7g6zwffs9RTgzw0C4HP2z7TRXyObIv9ks9FMW/9/OzxHR9zY2g+sQ4HCWPjuszUGm3G+VOvNy0iv/dn4jn/fYn7uJVLh9MID2+GHrBvM54sRpvWdsu5N3ju+5kVnjsG+n7jLXcevqzLGOtS3+u6PDgEAABgODeG7xIDOOcDlLXeJg3H+5Z/n4+sw2GXMqZzN/mX/eRlzuUe72avy3es5AJS7xPrcFB2AD1hX98XVFZsPvsfXb6jdSb1j9TgS8KbBQOv5RBm9bfu7592gd7IwNSPDmUs5ALeh4l1PK/igV2POswNmq4o90ZLXw+3QqDxKWFsfCipPRbbLMq7XdB3v08c/9lDx9US+rvdorgndQqmht+kh0lejDacs/fCw56z8L9XenxmoU3QeaPP8mPTxBx1+Y7WGf9PRY/nEtp8IeI89PC8iDkAAADjeUM+lxikSp7dFWaM7rZJy/A193drgwRRQ+qHs9xM2+U+2yU2hcqbDp9fzQV7Tvqow1kVAdSI1/ALS5GRkFP7oMPn93Mznef6rMdVYtAydT2E+Tb9969TcC9yVuWXDsGd1oD9aWL6idhc+ndlBlMTjv2tDp/PL2D6aYC6fE8YG33NHu5R/rs2KUE+F/j9U4lrmTzv52pBZe90SHnypY6znyPTNu28GEO5lFt5p+2C9+GB078CH3yuDXKeDvtwX5e1Egr8nfzqChYAAGDM9ZEuIQvyvUu4+WwXIP2WD9CEVDJ95VkOaXf+5Or4aoA2iV2s9HWbz+YDiP/6nO3/p0cbzBTQ97MRM0lfFzjWPvcbtM/lIx60f/cTx/xt5ILD02FmaD7N0023VC2RdTjNfeZVLvh5njomEmZdfy35HPR+gHGxk3vw8H2Q4G9YgPQhYWz8KWLGa3iA+r2KFBgJbxLlZ/Z+7Ldtw29Bp8W9P9X493GlyvRhNdv3y4hrgZOwJsfLcCzmj53fg6SRSniw2Ahp8eZzv8V3qQvW1qDdY9IWvnoBAADAeAuvjvfjRwi05/NzL4Wb906zmc87pAjZSij7JNT7TUgj85CbcfdmwDY5iazHUctnZkNg+Sk3Q3m+zzr0Chx+LqDvv/SbcqDP8mJTsfx7nsUZ3lq4KDJVSJgJf9/HmD8NgaCl5+Bl+K7XIdBy1+EBS7eAfUq6nqMQcP2RG2e/+xlnCeP8bcnnoK2EwPF6+MxK6I980G66gPrsJo6LP/3OuA8Pej60GTvZvm6W2ObnfZ73/4bz+3xEGcsh0H/VZXb05gj8RvZakPZx3FKVDHBdkH/YuVBAXX4kPlz61WZR6Zt+f4uH0Pa9FsS2AC0AAMCk6GO2fbtFGW8iZsSddwqqJQbtu8382yygPY4TyvwXgnZPbQI5632WPzNIupDIMtZ79Nd50QttRgQjYnwpqC6fGuX72yuFTx859vMuS04T9FjmgquhHkUECP81Blw0OFenX4nlP4Zg/2zk978MY/CuQ7BzteQ2ny/geLwObwd8DvvyKTy8+hGR8ulvr9zoNfp93Bjmgr1D2ue9AcdGYWsh9LEOQ7vrguURafeYNzvevgAAAGAyhMDhXckBzMNuwb9G+qK47W7M3xTUHh+HWZeQ+iS2nJ0+vn+jR3+fFZF+p025gypsocqQX/uyxPH+LaYNQ1760h4KdCl3KbKM8wrOP/N1CtiHOs32SFHVbabvWUjB9C48HFsPbyVthweCf7o8MLtoVLSwaY+c5WV5CDP1p0bo9zFmHYDTMbsm2B+wnz8UWJeZPt+MerY5Qu3eK4Xcn1E6dgAAACjmZnG98b+LxRbhPuYGPiGI2Ok1/CIXZ301rIB9KP9tYpnnjYjFUsPDmeMeM+wPywoKDBgg/Fx0vUp6WPUQZlynLAj71Ec5vwYJVCc8mPpY0fnnT5/t/besIHfjfxe3LtP9MILZYcb/bUX7+KORuKhzjX4ftyKO++kXY6IRv2h4qQH7lvoc9lmX3RFr915vP717AQAAwOQJaSqKDGJepARpImYz9h2w7qMt/vaZLmK9gLL3+nxY8Dvk+H/fMsN3M3zfWY88+dcV5C7/2ud+7ZVYp+XINDExvveTwzn0W+obB9MD7vdpZNsvVHTu2ejj4UXU2wwF1G23pAeaz2lEDot+UyBx/+ZCW5YlG98bY/D72OvB0psXYyLy7YJ2tkuqz2wf1yajFrDvNVngl1n2AAAAEyykqjgtIFi/3kfZ2wll3IW/L2tW+FriK/nfigq85WYV/gsPU2bCv2ULV66GmZ/f+pylnU8t8rGKWaLhbYqHhLpdlp3bO9RrZsCg5dkg9Qz9+xQZ4H1fwP5ORQbALio+98SuM3BbdcqLcF48LPChZvaQLFsIer5G5/71xv8u+tyvu7B/S2P029hr9vn5izGS+PbdbdkPLRIe7N2P4gOUxn8WGu9m9QUAAACEwPBxQuD6Mtx0rg5Ybq/X4G9CcK+KGbZrPRakfAwpH9YLLvdny772Wsh0Ljy8uEgI4F+Fdt4YQjqOpR4zy5/CWw5bVaebCDm+v0YEqp5CGx4U9ZZHeDvivktA7HNVs96HfN5502Es34WHI++HOds0PDR7F952SF3I9TKMmdWa98FqGG9XiUH6X+HcvDZOqWJybdNrgeKXY7a/qz3O14/hWJirqD5vu7wB8BiuWRZGsJ3ne/zunLgqBQAAoN0N5WIIpm2HoMzz9iG80j1bcHmvwizN8xDAOw0pXl4PI2AXUqhstez3dqjLdEnlHYf93kz83GyYHfk+tNdzffdC/deGmYYjV9eVUM/9UMfd8BBhrgZ1mwpj8H1LG+6GNnxT1gOjMON/LQSFt0KAankSUyKE4Phi2KZrXM/5cMxt5Y655/PEZhjr0yPaD/PhXLfVcqx+Cm/nbIV/W5yUMRrWAJi44Gp42PquZQzshL6fHVJ9Xoc6PP++bYzyg6IeC9DeTsIDWwAAAACAvoS3Jbq9hfNSK5EwnmZ6vLXzVisBAAAAAHQQ3sS57LYgtVYiYTx1y2X/VQsBAAAAAPQQcr13W0PktVYiYhwtdxlHt3VJZwcAAAAAUHshn3q3xb6ntBJdxs9Ul4WNs0D+mlYCAAAAAEjQJeia2dFCdBk7H7qMnV0tBAAAAACQqNFozIc0Ju08WJSWDuNmsbnddRg3B1oIAAAAAKBPjUbjVXN77BCAzRasndFKtIyX6S5vaPyUVgkAAAAAYECNRmOzS6qTb1qIlrFy2mGcZIH8aS0EAAAAAFCARqOx3yVwv6mFaI6D7Q7j429zm9NCAAAAAAAFajQaxx2Csln6nDUtNNFjY61DGiUBewAAAACAsnQJ3N9ZmHZix8Ryh4VnBewBAAAAAMrWJXB/JUg7cWPhZXO7EbAHAAAAABiiRqPxtUPg/o8FRydmDCx2CNhfCNgDAAAAAFSs0Wh8am5PbYK25wL3Y9/3WcD+uk3ff9X3AAAAAABD0mg03nVYgPSn4O3Y9vlSc/vXps8/aR0AAAAAgCFrNBrrHRYi/SVNytj19Uqbvr5vbq+1DgAAAABATTQajfmQyzzvMvs3LTQWfbzWJmCfrWGwrHUAAAAAAGqm0WhMdchzn+U+f6mFRrpv26VBOpECCQAAAACg5sKM7HzO82yG9prWGcn+3M89iMn68o2WAQAAAAAYEY1GY7a5fckFe79qmZHrx5lcSpxT6Y4AAAAAAEZUWLj0KuS2tyjtaPbhTkhxtKE1YCLPAZvNbavL5twAALjuAAAYsQuvKQH7ke+/GS0BE3sOuG50d6GVACDpt3Wuub1ubm+1husOAAAAcPMMANX8hs6H9b4+NrfD7DezuT3mfkdNjnHdAQAAAG6eAaCg38m5EJjP0rrsNbfj5vYnty5UJ7+1oOsOAAAAcPMMAP39Jm6GoPxZc/vX3J4ag/msVV13AAAAgJtnAOjvN/GkUSyLqrruAAAAADfPANDnb+JeyEv/L/w+3g4QsM9m6U9rVdcdAAAA4OYZAIr9rXwZFptNCeJfajnXHQAAAODmGQDK+83cTgjaf9JirjsAAADAzTMAlPebuS6fvesOAAAAcPMMAPX4zYwN2j/KZ++6AwAAANw8A0C5v5lbkUH731rLdQcAAAC4eQaAcn8zv0QG7fe0lusOAAAAcPMMAOX+Zl5EBu3XtJbrDgAAAHDzDADl/V5ONbf7iIB99jdTWsx1BwAAALh5BoDyfi9XImfZ/9BarjsAAADAzTMAlPt7uRMZtN/WWq47AAAAwM0zAJT7e3kaGbSf11quOwAAAMDNMwCU91s509weIgL2/7SW6w4AAABw8wwwHufjt83tpMc2p6WG0jevI2fZH2kt1x0AAADg5hlgPM7HnyKCwotaqrZ9k3mrtVx3AAAAgJtngPE4Hwva17dvriL65ilLo6O1XHcAAACAm2eA8TgfC9rXs18WI2fZ/9RarjsAAADAzTPA+JyPBe3r2S/vIoP2B1rLdQcAAAC4eQYYn/OxoH09++U4Mmj/Smu57gAAAAA3zwDjcz4WtK9nv9xH9MtDc5vWWq47AAAAwM0zwPicjwXt69cny5Gz7M+0lusOAAAAcPMMMF7nY0H7+vXJx8ig/ZbWct0BAAAAbp4Bxut8LGhfvz75HRm0X9JarjsAAADAzTPAeJ2PBe3r1R8zze0xok+utJbrDgAAAHDzDDB+52NB+3r1x+vIWfZftZbrDgAAAHDzDDB+52NB+3r1x9fIoP2m1nLdAQAAAG6eAcbvfCxoP1q/j42QPmdaa7nuAAAAADfP1bbRQnPbbW6nWXsMc1ZlqMtRlrahxDKWwv7+CPubzTZ9KzA1tuN7ubl9aG6HLWP8vLkdNLeXJZU529zeN7fjUNbzOMv+28wE94WgfX36YjFylv3vAc+1m6Hfv4Xj4HnLjsUvzW1r3Ba5dd0BAAAAbp77aZOXLQHFdu1z09ymhlCv6WzBw1CH85LK2O+y8OLfLMDrqBmL8Z0FCX9FLLL50NzWCiw7C9Z/bm73Xcr8V9bDghHoG0H7+vTFVmTQfi/xe+dDP1820tyE8/Os6w4AAAAY/8DERN48hwD4cpjl+CHMXr8MQcoYq0Oo835L+b9K+P7tiP2+H7dZnxNynK+FWbtXjXR3WaCxgDqsh8BjjL+T+GaHoH2t+uIkcqyuRX7fQjgGHxqDuc0eKrvuAAAAgPEOTEzUzXNzf87CTN6nAQMnuxXXeykX7LkuoYyrhIDqlKOn9mN9JQQJbxuD+zJgXT72ccy9n8A+E7SvRz9M93gbpPUh5lSP75rq8QZTv36MaiopQXsAAABw85zf36L8rLjef/NpS4bcNpuOntqO8XfhwVSR7vud+R5y4/fjaAL7TtC+Hv2wHjlGT3p8z3xIQ1WW81EM3AvaAwAAgJvn/P4uttlWm9tOYo7h2wrr3CltzXTB5dwk7P+po6e2Y3w7l0rjNASD34Q3NhbDLPz9xFQdG33U5WCAgOTXCew7QfvR6YfMdpfvWI74fS0qcD81Yu0raA8AAABunqPbYqa5/UkIlsxXVKdO6U1eFlzW14R9/+voqe04Xg1Bx+WI1B0bCWlrviXWY3/AYOTOBPadoH09+uFikN+A5n9/3eOBWJaK7GfIm/8tlHc/KceK6w4AAABw85zaHutlzjzuoz5ngy6AmFDWQsLM62tHz9iM+dPIPn+IndEbUvTkHwZchiDlr4j83g9VPBSrYV8I2g+/D6Yj88//6/D51x0+fx3Wdljs8Lmp8Ptz1mf6qvkRamPXHQAAAODmOblNfkcGSj6WXI+3Pcp/W0KZ7yNnXl86esZmvL9KCA4uR3zfy9ys4af8TODwBslOh7dIHid1zQRB+1r0QeyD26M2n11uM2M+ewC1l5J7PgT3Uxeu/TJCbey6AwAAANw8J7fJlyIWIRywDlMhhULlDw2a37sVEbgXVBmvMX8XOeZ3e3zPbG7cPnR7IyXMas4eFH0PubkPYh4MjHE/CNoPvw9i12FYz31uoc1xdNlvGrNwHk7xUPQ6J647AAAAwM1zndrkdewCgCXWIebBwUGJ5fcK3H9x9IzVmD+MHPNnPb7ne27G/Gutm9QPgvb1/018fntkpuUzs23WQzlNmV0fcTzFeDsmbSxoDwAAgACFm+f/aZOZyNzu1yWV/yoyRc1Jye2wM8x8/lQ65jcjg4I3Xb7jQ+5vt7Vscj8I2g+3/Rcjj4OfLZ+ZarNw7UHs+g896rOWGLQ/GJF2dt0BAAAAbp77apfYvPbTQyz7ZwXt8KdDzvFpR89YjffFyAdFmYU2n1/OPeg61qp99YOg/XDbPzYlzX6XPvtccJ3+JgTtL0aknV13AAAAgJvnvtolNq/9asHlfkgI0PypoB3azbb/5cgZyzF/GTnu3uQ+N5PLY381aFqQCe4DQfvhtv9Jynk/+7+5BWMPh/hbVNrbX647AAAAwM1zXdolNnj+tsAyl3IBoL5TlRRYp3YzT987csZyzMcGLD/lPneUWwzzpdbsuw8E7ev9e9gIfzMV8ti3Pug6LyIlTps6vU9ZjNZ1BwAAAIwBN88d22UlMkiyXWCZZ62z2WMKr6AdPuaDQlmwypEzlmM+NjXIWctn1nNpdXa05EB9IGg/vLaPzWd/Gv7+a8t/+1fW2yWpee1ddwAAAMAYcPPcsV1mImMkxwWVt9HynfchR3iMuZLb4ShX3qGjZmzHfGzQ8jb8fTbT+KY1XVMZM40nrA8E7YfX9nuR4/9dbrHw7EHmcg2OS0F7AAAAGBdunru2zW3KrOMBypnLBT8/hP8eY6nkNmjNVf5UdnkF1jvLNX0YxvdzcC1LZbEv6DnQ+eC/i9HmHug8lRm4nKD2F7QfXttfRI795TCz/tnHkuuVErR/dN0BAAAAY8DNc9e2iQni/CugnK/tZiuHGfe9rJe4//nZ/icj0GdZrunjXMqWRpsUPxuO/rbt9zMyOHiUa+M9rVdI+wvaD6fdpyPXE7nMLQxb+tsliUF7C9ECAADAOHDz3LVtjsue2Rhy57cGPzda/u0yJlVDift/mCtrpeb9NR27FkBo801ngP9pw8+NdJfS4hTW/oL2w2n39cix/iOXFmepgrqtJByLv113AAAAwBhw89y1bXYjAyWzfX5/FmT+nV/gsOXfzyPK3ilp36dz6YGOR6C/viUGm7OZtavOAv+nDV/3EbRfG4P93goB82FvMW/3HNakritjNO4/9THu9yuq29uEOp267gAAAIAx4Oa5a9tslplXvvm5g1wAeSn37zFB6M8l7ft+Sxl3zW2+5n210ejPpbPA/2nHmcg0ISOTMilyvy8apNoao3Gf2v9ZTvvpiur2MaFeB647AAAAYAy4ee7aNquRgZLNPr57MRcc3WvzNwfDCJpmbw7k8unvjkBfnQ4QfDTb/v+2ZWyKobt+3zKp4T4L2k9o0D4sqvyUuO/vKqzfUUK9NkekzV13AAAAgJvnvttmLjJQstPHd7cGmW/bzdps/rftiLLPStjv42HMKB2gvrGLSI707NQK2zM2r/2XMdpnQfvJDdpvJe73j4rrd5lQtznXHQAAADAG3Dz3bJ8YnxO/cycm+JXN5qw6vUvz+17lZp1ujkAfLQwYfDxxJvg/7Rmb1/5ojPZZ0H5yg/YnCfucnRtfVli3+YS3AC5HqM1ddwAAAICb54Ha5zYiWPIt4fvmQlqR/7Zvc5vq8LdrEWXfFry/f1q++/uI9JGgfbHtORMZKDwfo30WtJ/coP11Xc8VCeuqjNRDNNcdAAAA4OZ50Pb5U2TwMpef+KlbPvWQ9z7GVEH7utvynQ9ZMHyE+ulugODjrjPB/7Tnv4h2uxmj/RW0n8CgfcI59nmx8IWK65eSz/6V6w4AAAAYE26ee7bPeVFpCZp/t5GbwXzS4+9nI4M1CwXs56tcXvgPI9ZPRwMEH186E/xPe34fpxzaEfsraD+ZQfuUfPY/hlC/v5F1uynq4a3rDgAAAHDzPArtE5Pv+C7ie6ZzbZ0FyOcjPncfUf7KgPuY1e2q5ft+jlIAKOzDy/B2QKqfzgJt23Mnsv02x2R/Be0nM2h/mrC/qxXXbWVcF9N23QEAAABungdtn+MiUtQ0/30/9/d7keXHpCnZGHAfD0c1LU5uP94lLNr4PDt13lmgbVsuR7bhlzHZ3yxAul6DLeYh4bua1HV+xPt8Ovd2UTdnQ6jfYcK5bMl1BwAAAIwRN88922dv0BQrWUAlNws8m9U+HVn+rzJnvLZZ6HB3QvrrdtA3FMZ83MfO8v2jtQpt908Rbb6opQpp6/WEoPjbius2lbBOx6nrDgAAABgzbp57tk9szuO1Lt/xt9+Z8ZHpG/b63LeFXPqdX6OWFqfDfm32eEPhctRmplbcftOhjWLNaLXC2l7Qvl5t3Qi/kVMV1+1dwvG37roDAAAAxoyb557t8zYycPK6w+e3B1nMMEs/UlY+4yzlwzikxemwb1MheH8S8pVfhMVq18fhwUTJbXfcSLOh1Qpre0H76tr6Z13zxSessXA2om3vugMAAADcPA/UPmv9LsoYZrLfDbJobGS6l9M+9iv/ve8cDWQB+MR1AcYmr31N2l/Qvpp2nkkY50sV120loW5vR7T9XXcAAACAm+eB2udlZPBku81nfwwa3IxMz3OR+J2ruaDQmSOB5jiYC7n+UwmwFdcHgvbVtPPryLF9NYS6fY+s28imM3PdAQAAAG6eB22f+cgAyufc597k/v1fP7m/23xP2xztCd83m8tXngVp5x0J5NIlNUJqoeuI8Xcv5VBhfSBoX007f4k8r3+quF6xs+wfuy1+7roDAAAARpyb56g2igminLT8fZZ64aaINAbNz72KKPs24ftaF7Z96raALhM1xnfbLL45GwL3Ay3ETFI/CNpX085/a5oap7Z59l13AAAAgJvnUWuj/5NXvvm/D4taLDCkLIkxHfFdH4c5i5Taju+XYbb8/zzMaf7fD5Hjb19LFtIXgvblt/FC5Ji+rrhe65H1yt7amnXdAQAAAGPMzXNUG13G5vUOM+OfcgHQ5QHLfxo0kNdmgdFfUpqQjYHm9ic3lnZa/j12TQdBtmL6Q9C+/DbeihzTxxXWaToE43vJzuGvXXcAAADAmHPzHNVGF7GLArZJu3BUQR9lVrt8PptZetfytzcCf4SxcZQbR9/zD3NyY6dbjm0PgQbvD0H78tv4W2TQfr3COu1NQloc1x0AAADg5rnINvoZmbJgr80CnXMFlB+Tf/l1h89mDxJ+F5Ffn7Eb16u5ty9u26XdSAhyLmvVgftE0L78No59CDVdUX2yt1keIur0u5/FzF13AAAAgJvncW2jmMU470Ogp/A8383vOY8o/0OHzx7LPU6bcZGtlXCVS7vxqsPfbkcG7Xe17MD9Imhfbvsu1S3dU+RD4Syo/9J1BwAAAEwIN89RbXTSSPevqFmRkeV/avO5zdzfnEthQhgbP2MD7gl57c+07MD9ImhfbvvuRo7lTxXVZydy1v8b1x0AAAAwQdw8R7XRlz6C9u8rLv8w95mVXMqFLI/9vBFPcxy8ywfbez3MiUwp8tBPSpHsLRFj879tIWhfbvteRJ6/Nyuoy1qbt7Mm4g0W1x0AAADg5rmINvqUGLC/LHJGe2R6km8tfz8f8pP3TH3CxI3llyGV07O7mHUXwgK1MZYS6/MujM97Y1TQvuS2nc6t4dDNQsl1mc2lp4p6GOu6AwAAACaEm+eoNkoN2r8tuPzNiDJ/tfx9Pgf+jpFOWJT4T+5hzuvIz+5Fjv2thPq0PkC4rGrhzzE41ywazX217ZvIMXxfQV1i1in5Nq7pzFx3AAAAgJvnItpoJyFg/6foQEtIo9Azh37428Pcfz8yyglj46DfRYmbf7saOf6/R37fTMtM4+iHBxPQR4L21Y3/ofzmRfbx2AbsXXcAAACAm+ei2mgrIWj/poTylyLKvQsz8p9yDxCmjXKyoHhubPxMCQqGWfq3EePwNuZ7s4dJLZ/5oof+2y6C9uW17b/Ic/jXEusQsxDu4bgvGO66AwAAANw8F9FGsUH7nyWVPxeb1iG38OyiEU5zHCznFpK97ydnd1iwNsariOPpqYz1H8agrwTty2nX+YQHr7sl1WErIqf+gesO1x0AAADg5jmujWJzIa+WWIf7hKCThWfHcxzOhtzyP0MAPfvfKz0+s9DmGN/os/zYvPZHXb6jdcb/U5nHzIj2saB9Oe26nXD+3Cqh/Pc9AvbZv2267nDdAQAAAG6e49toPSLQc1ZyHa4Sgk4fjeyxG4MrudnyrU7bBe+z4G6blCCfB6jDWuT4e8wWme2wD/dlz2ge8X4WtC+nXb8lnD83Ci57t0fAPnsratl1h+sOAAAAcPOc1kbrw5xlH+pwMegsZ0Z6DF5GvF1xkgUcs4B5WDz5Ifc3vwdZ4yAsHvsUOQ5/ZSlJWj67mXvo8F2vtm1jQfty2vUuIWi/XlCZMxEPC35k6c9cd7juAAAAADfP6W203KONvlVQh+8RwaZzC8+O5fh73RjcbT957NvU5UdCmQ8heH/TZmbxvJ5t276C9uW0a6PKmfbZQ9web0fdh5Q5UxPaH647AAAAwM3zwG202CMwuVBBHY4jgrJzRvRYjr+9AQP2j0W9CRICjYN4mrRUIIntK2hfTrv+ShijnwYoJ1vw9rDHGynfJr0PXXcAAACAm+ci2qhb0H63ojp86hEIXTOax3b87Q8YKP9QYF1mEhdFztvUo30f54L2/bfrSniwGftWylzi92fB+i9tUlL9n99SCy+77gAAAAA3z8W10UyHtrmsKh1NyFFeelCWWo6/N3UI2LfU57DPulh4tnfbCtqX17bLCQt6X4a0VFNdvm8hrNVw2iNYn33XWz3gugMAAADcPBffTqXkPk4of7NDHQ71ztiPvanm9q+PIPl2SfWZTVzYU8A+vm0F7cs/lrYT3ha5C6l1TsNCz9/DjPnriM9mf/d2UvPWu+4AAAAAN89VtFN+Mc3jistfbdM3pwJCEzP+1kNu+tj0Hm9Krs9Gj7zdrQtuvtGD0e0qaF9NO09nb6GEhZUfG8W5Dn24pJVddwAAAICb5/Lb6XcuMDNdcfmzuX45r7oODH0MrubGYbsFZ0+qWpA4zCL+16Uux1Us0jxmfSxoX32bz4YUVMfh+HpKCNLfh8D/Tki/4yGq6w4AAABw81xhO31uCdi/HFIdLkMdzrI8+3plYsfiUnN7Fxao/RQChln+7dkh1ed1qENWl70wC98Dpf7aUtB++H2QpdB5GQL5Wy3H2fP43gpj3AMp1x0AAADg5nnI7TQTAqVzQ6zDyxAsMpsTxvM8I2iP6w7XHQAAALh5dvMMUJPzsaA9rjtcdwAAAODm2c0zQE3Ox4L2uO5w3QEAAICbZzfPADU5H6+EnOndNutZ4LoDAAAA3DwDALjuAAAAADfPAIDrDgAAAHDz7OYZAHDdAQAAAG6eAQDXHQAAAODm2c0zAOC6AwAAANw8AwCuO1x3AAAA4ObZzTMA4LoDAAAA3DwDAK47XHcAAACAm2cAwHUHAAAAuHkGAFx3uO4AAAAAN88AgOsOAAAAcPMMAOC6AwAAANw8AwCuOwAAAMDNMwCA6w4AAABw8wwAuO4AAAAAN88AAK47AAAAwM0zAOC6AwAAANw8AwC47gAAAIDCbp5PsxvkLtuhVgIAXHcQ4/8DD99y/YT8gZgAAAKddEVYdE1hdGhNTAA8bWF0aCB4bWxucz0iaHR0cDovL3d3dy53My5vcmcvMTk5OC9NYXRoL01hdGhNTCI+PG1zdHlsZSBtYXRoc2l6ZT0iMjhweCI+PG1pIG1hdGhjb2xvcj0iI0ZGRkZGRiI+ZDwvbWk+PG1pIG1hdGhjb2xvcj0iI0ZGRkZGRiI+aTwvbWk+PG1pIG1hdGhjb2xvcj0iI0ZGRkZGRiI+czwvbWk+PG1pIG1hdGhjb2xvcj0iI0ZGRkZGRiI+dDwvbWk+PG1pIG1hdGhjb2xvcj0iI0ZGRkZGRiI+YTwvbWk+PG1pIG1hdGhjb2xvcj0iI0ZGRkZGRiI+bjwvbWk+PG1pIG1hdGhjb2xvcj0iI0ZGRkZGRiI+YzwvbWk+PG1pIG1hdGhjb2xvcj0iI0ZGRkZGRiI+ZTwvbWk+PG1vIG1hdGhjb2xvcj0iI0ZGRkZGRiI+KDwvbW8+PG1pIG1hdGhjb2xvcj0iI0ZGRkZGRiI+eDwvbWk+PG1vIG1hdGhjb2xvcj0iI0ZGRkZGRiI+KTwvbW8+PG1vIG1hdGhjb2xvcj0iI0ZGRkZGRiI+PTwvbW8+PG1mcmFjIG1hdGhjb2xvcj0iI0ZGRkZGRiI+PG1yb3c+PG1vPiYjeDIyMjU7PC9tbz48bWk+dzwvbWk+PG1vPiYjeDIyMjU7PC9tbz48L21yb3c+PG1yb3c+PG1vPiYjeDIyMjM7PC9tbz48bWk+dzwvbWk+PG1vPiYjeDIyQzU7PC9tbz48bWk+eDwvbWk+PG1vPis8L21vPjxtaT5iPC9taT48bW8+JiN4MjIyMzs8L21vPjxtbz4mI3gyMDBCOzwvbW8+PC9tcm93PjwvbWZyYWM+PC9tc3R5bGU+PC9tYXRoPgguBTkAAAAASUVORK5CYII=\&quot;,\&quot;slideId\&quot;:293,\&quot;accessibleText\&quot;:\&quot;d i s t a n c e left parenthesis x right parenthesis equals fraction numerator parallel to w parallel to over denominator ∣ w times x plus b ∣ ​ end fraction\&quot;,\&quot;imageHeight\&quot;:69.97333333333333},{\&quot;mathml\&quot;:\&quot;&lt;math style=\\\&quot;font-family:stix;font-size:26px;\\\&quot; xmlns=\\\&quot;http://www.w3.org/1998/Math/MathML\\\&quot;&gt;&lt;mi mathcolor=\\\&quot;#FFFFFF\\\&quot;&gt;d&lt;/mi&gt;&lt;mi mathcolor=\\\&quot;#FFFFFF\\\&quot;&gt;i&lt;/mi&gt;&lt;mi mathcolor=\\\&quot;#FFFFFF\\\&quot;&gt;s&lt;/mi&gt;&lt;mi mathcolor=\\\&quot;#FFFFFF\\\&quot;&gt;t&lt;/mi&gt;&lt;mi mathcolor=\\\&quot;#FFFFFF\\\&quot;&gt;a&lt;/mi&gt;&lt;mi mathcolor=\\\&quot;#FFFFFF\\\&quot;&gt;n&lt;/mi&gt;&lt;mi mathcolor=\\\&quot;#FFFFFF\\\&quot;&gt;c&lt;/mi&gt;&lt;mi mathcolor=\\\&quot;#FFFFFF\\\&quot;&gt;e&lt;/mi&gt;&lt;mo mathcolor=\\\&quot;#FFFFFF\\\&quot;&gt;(&lt;/mo&gt;&lt;mi mathcolor=\\\&quot;#FFFFFF\\\&quot;&gt;x&lt;/mi&gt;&lt;mo mathcolor=\\\&quot;#FFFFFF\\\&quot;&gt;)&lt;/mo&gt;&lt;mo mathcolor=\\\&quot;#FFFFFF\\\&quot;&gt;=&lt;/mo&gt;&lt;mfrac mathcolor=\\\&quot;#FFFFFF\\\&quot;&gt;&lt;mrow&gt;&lt;mo&gt;&amp;#x2225;&lt;/mo&gt;&lt;mi&gt;w&lt;/mi&gt;&lt;mo&gt;&amp;#x2225;&lt;/mo&gt;&lt;/mrow&gt;&lt;mrow&gt;&lt;mo&gt;&amp;#x2223;&lt;/mo&gt;&lt;mi&gt;w&lt;/mi&gt;&lt;mo&gt;&amp;#x22C5;&lt;/mo&gt;&lt;mi&gt;x&lt;/mi&gt;&lt;mo&gt;+&lt;/mo&gt;&lt;mi&gt;b&lt;/mi&gt;&lt;mo&gt;&amp;#x2223;&lt;/mo&gt;&lt;mo&gt;&amp;#x200B;&lt;/mo&gt;&lt;/mrow&gt;&lt;/mfrac&gt;&lt;/math&gt;\&quot;,\&quot;base64Image\&quot;:\&quot;iVBORw0KGgoAAAANSUhEUgAABdcAAAFBCAYAAACVYpYdAAAACXBIWXMAAA7EAAAOxAGVKw4bAAAABGJhU0UAAAC5cpmZtgAATZ5JREFUeNrt3S101NzaMGBERUVFRUVFRUUFogJRgaioqEAgEAgEAoFAIBAIBKJrIRAViAoEogKBQCAQCEQFAoFAIBAVFQgEAlFRUTHf5LB73jn55ufeM0kmM3Nda2W95+XpzE72TzK5s3Pva9cAAACAVul0Og86o21WUM7xiDLOtAbGk/EEAAAAADNBMBCMJwAAAAAgk2AgGE8AAAAAQCbBQDCeAAAAAIBMgoFgPAEAAAAAmQQDwXgCAAAAADIJBoLxBAAAAABkEgwE4wkAAAAAyCQYCMYTAAAAAJBJMBCMJwAAAAAgk2AgGE8AAAAAQCbBQDCeAAAAAIBMgoFgPAEAAAAAmQQDwXgCAAAAADIJBoLxBAAAAABkEgwE4wkAAAAAyCQYCMYTAAAAAJBJMBCMJwAAAAAgk2AgGE8AAAAAQCbBQDCeAAAAAIBMgoFgPAEAAAAAmQQDwXgCAAAAADIJBoLxBAAAAABkEgwE4wkAAAAAyCQYCMYTAAAAAJBJMBCMJwAAAAAgk2AgGE8AAAAAQCbBQDCeAAAAAIBMgoFgPAEAAAAAmQQDwXgCAAAAADIJBoLxBAAAAABkEgwE4wkAAAAAyCQY2Mo2Welud7rb2+72vbv97G43p7Qvq93tXXc7rLGMe93tYzrOs1Te/e62ZDwZTwAAAADQSoKBrWiDze72sLsdpQDzZZ/6+TSlfft0tQM1fHcRuP8ypE98raLvGU8AAAAAQOUEAxur56Xudj3NSH+aZqUXwePzTkzxd8tT7hvLFX//ceC4i5nsa8aT8QQAAAAArSIY2Egd/+huF53J3Wxwn9e62+9S+VsVfv9KRp28N56MJwAAAABoFcHARur4rM82TrD9UYP7/LpP+bsVfv9G5rFfN56MJwAAAABoDcHAqdb9TlrIM+qoof3aHZD3/U7F5ZxnHPtT48l4AgAAAIDWEAycev0vjVjU838W+Gxof74PKP9hxWW9yQiuvzaejCcAAAAAaA3BwFa0wU50UdMG9uXpkPIPKi5rLWP2+rHxZDwBAAAAQGsIBramHb4Hg8wbNe7Dje72t8m0NN3v3A/mnz80nownAAAAAGgNwcDWtMNRMLh+q8Z9+Dqi7E81lRsJsMu5bjwBAAAAQHsIBramHW5Nc2HP7vc+CZT9rcbjvzNgEdUru8aT8QQAAAAArSEY2Jp2WJvWwp7d71zvbn8CZf+quQ6eDco1391WjCfjCQAAAABaQzCwVW3xO9AWX2oo910wsH9Z8/EvFwH8PuV+NJ6MJwAAAABoFcHAVrXFh0Bb/K64zP0R6VjKVmuug7d9ynxoPBlPAAAAANAqgoGtaosXwQD3ckXlFTPFf3byXK+5Dsr9pFjodM14Mp4AAAAAoFUEA2euLQo7FZX3suc7PwcD7Xs118HnUnlHxpPxBAAAAACtIxjYqra4GQyu36mgrOs96WCK/7vd3T4Fyr5Xcx38aXKmvPEEAAAAAIxFMLBVbbEeDK4/rqCsLz3fdxhso8KjGo9/Z1YXMjWeAAAAAGDBCAa2rj1+B9rjRYVtXswU30j/flh32SP263WprG3jyXgCAAAAgFYSDGxde5wE2uPDBN+/Vkq98rjnvz0OlP2mpuMuFlf921POO+PJeAIAAACA1hIMbF17RFKzfJvg+9/0fk93W+r5b/frDOyP2K+nPWUUOeBvGE/GEwAAAAC0lmBg69rjINAev8b87js9i5gWdkv/fTdQ9pcajnmllA7nyHgyngAAAACg1QQDW9ceD4OLmi5lfu9qKYD9rs/fbAbKPavhmJ/1fP/5VQ5448l4AgAAAIDWEgxsXXvcCgbXNzK/96jnsxfd7Xqfv1kKlHte8fGulnKtPzOejCcAAAAAaD3BwNa1x81gcH0n8zt708E8GvK3F4Gy1ys83rc93/s9d0a+8WQ8AQAAAMBUCAa2rj3Wg8H128HvW0pB6ys/utvykL//GSh7u6Jj3S0F/feMJ+MJAAAAAGaCYGAr2+Qy0CaPgt/1uPS5vRF/fxIoe7+CYyzSwZz2fOdr48l4AgAAAICZIRjYyjY5C7TJi8D3bKQFQq+8D3zmfaDs+xUc4+vetu9uK8aT8QQAAAAAM0MwsJVt8iPQJseB7/lUWsR0K/CZV4Gyn0x4fLdLs/P3jSfjCQAAAABmimBgK9vkY6BNPo34jru5M93T554Hyn45wbGtdbe/85YOxngCAAAAgAUjGNjKNjkOtMn3IZ8vAti/e/72NJp2Jdgfjic4tg/zmA7GeAIAAACABSMY2Mo2OQy0ydmQz5fzpt/LKHt/0lnzQ777Yel7do0n4wkAAAAAZpJgYCvb5CDQJucDPnt3kkB49++3A2V/HeOYbpQWV31hPBlPAAAAADCzBANb2SZPOjFLpc8td7efPf+9WDR0O7PstUlmzQ/4ztWUAua/wfnyvhtPxhMAAAAAzBTBwJltk8JG6XPldDKvxiz/ckS5l5nf96YU8L9hPBlPAAAAADDTBANb2Sa3gsH1nZ7PXC8Fxf90t/Uxy/8dKDu6QOrz0uceGk/GEwAAAADMPMHAVrbJdjC4vp/+fimlWun1eILyfwTK3gp8z153u+j5zFvjyXgCAAAAgLkgGNjKNtkIBtfvp79/VPr300lymnc/+zlQ9m7gGH71/H0RsF81nownAAAAAJgLgoGtbZeIou3Wu9vffjPaa2yrwp0hny/PpL+Y5zzrxhMAAAAALCDBwNa2y2WgXZ52t/elf/tUQdmvAmU/GfL5o6pS1BhPxhMAAAAAtJJgYGvb5VegXb6WgvDF/96uoOzngbJfDPjs3dLfvTOejCcAAAAAmDuCga1tl7NOvuMG+8Rxn8/dLC1g+q27LRtPxhMAAAAAzB3BwNa2y4/MwHqRd329orJvBcr7WPrMSnf72fPfzxclz7rxBAAAAAALSDCwte1ykhlcf1lh2VuRlDQ9f18sYPqxvNiq8WQ8AQAAAMDcEgxsbbvkBNd/d7fVCsteDZR51vP3L0v/7dB4Mp4AAAAAYK4JBra2XT5kBNcf1VD+5Ygyzwf0n+KhwJLxZDwBAAAAwFwTDGxtuxwHA+vFwqcrNZQfWVD1Rsr1fuVXVXnfjSfjCQAAAABaTTCwte1yPK1Z66n8b8F0NFeKme43tZvxBAAAAAALQTCwte3yKtAup3XMWk/lf8pcUPWxVjOeAAAAAGBhCAa2tl0OAu1yt8by32QE1t8vcp514wkAAAAAFpBgYGvbZVRw/VudAe3ud78MBta/drdlLWY8AQAAAMBCEQxsbbs8HlFfuzWX/zTQL35V0TeMJ+MJAAAAAGaOYOBMtsv7Bsq/P6K9igVMd7SU8QQAAAAAC0kwcObapQhqX2+g/P0R7fVIKxlPAAAAALCwBANb2y63BtTTy4bKvzGkrV5oIeMJAAAAABaaYGBr22WvTx396W6rDZW/PqCdPtS5kKrxZDwBAAAAwEwQDGxtu2z1qaN7De/DRan8791tWesYTwAAAACw8AQDW9suyym/+pWjKezD957yfxSz2bWM8QQAAAAAXBMMbHnbfEl187m7rUyh/KNU/mkxk16LGE8AAAAAQCIY2Oq22ehud6eV47wI6KfyV7WG8QQAAAAA9BAMBOMJAAAAAMgkGAjGEwAAAACQSTAQjCcAAAAAIJNgIBhPALN2sl1SCwAAALTg/lQwEIwngNaeWDe72/3udtjdTrrbeXf7rmYAaOg6tFxsamLm2m1NLQDQ0DVHMBCMJ4CpnjyXutt2d7vd3Q6629sigN7dLgac5H6oNQAauD7td7efxQNetTFT7baXfkM8724ragSAmq87goFgPAHUenJc62673e1ud3uYbnZfd7fPxQmrk+9IrQJQ43VrJV2nLtN1pwjUrquZmWm7057fDMXDkRtqBoAarz2CgWA8AdR6cjzoVOtWzTfle+mEfteMN4CFu2bt93nw+9J6HzPVho97Hox00v9+rg0BqOm6IxgIxhNArSfHKoPrl3XkUU2paYob7z+l8ooc70fdbVVLAsz1tWq5NFv9yiO1M5Ptea9PernijbkNtQNAxdccwUAwngBqP0GupsVJr3KrP0pB69y0MN9q2r93o06sVZzAAWjlNep6d/taOu8Xgdm7amem23Wnu/0utevfIlWd2gGgwuuNYCAYTwBTO3EWM8Y/ZQTXX9awD4+CZX/1SjnA3F2H7vR5a6kIrN9WO3PRvhulHOxX7ftU7QBQ0bVGMBCMJ4CpnjxvZwTX92soP2f2vPQAAPNz/XnWJw3MeZ1rezCVdl7vbt/7LZDuoTkAFVxnBAPBeAKY6slzLyPf+sqUyq41LQ0AjV53iremPvY5xwusz2+bF+npvvVp82MBdgAmvMYIBoLxBDDVk2c0wH1SQ9lPx1hUdUWrAczsNaeYxXwy4AHunhqa67ZfHTCDvUhPt6yGABjz+iIYCMYTwFRPnveCQe2DGso+GCO4vqnVAGbyerMxIBVYEVi/o4YWog8UD1d+9OkDnwXYARjz2iIYCMYTwFRPntEA914NZY8zc31dqwHM3LVms8/CllceqqGF6wt/BgTYvZ0GQO51RTAQjCeAqZ48PwZOnn/ryIk6Rs71v3KzAszcdWZjSGD9uRpayD6xk3Ls9wuwu84DkHNNEQwE4wlgaifO5RSwHuVjTeUXi9r9ygiuv9JqADN1nVkdkAak8FoNLXTfeDSgX7xVOwBkXE8EA8F4ApjaiXM/GNR+WuM+RFPD/O5ua1oNYGauMcUD3C+DfjBLAUK3Dxw2/bsDgLm7lggGgvEEMLUT54tgYHun5v34EEgHs6PFAGbm+rI0JO3YRXe7qZZI/eTrgH5yVw0BELiWCAaC8QQwtRPntzbkOU83188HpKgp8q9uaS2Ambq+vBlyXXmshujpK1sD8q+fu/4DELyOPBixrVRQzu6IMjwUxngynoAFO2muB2etf2xwn1ZSqpriZHrPTXVt9Xwj1fG22gBqOMc8GXJNsWAl/frMoBRxX6UPAgAAoI03svennW+dqbT7Tne7TG17rEaAis8xuynty6B0MBtqiT79pniD7fuAfnOkhgAAAGjbjezbNuRbp9E2L94MOO1p2xdqBajwHLOUFiqVDoZx+s+tIX1nVw0BAADQppvYn4HA+rnX9+eqzY9K7WtBQaDKc8ywPOs/XU8I9KGTAf3nl/QwAAAAtOXm9Xrb8q1Te5vf60kH48EJUPU5Zr90jimzKBGRfrQ3pA9JDwMAAEArbl6fBoPrXuGfj/be65MD+bOaASo6x6x1tz9DriVfPMwjoz99HNCPLqWqAwAAoA03rp+CwfXramvm2/rGgKDXE7UDVHSeORpxLbmtlsjoT/tD+tIPD2oAAACY9o3r70Bg/aeamvl2vjFkNumWGgIqOM9sj0gHIxjKOP3qx5A+9UANAQAAMK0b1pvBWetym852Ow8LrJ+qIaCic83nEdeSZ2qJMfrVsyF96szipgAAAEzrhvVFMLjuNf7ZbeO9EfmP36kloIJzzW7gWrKhphijb22N6FdP1RIAAADTuGH9HgiGXJoVNrPte7+7nY9o33tqCqjgfPNlxLnmq1qipt8rxQPkVbUEAABAkzeq6yNy4145UVsz17bL3e1VoH0vBSSACs45kRRjFk5mkj426k27A7UEAABAkzeqt4MpYbxuPVvtutndvgXb9osaAyo473wMnG+uqykm6GOjHuCcWSwXAACAJm9UXwcDsDfU1ky051LxICSQBqbXczUHTHju2Qq8JfNH4JMJ+9lKd7sY0c/uqykAAAAiN5lFIPVWCqYed7dPKR9pMXPrtEjl0t3eFItZDvmOs0Dw9deUjm85LcT5MKU3KXL53pzivhR1/SzV6ddUd1dbsW/vUlvsR9KspCDBVf1vV7CPRV397OTbn4G+XtTV3dQPPqb6Pk31V8zQf1+kA4j0j2IxxbToYpGL/kl3O0rf+aO7fZhCv9pOfbzYj8/FcVbwvddTX/2Qjqv3nHAwyw/L0rEVbXeYznufe857V9vn9N8eVDG2ptjnb/T00U+pr/ce59d03nk87Rnh3fJfBs41b1y5w+eF6z3nhU894/h76vtrNZS7mq5hH9O15KznnLHRovr5JI0dAAAA495UFgH1eymg8jcjgFrckG+Wvmsr+Nk3DRzXegpKP0tBsUFB/62G63snze7/kxmwPk8BgOcpeLrU53h7Uyisjrl/RaD4UXBR2kH51vdTYH7Uttpw3a+mY/sQmKn4Pwsm9guyp7q6mFZQJh3PXgpevU3Bsn4zfXfG/P7lFGT9Eaynz+VzQkvPeRspyFg8QPk1Zj//mgLySy0/1rXUP04y+/yVj9N4cJL63u/A/j1yFR/Zzz8Er+0/qgqwp3PTixHlFte02y2pqwNv2wEAADDOjfdhMIAxLBfpZs93Pgx+7m5Fx3A1S/d2mo35OgX4og8JGkspkOr7fXCx12iw/VsKmn0vBc5+Ze7bSnoIcdZp1lZDdb+Z+vrfCff3ael77zWVIic9uLqbAlYfM8bt73H6eBrL45wbfjX9wCrjmG6lursM1tvVbO5hf3/atjc10gPTOxME1Msumg5ipwd0EfKt/2+9badz+dcxrzXvKtiHnTQuotfg9RbUW2StmFd6GAAAAL0zyi5GBFM+pFmrt1Jgb3vAjOZPPd/9NnhDvT7mvj9LwfNvY8z8riWQENzv/cD+/kyz0vfT6/ubKUjxIM28z8l5fpKxbxtjpn6p4uHAUs31vpXq7nLILPuvqV/t9M6kT/V/P6WL6fW452+OAse5k7nPS2m/76W0GJ8n7OsvM8vf7HPMuYr+tNyic97dEbPvz1M/uZ/6wXKf79hNwepBjlpwnCvpIePZiGDmUQomXp1nbqW+NioQ/7jBY3kXPIcsu6b/5+2ExxME1Ct7YJF+I+Tuw+MW1OF68EHAwvc3AACARb8JfzQiUHeaZqyujPiew/Lr0iloH5kl+X2C/T+pOMD7oIE63x8RGP8bmcmf6vcoGLh4k7F/bzvT8bXGOh+1COtlesthK/h993v69uVVeoDAQ4m/uQ8QanjQsZtR9l5FD61aka4jBY2/DdnHb6ltVzO+80tVDzIqPtZ7I940OE0PGZaHfMfuiPPLRROzjNP4jfTDb67p/0lncjHkLZKzMd5eOBxzXx6Pea5405K6jLypc8svSQAAgMW8Ad8aERS6TLPZlzO+83VvUCn4WnXhYILjuJVmcj9NQYWXaYbjuAHJzZrrfWdEYP18jJnNdwMB9icZ33dcWtBw0BZNH3EW3A5rrPNhs5Q/jZM7t5Ty6GOaLTqqHd6NUU6VqXnCaY9SYOyywrI/TfF8d5WCaVjKl7HypQdyM99t+FhvpBnLw84xjzP6wZc6Aq+ZxxS9lhy7tv/nun011t+k89T/vH2R0qc9zHj7KTtdWnpjYlxHLanLE30OAACAfjeMj0bcVJ+OGWxc65npVaSKeRW8kb5V03HezJx1+7Xmel8OBP2fjfnd90d8752Kj2V7FoIk6aHLsADx00lS0fQEHi/TQ55R7o9RxkZK1XEz5c1+mN5YGCfo/i5Y5rMB9XaR+vDJGPnXz6bUB+6M2NfjzgQL6abPj8rVvtLQsT4fMSv5Z26Kj8DDg7MGjuso2MeeXVtw6TxxO/JgPGNNlKzFO9OYm+TB3MOW1GWk3/2VGgYAAGBxbrqXR8ze7KS86msTlPGqZ3bkafDGdKXGY36TcUN/UHP9P6nzJn1EkG+r4mOJvu5/d0p9fSX15WGzd+9VUM6d3iBjoD42KjzGpTFml98PfO/zfgHU9FButVT+85yIWcN9YCm9yXJZV6qaVEbkPHev5mNdS29gdEakvFkb47sjD41Waj6+H9N8UDvnvwuib3k9D37fzT4PeE7S+eNZesvnog0PowLH8jRYN7cXuP+8Su1ri23rzjoAADC7N0DrI3INXwXWlycs527mDLWPNR/3Qca+7E05QPS5gjYe9EbCcsXH8j5Yp2tT6Oubnf9/kd2JUu8MKWs1I7h9WtPxfgiWfzmqPfo8ALpMAbGVIZ/50rbgeiDYfFHF2xwZM3/f1Xisu4G3CN6PG7AMBtc3a752RcfY9Wvk1m/0QemnYFv9Kp0/Hgw4R7/t065nVZ2bK6qb6O+ZwwXuP1WvezPvNp11AABgNm9+9oPBl6UKytrOvNF4VvOxR9MJXNT5anfKeTvKqwrK6fcw4XcNxxNJt/N9Cn19VKDxoupZhhnpUV7VdMzRB0jvR3zPg1KwqwiS3QyUHw3OnTfUB24E2uRuBeUsZaTm+VrTsT4ILE75ecI3Yp5OObh+J+N6Ij1Hfv1uVnGNTOPhpBRYvzOi7LX0gOogtfNyy+pmJ1g33xa4/wiuC64DAMDc3/js1x18GfNGvZZ0JX32Jzqr9lPN+xEJgB5UUM5Gn9mAXyo+lugDlIOG+/pOSq0zbOb2rRrKjQZY92o67hfB8h8M+Y5bpX7zPfr6enBmcyMPW4LrLDypsKyp5ZtPKXlGzej+PunbI4Gc8rUGtdObExG/rzFuHf+c9BzW5xp3bw7qZS3jraDVBe07guuC6wAAMNc3PZHA+o8qU3dkBtfPaj7+pRHB1lDgsaJ9iaRROayorM+l731d8bE8alv+4xQcPm8iqNqn7EhwvbY3I4qUI8H22Bjw+e1S3WUFZANrCfw37VTNfWAvcL47qrC8+xnnuh8Vn9deB9ez2KygvB9TPo9/aLqOF/C3QvQB3dMBn79detBzMEd1cx6sm9sL2ncE1wXXAQBgbm94IoH186pz1GYG19/VXAfX23LDU6SFCOzD54rKelhn6p1gMPe8qVf8AzPW/5Pbv4q0RwPKjzzAOanx+CPB/e8DPrtR+vxp7sO2zv8tYjzKyxrrYDswY/17lX0gBRSjXldYbuRB3WUVb0oE02Ic1zy+o7OqT64xbh3vjXvNTueQP1WnmGtR3UTfTDpY0L4juC64DgAAc3mzsxOcbXW3hrJ3M24y7tdcD9Fc0GcNtEl0dvNqBWXdqGsGeZo1e96WQFd6gDIqqHpW5yv70wy8ZKToednns8ud/13k+Nc4N/7BB0e1nG9S+ZuBPnBedQqqASmYBo3r6xWVedhkfwuuWXGv5jF+OW7gl3AdLwcexve9Vnb+LUza+3BuZc7qJnp+e7+gfUdwXXAdAADm7kZnoxNbbPK4pvL3M24y1mqui/fB/ThuoF1Og/vysKLyemdTb1d4HNEF3p41UKfrwYcW+zXvQ8TNmsqPLma60+ezR6UUIltj7sOvaY33IpAXnNn8sKb6f9tUyqmM9DtfO9UsTr0ReJD2t+Z86xvTeDtgQX87RNcnWe75TDlF2O4c1ks0eHy2oP1GcF1wHQAA5uomZymQH7eTglGrNe3Dw+ANxs8G6iKaK/VWA20TvQH9WVFgrDdQUmUqjKfTDCaX2vdk2gG3TmxRy7May/8UKP+0z+fulGYE3xqz/GgaqB81HX8kH/fnGlMCrQ7phxdVPWTq/P8Lzg5LB7NTUZmR9E8HNY+vnDehDq4xSV0f5lwv09j/O+/1n/GQ/nLeZu0H6+dVOgfaYtu6sw0AALT7JufjtBfeyphJ+6IlQZnaFpos7c9xRpDoTgXlva7jIUYwmPu77py7wUDQWd3Bjk5sUcu63hJZCQZcX5U+V06jcjjBPtwN9umjGo7/SXB8b9bcB5bSw4rjFDwpzsPPq5qpH0x9VOl5NQXzI+N8tQXj68pjvwImquvog/Gn6e8/NHmunWK95Fy7t/UkAACA2b0BjKYMqHvxudfB/diveT+iQf6mcoPfzbhBP5004F/MmE3f9anCY1gKBvne11yXd4JB5bsNtGtkMc8HU+5Tt0pt+LU0q3tlgn143tQDo1K5N4I5ol/O+Hk9+oZGJeeNVOZ6MNVPE2/8PMs4bz64xiR1vRWs5w99Hnrsz3G9HGX0wVt6EjPUtwEAYCY09QN5JxhoKl7h3qh5XyJ5Wy869edbjy5CdtBQG6134gvztTIo2Inn039Q4z5EFq/8T9C4oTr5HNiXzZrKjszeP+/8b47kl6XzweaE+3ASPO9UmZqoCDh/C86snunZtBkPLyoZd51/C1tG+vRhQ8f/UnC90f4Weahy1vnfdDCv57xODjL64CO9CMF1AACYseB6J76gX+FJA/vzN7AfX2veh9WMQPZegzcynzL7z37LbsSis0g3plyHRdtfb6A+lgMPterMt34WqIsPPX+/1zMuiv97s4Ljj4z3T1Pqh7M+a/1mJ75uxGmnmrUaIvmlP3ZqTvvUsz/HGefLe8JljbR/r+JB5+qc10lOcP1AL0JwHQAAZi+4Hl2ErJKFMkfsy3ZwX57VvB/RdBm/mgoSpf26ndl/ipm36y26EYvMaD2tsfx7wXo7bqg+9qe1Lxlj7XbPQ7jeWamvKgr+Rjyv8Lg3gwH981kO+nX+zc7/nnGueFhBeW8C5Zx0an7raILg+t41Jq3vF5nXqIcLUCePM+rjtV6E4DoAAMxQcD0Ft6IztJvIPx0Nfu7UvB/RvO/HU7iZ+ZHZh06afAAwZL/Xgn3tqKbyi7Q6kXQwxUzyjYbqJBKIelBT2Y+CdbHcJ0j5rVNNbu7ojM7dKQRb3yxQQO/3JO2ZAuvvAuUUubZXGq6HD4Lrjdb3fkZ9f27DtamBOnmQUSfHehGC6wAAMCPB9U4873DhSxM3wcHA159O/TPoz4L18mAKNzMPxuhHRy24CYvOur9bU/lv2lZXwfG3UVPZkfQNn/u0XWUpczqxdQ1OqxrvnX8LLkYfJt68NqPSg6y/GeeHpxOUtRHsxy+nEUjtxBdzFVyvpr5XOrH1W4pxuL0gdZJzzf6kFwEAAMzODd+TjBu+2w3tU2QxtPc178P1jHrZnEK7LY0xe71wf8r97WUw4LJWQ9nbwaDqZYOz1iN5/U9rKns5OIv/SQrU/u75t8cV7UM0CPemwuOOzlr/Mcszarv7/irjvHAx7mzyFDQcFcQv/vu9KdaF4HrzdR5aLHiB6iMnuH6iBwEAAMzGzd5qxszGn51mZq1vtWG2eCeeTuHnFNvv1hjB9SKH9M4U9zmyaO63msqOLgT7ocH6iKRlqStFTjR1Q/Gg6ah3JnuFs8hvN/lQKJ3zLoJlPprhc3vurPV3Y5RRzFaPpIEpHmasT7k+BNebr/O3wfpeXZD6EFwHAACYw5u9nFnrjxrap2hQe73m/Xgf3I+DKbfhuzEC7H+mNNs+Mku7cFhD2Tk5gHcarJPI4q53aio7sohxsRjmbk+7nVc5q78TX0h5o6LynrX5jZQK6/Ug85xwK3McH6W+MPQhWVvS6giuT6XOH7bpjbgW1IfgOgAAwJzd6C0H069cBWNXGtqvj5GAXwN1czELgZg0e/TvGAH2753mFxW8N6067cQXNPzZYH1sBtN1rNZU/vdA+c9Lbxs8ncI+nFRYXjSV0tcZPrcvZZzbw+lviodOKag+6nxzmsb6UovqRHC9+TqPvoX2fEHqQ3AdAABggW/0XjS0TxvTmtlc2o+9jDzFyy1oyztjLpT7tskAWHCWfeV1mtKaRBewfNJgfTybVpClePMjWB/v61rQOGNdg4OKytvJGBsHM3xuv5t5Hng64pz8NJg/+0u6riy1sE7eZ9THvl8IldV7ZE2Hz35zCa4DAADM4o3e94wbve2G9ulhG2YWFg8TZu0GOGORxkZz15f28XQagZaMhR0vm8z/2y3rbFqzOoO53i97HkoU/3drlsd7xrjOSpPSwnP7x4zjvCyn2Or+/zdSWpmvgYdSf9K5Z7vldXLcxnPiAvzO+BJcB2RpAeoiJ7j+Tu8BAABo903ezYybvC8N7tfXwP78rXu2eHCWZqsWPCxSvASD11NJ+TOtFAEpxc+fYNlNLmQafdugrnzrbzP7ycsa9iEym7iyNxkyxnWjD1kqrtP1jLc0Cm/S2HyY+sTvYP0UbXe/6dRSE9TLK8H1qdT7UbDOby5AXeQE14/1HgAAgHbf5L3OuMl73NA+bQeDQh9q3o+c4NRmy9p1O7DIYN8AWwP7Fp2lvFNxuTkpMu412FYn0wzyZjxw6KSA68qU9uFdRWWtZIzrbzN8bn+QOfYvM/rAcQqor89gvTxv2+LdC/A7Yy34sKbRdFxTrI/H03yYCQAAQHU3eEsZC2BeNDWDM+O1/Uc170d00c2zlrbv/pjpYfZr3q83wbcSliouN7qQ6XlT+fO75exGF5qsqfy9zL7xsIZ9iOY/f1BReQsxa3SMNxKGLXJafNeT9NBuptN2pIcCc59vv2V1/iWjzt8vQH0cZNTHcz0IAACgvTd4OYtffmlon9YyAv7rNe/L61kPwGXmlr7yvc4AWnAG4/uKy1xOD4giPjfYPifBfTqqqfyX0+4XaZHMiOtTOOanM3x+/5VxnBcpldRJSpvyJD30WL02ZzIfKB1do6nxfeXXvOddzwyuP9SLAAAA2nuDd9y2IFNGMPi0gX2JvsZ+r8VtvBTMX99IruGMHP+PKy53r4V9/fa0AyzFg4Rpp4UK7sPPKR3znRk9t29njveZXbR1jLrZzKiXt34pTNwPx0lPtjHn9XKUURf7C9hvTjrk2HS2AQCA6d3AnGX8eN9pYH9WMgLaRzXvSzQ4VdkiizUHk3IDHD9rmqUczTV7veJyc2bwbzfQJkupjqPWatiH1YzZ/Kd19PP0RkEk1/ebKZ339mb03J6T0/n3vM8U7jP2ovnlT/xSmGhslxcOjgZN78953eRMbNhawL4juC64DgAAM3HzkjN777yJ4EtmAPRWzfvyZJ6CLxnH0+tmDfvxaRo57DNy/p61sD3OatqHnJnzz2vah2jO+bsVlnmZcdzXZ/T8njMzdu5zXPepn+iDrS/XqKoPfixmpAfH3/Gc182HjPG5tIB9R3BdcB0AAGbi5iVnUb+TBvZnNWN2de2zxTNu7l7MSHsvpZzZOQ4r3oeV4EzpN1Mq9z8BoAbaImddgcLrmvbjZcZ426hpHw6bHO+pL+RYn9Hz+8eMY3xxbcFkBDfPrjFO/d4qBdF/X51Dgg82vs95/UR/X/xY0P4juC64DgAAM3HzkrOo35sG9udVxv58qHlfljIC/bsz1OZ7mTds3ysuPzpL+f6Uyi0cNNAOR5ntcK+m/YjO3n1XY11E3ij4XGF5OW/sdGb4/J6TcmjhFkzsHvOzYN1c+rWQXberpfRul715w4MP1Gb2wVawjr615WFvS+tHcF1wHQAAZuLm5V3GD/cnNe/LjYyZxU3sTzQI/bemvOQPU17ozzV898fMm7bVCsuOpv3ZqPiY72cc7/2a+9Zuz4zOX93tzzRy7haBq4z0KLdrqovoPjytsMxFCa7/yTjMO9cWTHHMGfWz4hdDVt2+HpZSKuOtuftzXEfRdR+eLmgfElwXXAcAgJm4efnaluBLxiyuRhb4Km5og/vxqabyX9YVvE8PMqZS18E+96OG+nyecbw7NfarYoG/H72Bk0Bw+azGBzgRtS12mZHz/UaFZS5KcD3H3gJe/3IeLm1fI1qv5QeZJ+XzR6r7qaXDakk9XbTht1eL60dwXXAdAABm4ublrA3Bl8xZxY3kIC1mjE9zBn2xmFudgZ3MG9e9ispcDgYUjmo43jcZx7tRY7/qndH5vkj3EtiftzXty/tgfRzVWB+R9Di/Ky5zLfN8szSj53fB9dF19GOab27MYX1eL60l8XtQapdS2piFyrue8XChsLagfUlwXXAdAABm4uYlJw3LVk37sNVzM/5n2sG+tE8rGTMaN2vahy91zlzrfufdKQTX71QZyMoJeuakwqmxX90qpYNZDa4z8LSm/fkdrJLdGuvktMrZq9E+kRm02JjR87vg+ug6iq598NgvhtFjr89D6VtD/v7touZd7x7TzbZMJGhxHRWpgw5s4W3VWQgAANoffNms6Wb8a0/6k2ig405GGatj7Fc03/rvjO98mhOkK71VcFhD3a9kPFzZrajM15HFAyNtlvb/R5rhvxL4+5NpBteLti8Fs/fTv3+vKvCZ09czgju/azz/bAUfYt0Lft9mqs/NzPE1l4Hn0gziSup4Dq+Bt4L1c3iNUXVZXiD91Yi/j76xdmuMfdlp84zv4BtLtU8kAAAAYPIbvGkH19+Uck9HZxevBr9/NQXbihlyyxn7dRDcjzfB77uasfw78gZAn5nz32pq/x9Ntn0wkHyS2Xe+R9o28xXzqnPcr5TWFDhK/74WCC5fBh8erKe6OA7Wx9Mq+/iY9fK4qv5XquPTUXWWkfapcHcK5+YbaZ2A1Qm+42fGMR5O6RpU9IEPOefnistfCj6E+OgXw9B63C09rP06qk1TCpnK+2a67p+lN+H2Wlpfz9p67gEAACDvBi/HzYrLftQbPE7BsUiQ4zT4/VnBttJn31V141vkS+9Jd3MaDHxuNZF3NZhz+6KisjaDs5QPAt/1tCfwvB0s//O0HiSVHhr9N+gUnDX7I/D9qz19/U8wGB2tj9s1nn8i/e9n8Ls+9HzmZeDvDzP6w1HD5+XNlDboKn3QWo31m/VQq8JjXC6tK/Hy2pQEz/e/rzHsWtub3ulvNI1c8A2SbxOcb7dbWmeRNUD+5PxuAQAAYDo3eH8ygi/3Kyx3v2eW23mawXa9ypm0pRvs/cz9i9zwj0xfkoKeP3r+fi9Y/m6d9d9TznHgOD9XVFb0NfjdEd9zs6fvHFR8rJWnASkFUX73pgYKBniPAn3sW+YDn+Xgg46/dS3mmWYMR84/h4Hv6q3Hj5F9Lh4atGkB5Z79ulGqlycTfNezjGO8aCqNRnrL4mvvA5Rp5gvOWH9iJnPvN1B/b8ZNMRQMMl9E32wo9fnDFtfZt8Bxv9e7AAAA2n9T/KXptAFptm7v6+MP07/fqyrIX7phf5G5fytVzfQszYg8zNiH+03MLA0GnA8bLOt8WBAlzej/05MOJmdB05cZff1RBce7VDrmi3LQPhhguTOkjHJg/Wlw33aD9fC+xnPPjSpmzqexcpk7yzvV3WVGn9hs4Hy8Wwqsv2qojju5D6sm2Kf7pWP8Vddi2Rn7tBx80HPrGuW6ezjJWx6lN9gmeuCZ1kq5GtM/2jrrO/W38yrXlgEAAGB6N3lvMwIvvybNi1vcLJYC6++uAqQZwc/NEWW8LKWbWc7cx2hA6tmI73nV87e5geDnTcyc7H7fp8BxbldUViSQ/HHI51d7ckgXAZSdzPIfNJUiIwXWy+sHPOjzNxfj9vf0+d488m+jfSwjJcrdGs89TyZdXyEF0y7GDUZlrPEwcaA7sC83S2mxPnYqeGugJ71MxN+6Zq+nh5bl683vJh5aBPcvMoP65TXKffZiwuvtdhWpmUqplLKvDw3X23ZwLC7rZQAAAO2/OX6cObPxwQRlPSrNFD3rnVkWzA98PqKM56V8pVtj7Of9SdOXlAKHRfDheuY+vG1i0cFA+ptvFZUTnSX8dMDnl0ppJB6PsQ9bmX39xgTHWn5o8aLP390Yt7+nmY+f+j2kCu7j12Dao7Uazz2R8f5ryOevl/rvszH24V5Gf7ioKy1Imv17UXoYt1LRd7/K7PefaljQd7fP4sl/xx1jNbVB5G2OuVzUNJ1PirHwughipzQ5a4Hz6Z/SW0fXxyw/kobt16B+WXrw2up0MBm/u15dAwAAYCZuqjcyUyP8yZ1pmGYsHvcJrFwv/d33CYNtz0uBwb0x6+QgWBdrAz7/tFSnD8fYh5MhAb71itp+s6nX0oMLd/ZNu5AC670PG96PG/zLnMV7kltOMVuytLBfJ/X9pT5/G3mI863P58qB9axAbMp3HRnzn2s+9/wc9w2C1Hd7A3Lvat6PWgLPA86NP6p8qJHO8ReZAfa3VcyaLY4jBWwv+pz/d1p4PfweeMAyV7OJU5D814Bjfd7vzZH0YPB3VWuCZLxB93DA9eGkNH6WWl7nkbcktq8BAAAwMzfXnzIDLz8iAd500/uwz437Rb88ysHA52W57FTO66rSWQRvfDsDAqYHpcDl0Zj7cDqk3OOK2v1ZU4HENBsyO7jeJ7A+UeAxM+96OMiYZk4e9gkiHg+ZbRl5iHNa+sxWadb5r9zZ1BmLNz6q+bxzkXv86XM3SoH1SfvE3cw+8bKi49/rM2P3a1UPz8Ycf+WHS5tjlrecZuf2y2N+Ou4M5wauhZE3GeYqD3bggcLfdN7cTefjx33yhb+dcB+ib9D97Q06p4c3J6XZ81szUOejfut88csUAABgtm6u744RePmb0rys9fm+jTR7+2xAcPzugP3ICfpsp0Dj/T65vB9PWB/HuYHgNJO2nObi87izHAOLnd2b8BhXRtzgn1cZAAu+ldBJDzaW02dulgLJfyedzZf6zHlmXz9LaX7Kb1ospQDpq1Ku7JGB9fT5Nxl1sp8ehpxPmq86o9zrNZ93slJRpYDtw1Jd/64iGF1aeDi0uPO4aVtSQPCwz9sDJ3UE1nvG++kY5/miv72Ijrt0Xn4+5NxS2zFWVE/LgcDnmzm69u90JjfxwqEpxVP0DbriodyHtP2p8rrYUJ1vLdoDHAAAgIUQzME8aCb5jxQ0+T5gpuLQGes9+1CFZxXUxeuMwNO7dOwXfWZnro1Z/kaw7J0xv39pRL7rsVPqDCnvPDOg1+9th/2K9ufVBP3rIgXbf4/4u4NRs/4zHuIMerg1bn7jyBsiv+pOrRCow/L+nFdVB332ZXWM4PPP9GAyuojsbnqw8XfAA5S66/vGGOlhyg+Z3qeHPA96tufp30flzT6chZQqgYV2f7c97UjGsT6b8Hr7q6oFafvk5M91NCN1Pqp//fCLFAAAYDZvsrcGBH2q8ntUcHTCwM/EM9Yzbn5HprKY5NX04MJ6V8HF3czvXhrx8OB8kpQ6A8rcrKD/3K1wf8adxRsNvj8I7sebCQLr4z5Y2Y7Olm/gnHMy4cOFvYr3ZyMz4N873l+nN3nupLcZ9lKKkavA8+8ha1jca/A8f6eC8+w49bM7Q9fCtcC1cPfaHCitUzLOWw07LdmXT7OSC79I+WLWOgAAwJxKi07WEXj5EUkrMMHs+YtJFlPrsx83JzjW75MuRtiJLXTZO8v8sN+ic32+d29EepZQO41xPKudvEVzQ2mEJtynGyPeshi37W/WHEw6m/DBTfTB0c0GzjdPmn64ENintQpm0EZ9rmrW7xjnt18NHN9l6uMrM3gtHLUewqs5uebfniCwfruGsfd3zgProxaQb/1irAAAAMRutquawf43BSlWgmU/HzOguVVDPXwfY18+RoLcNdXDeQoyPEupKq5mz95PwfdRAcPXdQbBUiBx6rOTS/t0o6IZ7Bep3pcyy7+VWU4x43FjwmOOLF7cSNqLQN7/QcGnrZr3aynlGT+vKej8rVNauHcK5/n1Tv5C1jnj4WjSvjrl+hnVN8/mIQia+vrPzPb9U+PDrdxr3+cqrrkN1veoNDy3rgEAADD70uyq9xPMNv6bgivrmeWuZwTb/tY5KzKlZjnP2JfHVQVbSjnBi2Difuf/FvlcTfv2uILg2EXKGX+jgT61nRmsfNdEcC7V59sx+/rVw6O1Ccr/EWyng0n7VwqkRWbrv2vwXHMj+DDvIgW8Vxo+Dx5VFGS/SOP1dpuCsilNzNeKgurf09sI63NyHXy8COk70psM0TfWTut8uJXOUdEHsa9m7QHHiIf2H/z6BAAAmDMpV/bL4Oze3ykg/2iSmWTFjLgR5f1KQfX1Bo7/5ojgZzHj72nVM+d6ggvfR73uXizomGbDfQwGSE7T3zYeBEsB9k8jApDHdc2KHLFvW2mG/69AP3+TgpJVvKVQPFD6MKSvH00jdcgUzjP9Fvo8T4Hfp5OmWppw/1ZSUPxVOh9cZgQi36e3R1Zb3gY30nnkS8bxfU8Pph7M8iz1IXWyNOJa9HmOjvV6Og9dDpmp/6yJh1up3g8HPHS7TGPq5gzW8Z0RKZSuXwMAAGB+pSDgVZqRB2m7lwLQm1XOICsCyim1yWEKtr5OAbab05iplo7vbs9x79cZmE6zlLODzKnettP+PejZbqfZ7ust6Usbpb50Jz1UWW7J/l1PddZbf3spAL9UU5lrqe32Uj9fX9DzzEYab2st3se11F/L58P76d+uz2Ke8Z7jW0rB9lul88jdnuNbWpD+uD/iYcPenB3vSjr/3O85921P6bq7UjoP785SCpg+xzNsIdMXfmUCAAAAAHMlzZQe5EQNEehDOyPWYFhWSwAAAADAXElvbf1elNnrVN5/lobkWr+cxRQ3AAAAAAAhKQXasLU3VtQSA/rOsIVxn6ohAAAAAGCujUgP81wN0afPbAx56+GLdDAAAAAAwNwrFtPsbqdD0nvsqCVKfebdgP7ya1EXrQYAAAAAFlBamPJiQMD0a5FfWy2R+sr9Af2k6D+7aggAAAAAWCgpaHo5IHD6Wg3R7QfXu9vfAX3kjhoCAAAAABZSp9M5GpJ//bYaWui+MSx90EM1BAAAAAAsrCL9S3f7OCCAWixguamW9AuL3gIAAAAAlHQ6neWUZ72fYubyqlpauD7xZkB/eKF2AAAAAACSlALk24CA6kkRgFdLC9MXXgzoBy/VDgAAAABASQqwD5rB/qFIFaKW5r4PPJcKBgAAAAAgUwqwfxoQYD1UQ3Pd9g+722WpzS+62x21AwAAAAAwQsrB/n5AgP1ADc1lmz/oE1j/091uqR0AAAAAgAydTudZn4CrRS3nr52f9mnnH91tS+0AAAAAAIyh0+nc725/pYiZ2/Y96NO2b4v0QGoHAAAAAGACnU5nO81kLju2yOlMt+ubPvnVH2pTAAAAAICKFAHXPsHYwmeznGeuLYuc+h9K7fi9u+2oHQAAAACAGhQLXHa336XA7M/utqZ2ZqL9VrvbSU/bFbnWXxUBd7UDAAAAAFCjIpDe3Y56FsH8JJXIzLTdUpqlXjjtbvtqBQAAAACgQZ1OZzelF5EWZrba7XZ3e9ndVtQGzP143+yM9kBNAUDf66jfy35TAAAA4EbYjTAADLlmbne3e93tIK0rdZre1H2qdvymAAAAwI2wG2EAFvm6uNzddrrbne72oru9S+tHXQ65Tj5Wc35TAAAA4EbYjTAA837t2+pue93tbgqgH3e3k+523hnPmlr1mwIAAAA3wm6EAZj3a99Jpzo/1KjfFAAAALgRdiMMwCJc+6oMrr9Wo35TAAAA4EbYjTAAi3L9W0/XwBspRcyD7vYy5VfPcV9t+k0BAACAG2E3wgAs+nVxqbt9zQiub6o1vykAAABwI+xGGADXxn8z2CO+qi2/KQAAAHAj7EYYAP5dGw+CwfUDteU3BQAAAG6E3QgDwL9r45tgcH1fbflNAQAAgBthN8IA8O/aeBK4Nl52t1W15TcFAAAAboTdCAPgutjprHS3i8C18Yfa8psCAAAAN8JuhAHg33VxR751vykAAADAjTAA5F0XD4PB9Vtqy28KAAAA3Ai7EQaAf9fFr4Hr4nl3W1JbflMAAADgRtiNMACuifF86+/Vlt8UAAAAuBF2IwwA/66Jt4IpYZ6qLb8pAAAAcCPsRhig+XPvarEg5ojthppqvF2Og8H1TbXlNwUAAABuhN0IAzj38q9dzgLt8ltN6dcAAADgRhjAuZd/bbIenLX+Wm3p1wAAAOBGGMC5l39tci8YXL+ttvRrAAAAcCMM4NzLvzb5GGiTyyJfvtrSrwEAAMCNMIBzL//a5E+gTT6pKf0aAAAA3AgDOPfyrz22gylhnqst/RoAAADcCAM49/KvPZ4Eg+s7aku/BgAAADfCAM69/GuPb4H2OOtuS2pLvwYAAAA3wgDOvdqi01lJC5WO8k5t6dcAAADgRhjAuZd/bbEfTAlzT23p1wAAAOBGGMC5l39t8SIYXN9UW/o1AAAAuBEGcO7lX1v8DLTFDzWlXwMAAIAbYQDnXuLtUDhQW/o1AAAAuBHOq59iobs73e1td/ueZjjenNK+rBYL6nW3wxrLuNfdPqbjPEvl3e9uS0bLXPTn5e52vbs97G5H3e1TMSM3tXXRvw+721pNffdpqW+dFAHL7rbh3OvcO8V2eBAMrt8a8/uL8fa4Z7xd9f+rMfcxjbu78zAW9GsAAAAWLbDgRvj/r4+rwGMRBLnsUx+fprRvn652oIbvLoKfX4b0ga/yDc9sn95IffpDd/sbSX9RVYA99asXI8o97263nXsFIafUDseBdjjPecDY/dv17vY8Bc9zXKbz/E39GgAAANwIt/WYl9JswjtpNu3bFDw+DwZAir9bbnify7Mrlyv+/kiA6ayOWc3U0l+2u9uz1K8vO/neVbAPO93tNFjenyIg6dwrCDmFdjgLtMPn4HetpIdJF53JvZvFMaFfAwAAsGiBhYW6EU6zcqsIfNxscJ/XutvvUvlbFX7/SkadvDdqWtu311L6iXED6mXXJ9iXR2Psw2PnXkHIhtvgZrBvPgl8163u9qtTreL7dvRrAAAAcCPcluM967ONE2x/1OA+v+5T/m6F37/RVNCV2vrIwZB+/GvMfn445r48HjOQ+Ma5VxByCuNmonNeWsfgTUUPtPr5O0sBdv0aAACARQsuuBG+9t8UFh8zAh5HDe3X7oCgzZ2KyznPOPanRk7r+u+LnvQqb1KO9Z3e9EEpCPgwo63/5C5kW8zwnSCIeLRgbebcO/02OInMHh/y+fX0pkjd/sxKSi79GgAAgEULLrgR/r+6WBqxqOf/LPDZ0P4MWhDvYcVlvckI9Lw2clrXd4v0FrcjufhTgD3qRsY+3Jlw9u7DBWsz597p1v9y8G2O4wGf3xiSr/0ynbvfpNnxB+kNpJMJ0pK91a8BAADAjXDb62MnuqhpA/vydEj5BxWXtZYxo/nYyJn5fv4z2NbPg993s0/Q8CTlXn+W3goZFlQs1hRYce4VhGyw/veCY+D+gLY7HZCCqejvq0PKXUkPuMbJz76vXwMAAIAb4bbXyfdgoGOjxn24kXLtNpZCowjcBGdVHho5M9/Ho3nRPwW+a70UKLzsd85I55q3fWa3n83aoo3OvXNR/9F862ulz632eThVPJh8HnlzpPQ93zKD65/1awAAAHAj3PY6OQoGOm7VuA9fJw16jlluJMAu5/pijPtO6gvLQ75nqZS3+nLUegDpLYmHKbh5Jycg6dxLg+fYws8R/X2ih0PpwdRZRnD9su251/VrAAAAFi3A4Eb4/6+TW9Nc2DO4KOS3Go9/VO7sXSNnLvp5NDXM3pDvKM/+vadmnXvnpO4LL0qfKz94/T5psLsYM/O0NoF+DQAAgCCD4PratBb2TDMZ/wTK/lVzHTwblGt+0XJjz3E/fzHJQ6S0gOplXesAOPcKQtZY9w+CfX+n5zPlh56fqzgXptnwOfnX3+jXAAAA4Ea47fXyO1AvX2oo9100PUDNx788IODz0aiZmz4eXdDxXZ/PbpQeAr0vgoRq1bl3Rur+OLJo9VWf7rNg78cq+3twf2p/a0m/BgAAADfCVdXLh0C9/K64zP0R6VjKVmuug7ezlpKArPZdDi5gezaib5x6m8G5d8bqPpLn/H3625XUx//7ULXq/p4xk772t5b0awAAAHAjXEW9RFNmLFdU3nJGDuwr12uug+M+i1uuGTVz1c+/5Pbz7v9+JAe/c++c1/t/0yEV6b96H6jWcQ7sfud2zolfvwYAAAA3wm2vl+ycvBOW97KUyzcSaN+ruQ4+l8o7MmLmrp8fBvv5rZ7zxV951p17F+DcvllaV+C8qvN9n31aE1wHAACA2Qw0uBHuXy83g3GOOxWUdb0ngHOZZjF+CpR9r+Y6+NPkTPmK9nk1BcSKANq9Ije4UT60vh5mzuLtTZd0Jh2Mc+8M1nvk3Hqa0sH0po95XPN+Ca4DAADADAYa3Aj3r5f1YJzjcQVl9abmOEz/Flng7lGNx78zSwuZpgcU79Ls0rLPUpcMrLetYD8vgur3S/+2rwade2eszqPrDByV3iY6qXvB3ozY+h/9GgAAANwIz0Ld/A7UzYsJy+hNUfDnaqZ1MF3HixqP/XWprO0Wt9PtPrPsO33yxd8x4vvW36/IoqaldDCv1Zxz7wzW+V4wgH3QE4Q/b+KtnYzg+k/9GgAAANwIz0LdnERm9E7w/WuloPDjnv/2OFD2m5qOe7kUSH3X4jba70mp00ganzns5+8zF9It+uyqmnPuncE6P4gGsJt4Q6hnv9Yzxt8n/RoAAADcCM9C3URSs3yb4Pvf9H5Pb9qBPik4Kg3sj9ivpz1lFIHrGy3uu38yA8OXdS1KOMP9/EVmHT6cg2N+l2bjT3P7FXyQMe39PJujvn6S2de/1Z0OJu3XjYx9Omp5HftNAQAAwOJwIzy0biKzHH+N+d13SjOud0v/fTdQ9pcajnmllA7nqMXt87oznndG/v/U435G3X1uItjYwDGfdJiLBTQz2jyab73XXkP7didjn576TQEAAABuhGehbh4Ggx1Lmd+7WgpgvxuzXc5qOOZnPd9/fpUDvoVtszzGrPXe/OvSmvxfXa4Eg46Xbc69n3nMguuLF1y/l3nYxw3u20HGfu22vJ79pgAAAGBxuBEeWje3gsGOjczvPSoFeq/3+ZulQLnnFR/vainX+rMWt83OhPHCm0b//9Tnt0Cd/Z6j4xVcX7zg+nHGIRfnwfUG9+1jxn4ttbye/aYAAABgcbgRHlo3N4MBj53M77yMLJYXnE28XuHxvu353u9tDuIU6RomjBfuGf0D236Y1Tk5XsH1xQuun2Uc8kGD+7VUeqg5zEe/KQAAAMCN8KzUzXow4HE7+H1LKWh95UeR3mTI3/8MlL1d0bHuloL+ey1vm+0J44U3jP7/qc+HVfb1GThewfUFCq4Hr3NTSRuV+RbOE78pAAAAwI3wLNXPZaB+HgW/63HO7OlgAHC/gmMs0sGc9nzn6xlpm9MxY4V/5mFRzorrcitYd8/n5HgF1xcruP4g43CPGt63p8H9umzrGhh+UwAAALCw3AiPrJ9IKoEXge/ZSAuEXnkf+Mz7QNn3KzjG172LpBYLXM5I2xyMGSs8NPL71mdkgdjPc3KsguuLFVyP5lu/aDqAndEXv/hNAQAAAG6EZ61+fgTq5zjwPZ9KAZytwGde1Z0moEjzUZqdvz9DbbNSSrMT8avJhQpnrK9/iSyiOw+z/ovFelPAdZpb5OHZlxbs5/GMt/VSGvcRH6Zw/b0M7ts9vykAAADAjfCs1c/HQP18GvEdd3NnuqfPPQ+U/XKCY1srLaT3ekb77+9gcKo41utG/cC6PArW40215dw7Q/Wcs/jxXsP79jy4X3+Grc+hXwMAAIAb4bbWTySdwPchn18rBX9Po2lXgnmCjyc4tg+zmA6mz3EUKXe+jains8jbAgvcz9cyHlI8UWPOvTNUz9H0Ud+bfCsjzaiPrhvxSr8GAAAAN8KzWD+Hgfo5G/L59+O+2l+kaJl01vyQ735Y+p7dGW+n5WJh2e72tXRcRfDqxSwsBDjl+vuSMbv3vRpz7p2hej5p40OjYr2MjIVMN/VrAAAAcCM8i/UTmfV4PuCzdycJhHf/fjtQ9tcxjulGaXHVF3PWZqupX6/PQ37wBurr6Rh569Wrc+8s1PFy6Vw3bCHT9Yb3LRr0P9avAQAAwI3wrNbPk2AAZKn0uSKo87M0+3A7s+y1SWbND/jO1ZQi5b/BeYHShR7/28HgY5k3AZx7Z6GObwf78+eG9yuaB/5ilmat69cAAAAsYvDBjfDw+nkwTrCxTzqZV2OWfzkqZUDm970pBfxvGAUL27eX++Sqj86mva8GnXtnoI5fBPvzg4b3KzrOXunXAAAA4EZ4luvnVjAIstPzmeuloPifcVMOBBeZjC6Q+rz0uYdGwEKP/aNSf/iYFoe9nLdUFc69C1vHP9qWEiZj1nqRfmlVvwYAAAA3wrNcP9vBQMh++vulPotqPp6g/EhwaCvwPXspiHTlrd6/0OP+VimI/vvq7YtSOqNBvqtF596W1+9a8EHR5wb3aSk4vgq39WsAAABwIzzr9bORkyaj+38flf79dJKc5kXgJ1D2buAYfvX8/Y9ZnBFJZX16tfRGxOXVw6H03w+DfX5dbTr3trh+HwX78fMG9ymaZuyDfg0AAABuhOeljkI5e4tgY3f7229G+wRlHwfKvjPk8+WZ9BfyrC/8mH89LLiYEQCUd925t831+ybYj280tD+rKUXYyEWqi1n3+jUAAAC4EZ6XOoqkFnja3d6X/u1TBWW/CpT9ZMjnj6pKUcNc9OX7fRYwXSr9zXowKPlajTr3trh+fwXq97TB/TkOjqtd/RoAAADcCM9THUWCNF9LQfjif29XUPbzQNkvBnz2bunv3unxC92Pr5ferPg9KLVLcCFdedede9vc1yOOGtqf/eBD2mf6NQAAALgRnrc6OuvkO66o7AfjlNX9t5ulBUy/dbdlPX5h+/BSn/z9t4b8/Vt51517Z7huo/nWHzawL6tp7Y1R3k+yPod+DQAAAG6E21pHPzID63+rCjoWAdBAeR9Ln1npbj97/vu5POsLP85flvrMqxF/fz/Y12+NsS87s5xT2rl3Jur2Y1vyrQcfVH2dl4ef+jUAAACLFoRwIzy6jk4yg+svKyx7KxKY6fn7pT6BpQd6+kL3393SWwwjA3kZaTUOM/dlNb0JUizsuOfc69xbQ72u9FlYup8/dc8UD7559Gue3gDRrwEAAFi0QIQb4dF1lBNcL3JVr1ZY9mqgzLOev385SfCTueu7K6WUFEXQcSv42Ug6pG+Z+9P74Gd7wdvGubeeet0Pnqu/1rwfN0oPtQYF1jf1awAAAHAjPM919CEjuP6ohvJHLYR3nv6uPEvyZB5y+DJR33lT6hP3JvhsPxfRdBbFYo0e+jj3NlCvz4Pn6jc17sNGIM/6WfRBl34NAAAAboRnuY6Og8GaIliyUkP5kRnEN0qpEOYq1QBj9ZuHpT5ylPn56KKQe4Hv2ut5SPSjjnHi3Euq12/BfvukpvKXA/vwax4D6/o1AAAAC8eNcKiOjqc1az2V/y2YjuZKEcS8qXcvdJ+9WUpJ8S13wcQibUuw3x8FzjG/evrmjhZy7q2pTtcDb/pcuV9D+UuBxVRP5y0VjH4NAADAwnIjHKqjV4E6Oq1rNm73ez9lLqj6WM+em75XzIK9191eF0Hs7na3u62N+MxWWqzxv2mDigVKxyw/8tbEr0Hph9KaAT+lg3HubahO72ecJ/dqGKujAuuf5/2tDf0aAACAheJGOFRHB4E6ultj+W8yAkbv5Vmfm3631TPju5zn/Hm/hXNTeqDfVc3Q7X72bbDfPezz2aXSYsA/9E3n3prr9FXGufJGheWuBt4wepn79oh+DQAAAG6E56GORgXXv9UZNExBmYivixC8WaB+931Ee/9NfWM3BbIfp1nqvd5OuA+Pg32v2Jftns+tlQLr5/OaY9q5t1V1+jsjuL5ZUZnbpbczyoq3SG7r1/o1AAAAboQXtY5GBRh3ay7/aTA1x6YePTd9bqczuYkXDi3SyWTksC5m1H9I25/Sf7unVZ17G6jTHNcrKO9Rnwda5TQwa/q1fg0AAIAb4UWuowfD0rA0UP6oPMIWiZy/PvdswsD6rwpn5v6YcF+OtKhzb0N1+j2jX06SLmkrBc6HvclxX7/WrwEAAHAjLLg+OLh+WcXsx0D5+yPa55GePHd97vkEwezzKh+2TLgvn6Qqcu5tsE53R8wk73WSm84rBdWPh7zNcZkWHl7Tr/VrAAAA3Ai7Ef5XR7cGLVDXUPk3hrTNC714Lvvc7QkC67cr3pe1NBNXYN25dxbqdW/AQsCD+ujGiO/b6G5P0t8OS5H0sXfdAf1avwYAAMCNsBvha/8N1vRbpG61ofLXB7TLhzoXUmWqfW5pxCKJgxZO3Klpf3Jnr39uanw499Knble722FwFvtFmsVezEh/kRawfp2C5T9HBNQv0ueuq3X9GgAAADfCboT719FWnzq51/A+XJTK/25W8Nz3u5t92n2Q06Kf1rgvSyNyTPd65aGPc29L6ng1LQj9OWNh3lEu0yz2Bx4g6dcAAAC4EXYjPLqOlkuBmaMp7EPvQn3FApPreu9C9L3r6Q2FQYHBs7T46UoD+7KUZgP/HRBwfF88ENBqzr0tre8ivdGd1IdP0psenYyHV2+6210Bdf0aAAAA3Ajn19OXnnQXK1Mo/6iJGcq0tv+tpJns99OM2SIn+/Y0Zoinfbmd9uNBWkRSwNG5dxbboAi476RFox/0bPfTv133hpB+DQAAAG6EJ6+njTRrcWlK5a+YNQnOvaBfAwAAgBthAOde5170awAAAHAjDIBzL/q1fg0AAIAbYTfCAHWde4uFkvdGbBYuxm8KAAAAcCMMAPhN4TcFAAAAboQBAPymAAAAwI2wG2EAwG8KAAAAcCMMAPhNAQAAAG6EAQC/KQAAAMCNMADgNwUAAAC4EQYA/KbwmwIAAAA3wm6EAQC/KQAAAMCNMADgNwUAAAC4EQYA/KYAAAAAN8IAgN8UAAAA4EYYAPCbwm8KAAAA3AgDAPhNAQAAgBthN8IAgN8UAAAA4EYYAPCbAgAAANwIAwB+UwAAAIAbYQDAbwoAAABwIwwA+E3hNwUAAAALcCO8Utzojti21BQA4DfFYvt/ttZM4Z60xjgAAAKddEVYdE1hdGhNTAA8bWF0aCB4bWxucz0iaHR0cDovL3d3dy53My5vcmcvMTk5OC9NYXRoL01hdGhNTCI+PG1zdHlsZSBtYXRoc2l6ZT0iMjZweCI+PG1pIG1hdGhjb2xvcj0iI0ZGRkZGRiI+ZDwvbWk+PG1pIG1hdGhjb2xvcj0iI0ZGRkZGRiI+aTwvbWk+PG1pIG1hdGhjb2xvcj0iI0ZGRkZGRiI+czwvbWk+PG1pIG1hdGhjb2xvcj0iI0ZGRkZGRiI+dDwvbWk+PG1pIG1hdGhjb2xvcj0iI0ZGRkZGRiI+YTwvbWk+PG1pIG1hdGhjb2xvcj0iI0ZGRkZGRiI+bjwvbWk+PG1pIG1hdGhjb2xvcj0iI0ZGRkZGRiI+YzwvbWk+PG1pIG1hdGhjb2xvcj0iI0ZGRkZGRiI+ZTwvbWk+PG1vIG1hdGhjb2xvcj0iI0ZGRkZGRiI+KDwvbW8+PG1pIG1hdGhjb2xvcj0iI0ZGRkZGRiI+eDwvbWk+PG1vIG1hdGhjb2xvcj0iI0ZGRkZGRiI+KTwvbW8+PG1vIG1hdGhjb2xvcj0iI0ZGRkZGRiI+PTwvbW8+PG1mcmFjIG1hdGhjb2xvcj0iI0ZGRkZGRiI+PG1yb3c+PG1vPiYjeDIyMjU7PC9tbz48bWk+dzwvbWk+PG1vPiYjeDIyMjU7PC9tbz48L21yb3c+PG1yb3c+PG1vPiYjeDIyMjM7PC9tbz48bWk+dzwvbWk+PG1vPiYjeDIyQzU7PC9tbz48bWk+eDwvbWk+PG1vPis8L21vPjxtaT5iPC9taT48bW8+JiN4MjIyMzs8L21vPjxtbz4mI3gyMDBCOzwvbW8+PC9tcm93PjwvbWZyYWM+PC9tc3R5bGU+PC9tYXRoPoMXhS4AAAAASUVORK5CYII=\&quot;,\&quot;slideId\&quot;:293,\&quot;accessibleText\&quot;:\&quot;d i s t a n c e left parenthesis x right parenthesis equals fraction numerator parallel to w parallel to over denominator ∣ w times x plus b ∣ ​ end fraction\&quot;,\&quot;imageHeight\&quot;:64.414},{\&quot;mathml\&quot;:\&quot;&lt;math style=\\\&quot;font-family:stix;font-size:26px;\\\&quot; xmlns=\\\&quot;http://www.w3.org/1998/Math/MathML\\\&quot;&gt;&lt;mi mathcolor=\\\&quot;#FFFFFF\\\&quot;&gt;d&lt;/mi&gt;&lt;mi mathcolor=\\\&quot;#FFFFFF\\\&quot;&gt;i&lt;/mi&gt;&lt;mi mathcolor=\\\&quot;#FFFFFF\\\&quot;&gt;s&lt;/mi&gt;&lt;mi mathcolor=\\\&quot;#FFFFFF\\\&quot;&gt;t&lt;/mi&gt;&lt;mi mathcolor=\\\&quot;#FFFFFF\\\&quot;&gt;a&lt;/mi&gt;&lt;mi mathcolor=\\\&quot;#FFFFFF\\\&quot;&gt;n&lt;/mi&gt;&lt;mi mathcolor=\\\&quot;#FFFFFF\\\&quot;&gt;c&lt;/mi&gt;&lt;mi mathcolor=\\\&quot;#FFFFFF\\\&quot;&gt;e&lt;/mi&gt;&lt;mo mathcolor=\\\&quot;#FFFFFF\\\&quot;&gt;(&lt;/mo&gt;&lt;mi mathcolor=\\\&quot;#FFFFFF\\\&quot;&gt;x&lt;/mi&gt;&lt;mo mathcolor=\\\&quot;#FFFFFF\\\&quot;&gt;)&lt;/mo&gt;&lt;mo mathcolor=\\\&quot;#FFFFFF\\\&quot;&gt;=&lt;/mo&gt;&lt;mfrac mathcolor=\\\&quot;#FFFFFF\\\&quot;&gt;&lt;mrow&gt;&lt;mo&gt;&amp;#x2223;&lt;/mo&gt;&lt;mi&gt;w&lt;/mi&gt;&lt;mo&gt;&amp;#x22C5;&lt;/mo&gt;&lt;mi&gt;x&lt;/mi&gt;&lt;mo&gt;+&lt;/mo&gt;&lt;mi&gt;b&lt;/mi&gt;&lt;mo&gt;&amp;#x2223;&lt;/mo&gt;&lt;mo&gt;&amp;#x200B;&lt;/mo&gt;&lt;/mrow&gt;&lt;mrow&gt;&lt;mo&gt;&amp;#x2225;&lt;/mo&gt;&lt;mi&gt;w&lt;/mi&gt;&lt;mo&gt;&amp;#x2225;&lt;/mo&gt;&lt;/mrow&gt;&lt;/mfrac&gt;&lt;/math&gt;\&quot;,\&quot;base64Image\&quot;:\&quot;iVBORw0KGgoAAAANSUhEUgAABdcAAAFBCAYAAACVYpYdAAAACXBIWXMAAA7EAAAOxAGVKw4bAAAABGJhU0UAAAC5cpmZtgAATYFJREFUeNrt3S1U3NzaMOAKBAKBQCAQCAQCgUBUIBAIREVFRQWiAlFRUYGoqGCtigpEBaICgaioqKioQCAQFRUVCEQFAlGBqKhAIBDzTU43552Tb372nkkyycx1rZX1nrcPk53sn8zkzs69Hz0CAADgv1qt1nJrsBdqCgC6fo/OqQW/KQAAAHAj7EYYAHp/Z661t+ft7aC9nbW3q/Z239721Y7fFAAAALgRdiMMwDR/L862t4329rS9vWtvn9vbrxBE7+WVmvObAgAAADfCboQBmPTvvpX2ttXenoUA+kl7O29vt63hLKhVvykAAABwI+xGGIBJ/+47bxXnUo36TQEAAIAbYTfCAEzDd1+RwfWPatRvCgAAANwIuxEGYFq+/xbDd+B6SBHzor29D/nVU+yqTb8pAAAAcCPsRhiAaf9enGlvPxKC68tqzW8KAAAA3Ai7EQbAd+O/GewxfqgtvykAAABwI+xGGAD+fTceRAbXD9SW3xQAAAC4EXYjDAD/vhuPI4Pr22rLbwoAAADcCLsRBoB/343nEd+N9+1tXm35TQEAAIAbYTfCAPhebLXm2ttdxHfjpdrymwIAAAA3wm6EAeDf9+KGfOt+UwAAAIAbYQBI+148jAyu76gtvykAAABwI+xGGAD+fS/+iPhevG1vM2rLbwoAAADcCLsRBsB3Yny+9S9qy28KAAAA3Ai7EQaAf9+JO5EpYfbVlt8UAAAAuBF2IwxQ/bV3PlsQc8C2rqYqb5eTyOD6strymwIAAAA3wm6EAVx7+dcu1xHtcqOm9GsAAABwIwzg2su/NlmMnLX+UW3p1wAAAOBGGMC1l39t8jwyuP5EbenXAAAA4EYYwLWXf23yLaJN7rN8+WpLvwYAAAA3wgCuvfxrkz8RbXKqpvRrAAAAcCMM4NrLv/ZYi0wJ81Zt6dcAAADgRhjAtZd/7fE6Mri+obb0awAAAHAjDODay7/2+BnRHtftbUZt6dcAAADgRhjAtVdbtFpzYaHSQT6rLf0aAAAA3AgDuPbyry22I1PCPFdb+jUAAAC4EQZw7eVfW7yLDK4vqy39GgAAANwIA7j28q8tfkW0xaWa0q8BAADAjTCAay/x7ZA5UFv6NQAAALgRTqufbKG7p+3tU3u7CDMcH4/pWOazBfXa22GJZTxvb9/CeV6H8nbb24zRMhH9eba9rba3vfZ21N5Osxm5oa2z/n3Y3hZK6rv7ub51ngUs29uSa69r7xjb4UVkcH1nyP1n4+1Vx3h76P8PY+5bGHfPJmEs6NcAAABMW2DBjfD/Xx8PgccsCHLfpT5Ox3Rspw8HUMK+s+Dn9z594Id8w43t00uhT39tb39j0l8UFWAP/erdgHJv29sT115ByDG1w0lEO9ymPGBs/+1ie3sbgucp7sN1/rF+DQAAAG6E63rOM2E24dMwm/ZTCB7fRgZAsr+brfiY87MrZwvef0yA6bqMWc2U0l/W2tub0K/vW+k+F3AMG+3tKrK8P1lA0rVXEHIM7XAd0Q5nkfuaCw+T7lqj+9zEMaFfAwAAMG2Bham6EQ6zcosIfDyu8JgX2ttNrvyVAvc/l1AnX4ya2vbthZB+YtiAet7qCMfycohjeOXaKwhZcRs8juybryP2tdPefreKle1vQ78GAAAAN8J1Od/rLtswwfaXFR7zxy7lbxa4/6Wqgq6U1kcO+vTj30P288Mhj+XVkIHEY9deQcgxjJuRrnlhHYPjgh5odfO3SQF2/RoAAIBpCy64EX703xQW3xICHkcVHddmj6DN04LLuU04930jp3b9911HepXjkGN9ozN9UAgC7iW09Z/UhWyzGb4jBBGPpqzNXHvH3wbnMbPH+3x+MbwpUrY/TUnJpV8DAAAwbcEFN8L/VxczAxb1/J8FPis6nl4L4u0VXNZxQqDno5FTu76bpbd4EpOLPwTYY60nHMPTEWfv7k1Zm7n2jrf+ZyPf5jjp8fmlPvna78O1+zjMjj8IbyCdj5CW7JN+DQAAAG6E614fG7GLmlZwLPt9yj8ouKyFhBnNJ0ZO4/v5r8i2fhu5v8ddgobnIff6m/BWSL+gYramwJxrryBkhfW/FTkGdnu03VWPFExZf5/vU+5ceMA1TH72bf0aAAAA3AjXvU4uIgMdSyUew3rItVtZCo0scBM5q/LQyGl8H4/Ni34asa/FXKDwvts1I1xrPnWZ3X7dtEUbXXsnov5j860v5D433+XhVPZg8m3MmyO5/fxMDK6f6dcAAADgRrjudXIUGejYKfEYfowa9Byy3JgAu5zr0zHuW6EvzPbZz0wub/X9oPUAwlsSeyG4+TQlIOnaS4XX2MyvAf19pIdD4cHUdUJw/b7uudf1awAAAKYtwOBG+P+vk51xLuwZuSjkzxLPf1Du7E0jZyL6eWxqmK0++8jP/n2uZl17J6TuM+9yn8s/eL0YNdidjZlJWptAvwYAAECQQXB9YVwLe4aZjH8iyv5dch286ZVrftpyY09wP383ykOksIDqfVnrALj2CkKWWPcvIvv+Rsdn8g89z4q4FobZ8Cn514/1awAAAHAjXPd6uYmol+8llPs5Nj1Ayec/2yPg882omZg+Hrug4+cun13KPQT6kgUJ1aprb0Pq/iRm0eqHPt1lwd5vRfb3yOMp/a0l/RoAAADcCBdVL18j6uWm4DK3B6RjyZsvuQ4+NS0lAUntOxu5gO31gL5x5W0G196G1X1MnvMv4W/nQh//70PVovt7wkz60t9a0q8BAADAjXAR9RKbMmO2oPJmE3JgP1gtuQ5OuixuuWDUTFQ//57az9v/+6Uc/K69E17v/02HlKX/6nygWsY1sL3PtZQLv34NAAAAboTrXi/JOXlHLO99LpdvTKB9q+Q6OMuVd2TETFw/P4zs5zsd14u/8qy79k7BtX05t67AbVHX+y7HtCC4DgAAAM0MNLgR7l4vjyPjHE8LKGu1I4BzH2YxnkaU/bzkOvhT5Uz5go55PgTEsgDa8yw3uFHet772EmfxdqZLupYOxrW3gfUec229CulgOtPHvCr5uATXAQAAoIGBBjfC3etlMTLO8aqAsjpTcxyGf4tZ4O5liee/0aSFTMMDis9hdmnemdQlPettJbKfZ0H13dy/batB196G1XnsOgNHubeJzstesDchtv5HvwYAAAA3wk2om5uIunk3YhmdKQr+PMy0jkzX8a7Ec/+YK2utxu30pMss+1aXfPFPjfiu9fc7ZlHTXDqYj2rOtbeBdb4VGcA+6AjC31bx1k5CcP2Xfg0AAABuhJtQN+cxM3pH2P9CLij8quO/vYoo+7ik857NBVI/17iNtjtS6lSSxmcC+/mXxIV0sz47r+ZcextY5wexAewq3hDqOK7FhPF3ql8DAACAG+Em1E1MapafI+z/uHM/nWkHuqTgKDSwP+C49jvKyALX6zXuu38SA8P3ZS1K2OB+/i6xDvcm4Jw/h9n449x+Rz7IGPdxXk9QXz9P7Os/y04HE45rPeGYjmpex35TAAAAMD3cCPetm5hZjr+H3PfT3Izrzdx/34wo+3sJ5zyXS4dzVOP2+dgazmcj/3/qcTuh7s6qCDZWcM7nLSZiAc2ENo/Nt95pq6Jje5pwTPt+UwAAAIAb4SbUzV5ksGMmcb/zuQD25yHb5bqEc37Tsf/bhxzwNWyb2SFmrXfmX5fW5P/qci4y6Hhf59z7iecsuD59wfXniad9UuGxHSQc12bN69lvCgAAAKaHG+G+dbMTGexYStzvUS7Qu9rlb2Yiyr0t+Hznc7nW39S4bTZGjBc+Nvr/pz5/RtTZzQSdr+D69AXXTxJOObsOLlZ4bN8Sjmum5vXsNwUAAADTw41w37p5HBnw2Ejc533MYnmRs4kXCzzfTx37vahzECdL1zBivHDL6O/Z9v3MT8j5Cq5PX3D9OuGUDyo8rpncQ81+vvlNAQAAAG6Em1I3i5EBjyeR+5sJQesHl1l6kz5//yui7LWCznUzF/TfqnnbrI0YL1w3+v+nPveK7OsNOF/B9SkKrkd+z40lbVTiWziv/aYAAAAAN8JNqp/7iPp5GbmvVymzpyMDgNsFnGOWDuaqY58fG9I2V0PGCv9MwqKcBdflSmTdvZ2Q8xVcn67g+ouE0z2q+Nj2I4/rvq5rYPhNAQAAwNRyIzywfmJSCbyL2M9SWCD0wZeIz3yJKHu3gHP82LlIarbAZUPa5mDIWOGhkd+1PmMWiD2bkHMVXJ+u4HpsvvW7qgPYCX3xu98UAAAA4Ea4afVzGVE/JxH7Oc0FcFYiPvOh7DQBWZqP3Oz87Qa1zVwuzU6M31UuVNiwvv49ZhHdSZj1ny3WGwKu49xiHp59r8FxnjS8rWfCuI/xdQzfv/eRx/bcbwoAAABwI9y0+vkWUT+nA/bxLHWme/jc24iy349wbgu5hfQ+NrT/3kQGp7JzXTXqe9blUWQ9PlZbrr0NqueUxY+3Kj62t5HH9aff+hz6NQAAALgRrmv9xKQTuOjz+YVc8PcqNu1KZJ7gkxHO7WsT08F0OY8s5c7PAfV0HfO2wBT384WEhxSv1Zhrb4PqOTZ91EWVb2WEGfWx60Z80K8BAADAjXAT6+cwon6u+3z+y7Cv9mcpWkadNd9n33u5/Ww2vJ1ms4Vl29uP3Hllwat3TVgIcMz19z1hdu8XNeba26B6Pq/jQ6NsvYyEhUyX9WsAAABwI9zE+omZ9Xjb47PPRgmEt/9+LaLsH0Oc03pucdV3E9Zm86FfL05CfvAK6mt/iLz16tW1twl1PJu71vVbyHSx4mOLDfqf6NcAAADgRrip9fM6MgAyk/tcFtT5lZt9uJZY9sIos+Z77HM+pEj5b3BeoHSqx/9aZPAxz5sArr1NqOMnkf35rOLjis0Df9ekWev6NQAAANMYfHAj3L9+XgwTbOySTubDkOXfD0oZkLi/41zAf90omNq+PdslV33sbNpdNeja24A6fhfZn19UfFyx4+yDfg0AAABuhJtcPzuRQZCNjs+s5oLif4ZNORC5yGTsAqlvc5/bMwKmeuwf5frDt7A47P2kpapw7Z3aOr6sW0qYhFnrWfqlef0aAAAA3Ag3uX7WIgMh2+HvZ7osqvlqhPJjgkMrEfvZCkGkB5/0/qke9zu5IPrNw9sXuXRGvVyoRdfemtfvQuSDorMKj2kmcnxlnujXAAAA4Ea46fWzlJImo/1/X+b+/WqUnOZZ4Cei7M2Ic/jd8feXTZwRSWF9ej73RsT9w8Oh8N8PI/v8otp07a1x/b6M7MdvKzym2DRjX/VrAAAAcCM8KXUUlbM3Cza2t7/dZrSPUPZJRNlP+3w+P5P+Tp71qR/zH/sFFxMCgPKuu/bWuX6PI/vxekXHMx9ShA1cpDqbda9fAwAAgBvhSamjmNQC++3tS+7fTgso+0NE2a/7fP6oqBQ1TERf3u2ygOlM7m8WI4OSH9Woa2+N6/d3RP1eVXg8J5HjalO/BgAAADfCk1RHMUGaH7kgfPa/1woo+21E2e96fPZZ7u8+6/FT3Y9Xc29W3PRK7RK5kK686669de7rMY4qOp7tyIe0b/RrAAAAcCM8aXV03Up3UlDZL4Ypq/1vj3MLmP5sb7N6/NT24Zku+ft3+vz9J3nXXXsbXLex+db3KjiW+bD2xiBfRlmfQ78GAAAAN8J1raPLxMD636KCjlkANKK8b7nPzLW3Xx3//Vae9akf5+9zfebDgL/fjezrO0Mcy0aTc0q79jaibr/VJd965IOqH5Py8FO/BgAAYNqCEG6EB9fReWJw/X2BZa/EBGY6/n6mS2DphZ4+1f13M/cWw8BAXkJajcPEY5kPb4JkCztuufa69pZQr3NdFpbu5k/ZM8Uj3zz6PUlvgOjXAAAATFsgwo3w4DpKCa5nuarnCyx7PqLM646/fz9K8JOJ67tzuZQUWdBxJfKzMemQfiYeT+eDn7UpbxvX3nLqdTvyWv2j5ONYzz3U6hVYX9avAQAAwI3wJNfR14Tg+ssSyh+0EN5t+Lv8LMnzScjhy0h95zjXJ56P8Nlu7mLTWWSLNXro49pbQb2+jbxWH5d4DEsRedavYx906dcAAADgRrjJdXQSGazJgiVzJZQfM4N4PZcKYaJSDTBUv9nL9ZGjxM/HLgq5FbGvrY6HRJdljBPXXkK9/ozst69LKn824hh+T2JgXb8GAABg6rgRjqqjk3HNWg/l/4xMR/MgC2I+1runus8+zqWk+Jm6YGKWtiWy3x9FXGN+d/TNDS3k2ltSnS5GvOnzYLeE8mciFlO9mrRUMPo1AAAAU8uNcFQdfYioo6uyZuO293uauKDqKz17YvpeNgv2eXv7mAWx29uz9rYw4DMrYbHG/6YNyhYoHbL8mLcmfvdKPxTWDPglHYxrb0V1uptwndwqYawOCqyfTfpbG/o1AAAAU8WNcFQdHUTU0bMSyz9OCBh9kWd9YvrdSseM73ye87fdFs4N6YFuipqh2/7sp8h+t9flszO5xYAv9U3X3pLr9EPCtXK9wHLnI94wep/69oh+DQAAAG6EJ6GOBgXXf5YZNAxBmRg/piF4M0X97mJAe/8NfWMzBLJfhVnqnT6NeAyvIvtedixrHZ9byAXWbyc1x7Rrb63q9CYhuL5cUJlrubcz8rK3SJ7o1/o1AAAAboSntY4GBRg3Sy5/PzI1x7IePTF9bqM1upEXDs3SySTksM5m1H8N25/cf3uuVV17K6jTFKsFlPeyywOtfBqYBf1avwYAAMCN8DTX0Yt+aVgqKH9QHmGLRE5en3szYmD9d4Ezcy9HPJYjLeraW1GdXiT0y1HSJa2EwHm/Nzl29Wv9GgAAADfCguu9g+v3Rcx+jCh/e0D7vNSTJ67PvR0hmH1b5MOWEY/lVKoi194K63RzwEzyTuep6bxCUP2kz9sc92Hh4QX9Wr8GAADAjbAb4X91tNNrgbqKyl/v0zbv9OKJ7HNPRgisPyn4WBbCTFyBddfeJtTrVo+FgHv10aUB+1tqb6/D3/ZLkfStc90B/Vq/BgAAwI2wG+FH/w3WdFukbr6i8hd7tMvXMhdSZax9bmbAIom9Fk7cKOl4Umevn1U1Plx76VK38+3tMHIW+12YxZ7NSH8XFrD+GILlvwYE1O/C51bVun4NAACAG2E3wt3raKVLnTyv+BjucuVfmBU88f3ucZd27+Uq66clHsvMgBzTnT546OPaW5M6ng8LQp8lLMw7yH2Yxf7CAyT9GgAAADfCboQH19FsLjBzNIZj6FyoL1tgclHvnYq+txreUOgVGLwOi5/OVXAsM2E28N8eAccv2QMBrebaW9P6ztIbPQ19+Dy86dFKeHh13N6eCajr1wAAAOBGOL2evneku5gbQ/lHVcxQprb9by7MZN8NM2aznOxr45ghHo7lSTiOF2ERSQFH194mtkEWcN8Ii0a/6Nh2w7+tekNIvwYAAAA3wqPX01KYtTgzpvLnzJoE117QrwEAAMCNMIBrr2sv+jUAAAC4EQbAtRf9Wr8GAADAjbAbYYCyrr3ZQslbAzYLF+M3BQAAALgRBgD8pvCbgsnp8DNqAQAA3Ai7EQYA/KaA/p17t70dtrfz9nbb3i7UDAAVfQ9lr73OqonGtduCWgA3wm6EAQC/KZiGDjzT3tba25P2dtDePmUB9PZ216MzX6o1ACr4ftpub7+yB7xqo1HtthV+Q7xtb3NqBNwIqykAwG8KmtxBF9rbZnt71t72ws3ux/Z21t6uW+mO1CoAJX5vzYXvqfvwvXNnUaZGtd1Vx2+G7OHIupoBN8IAAH5T0NQOetAq1k7JN+XZjLcX4WGAGW8A0/Wdtd3lwe976300qg1fdTwYaYX//VYbghthAAC/KWhiBy0yuH5fRh7VkJomu/H+kysvy/F+1N7mtSTARH9XzeZmqz94qXYa2Z7Pu6SXy96YW1I74EYYAMBvCprWSedDR33Irf4yBK1T08L8LOn4Pg8oNzvOZS0JMJHfUavt7Ufuup8FZp+pnUa360Z7u8m1698sVZ3aATfCAAB+UzAJnTebMX6aEFx/X8IxvIws+4dXygEm7nvoaZe3lrLA+hO1MxHtu5TLwf7QvvtqB9wIAwD4TcEkdOAnCcH17RLKT5k9Lz0AwOR8/7zpkgbmtsy1PRhLOy+2t4tuC6R7aA5uhAEA/Kag6R14KyHf+tyYyi41LQ0AlX7vZG9NfetyjRdYn9w2z9LT/ezS5icC7OBGGADwm8JvCprcgWMD3OcllL0/xKKqc1oNoLHfOdks5vMeD3C31NBEt/18jxnsWXq6WTUEboQBAL8p/KagiR34eWRQ+6CEsg+GCK4vazWARn7fLPVIBZYF1p+qoanoA9nDlcsufeBMgB3cCAMAflP4TUETO3BsgHurhLKHmbm+qNUAGvlj6arHdX1PDU1dX/jTI8Du7TRwIwwA+E3hNwWN6sDfIjrw3zJyog6Rc/2v3KwAjfueWeoTWH+rhqayT2yEHPvdAuy+58GNMADgN4XfFDSi886GgPUg30oqP1vU7ndCcP2DVgNo1PfMfI80IJmPamiq+8bLHv3ik9oBN8IAgN8UflPQhM67HRnU3i/xGGJTw9y0twWtBtCY75jsAe73Htf0aylAaPeBw6p/dwBuhAEAvymgqM77LjKwvVHycXyNSAezocUAGvP9MtMn7dhde3uslgj95EePfvJMDYEbYQDAbwq/Kahz5/1Zhzzn4eb6bY8UNVn+1RWtBdCo75fjPt8rr9QQHX1lpUf+9Vvf/1D78TuX3egO2IxjAMBvCiay4y5Gzlr/VvFg2g6D5rmBU1o9r4c6XlMbQAnXmNd9vlMsWEm3PtMrRdwP6YMAAACo443s7rjzrTOWdt9ob/ehbU/UCFDwNWYzpH3plQ5mSS3Rpd9kb7Bd9Og3R2oIAACAut3IfqpDvnUqbfPszYCrjrZ9p1aAAq8xM2GhUulgGKb/7PTpO5tqCAAAgDrdxP6KCKzfen1/otr8KNe+FhQEirzG9Muz/sv3CRF96LxH//ktPQwAAAB1uXldrVu+dUpv8+cd6WA8OAGKvsZs564xec/UEhH9aKtPH5IeBgAAgFrcvO5HBte9wj8Z7b3VJQfymZoBCrrGLLS3P32+S757mEdCf/rWox/dS1UHAABAHW5cTyOD66tqq/Ftvd4j6PVa7QAFXWeOBnyXPFFLJPSn7T596dKDGgAAAMZ943oTEVj/paYa387rfWaTrqghoIDrzNqAdDCCoQzTry779KkXaggAAIBx3bA+jpy1Lrdps9u5X2D9Sg0BBV1rzgZ8l7xRSwzRr9706VPXFjcFAABgXDes7yKD617jb24bbw3If/xZLQEFXGs2I75LltQUQ/StlQH9al8tAQAAMI4b1ouIYMi9WWGNbd/d9nY7oH2fqymggOvN9wHXmh9qiZJ+r2QPkOfVEgAAAFXeqC4OyI374FxtNa5tZ9vbh4j2vReQAAq45sSkGLNwMqP0sUFv2h2oJQAAAKq8UX0SmRLG69bNatfl9vYzsm2/qzGggOvOt4jrzaqaYoQ+NugBzrXFcgEAAKjyRvVjZAB2XW01oj1nsgchEWlgOr1Vc8CI156ViLdk/gh8MmI/m2tvdwP62a6aAgAAIOYmMwuk7oRg6kl7Ow35SLOZW1dZKpf2dpwtZtlnH9cRwdffYzq/2bAQ515Ib5Ll8n08xmPJ6vpNqNMfoe4etuzYPoe22I5JsxKCBA/1v1bAMWZ19auVbrsBfT2rq2ehH3wL9X0V6i+bof8lSwcQ0z+yxRTDootZLvrX7e0o7POyvX0dQ79aC308O46z7DwL2O9q6Ktfw3l1XhMOmvywLJxb1naH4bp31nHde9jOwn97UcTYGmOfX+/oo6ehr3ee549w3Xk17hnh7fLfR1xrjn1zR18XVjuuC6cd4/gi9P2FEsqdD99h38J3yXXHNWOpRvVzKo0dAAAAw95UZgH15yGg8jchgJrdkC/n9rUS+dnjCs5rMQSl34SgWK+g/0rF9b0RZvf/SQxY34YAwNsQPJ3pcr6dKRTmhzy+LFD8MnJR2l751rdDYH7QNl9x3c+Hc/saMVPxfxZM7BZkD3V1N66gTDifrRC8+hSCZd1m+m4Muf/ZEGS9jKyns/w1oabXvKUQZMweoPwesp//CAH5mZqf60LoH+eJff7Bt3E8OAl97ybi+F76Fh/Yz79GfrdfFhVgD9emdwPKzb7TntSkrg68bQcAAMAwN96HkQGMfrlIlzv2uRf5uWcFncPDLN0nYTbmxxDgi31IUFlKgVDfXyIXe40Ntv8MQbOLXODsd+KxzYWHENetaq1UVPfLoa//HfF493P7fV5Vipzw4OpZCFh9Sxi3N8P08TCWh7k2/K76gVXCOe2EuruPrLeH2dz9/v6qbm9qhAemT0cIqOfdVR3EDg/oYsi3/r/1thau5T+G/K75XMAxbIRxEfsdvFiDeotZK+aDHgYAAEDnjLK7AcGUr2HW6k4I7K31mNF82rHvT5E31ItDHvubEDz/OcTM71ICCZHHvR1xvL/CrPTt8Pr+cghSvAgz71Nynp8nHNvSkKlfing4MFNyva+EurvvM8v+R+hXG50z6UP974Z0MZ1edfzNUcR5biQe80w47uchLcbZiH39fWL5y13OOVXWn2ZrdM17NmD2/W3oJ7uhH8x22cdmCFb3clSD85wLDxmvBwQzj0Iw8eE6sxP62qBA/KsKz+Vz5DVk1nf6f95OeDVCQL2wBxbhN0LqMbyqQR0uRj4ImPr+BgAAMO034S8HBOquwozVuQH7Ocy/Lh2C9jGzJC9GOP7zggO8Lyqo8+0BgfG/MTP5Q/0eRQYujhOO71NrPH6UWOeDFmG9D285rETub7ejb98/pAeIeCjxN/UBQgkPOjYTyt4q6KFVLdJ1hKDxzz7H+DO07XzCPr8X9SCj4HN9PuBNg6vwkGG2zz42B1xf7qqYZRzGb0w//Ok7/T/pTO76vEVyPcTbC4dDHsurIa8VxzWpy5g3dXb8kgQAAJjOG/CVAUGh+zCbfTZhnx87g0qRr1VnDkY4j50wk3s/BBXehxmOwwYkl0uu940BgfXbIWY2P4sIsL9O2N9JbkHDXlts+ojryO2wxDrvN0v5dJjcubmUR9/CbNFB7fB5iHKKTM0TnfYoBMbuCyz7dIzXu4cUTP1SvgyVLz0iN/Ozis91PcxY7neNeZXQD76XEXhNPKfY75IT3+3/+d5+GOvH4Tr1P29fhPRpewlvPyWnSwtvTAzrqCZ1ea7PAQAA0O2G8eWAm+qrIYONCx0zvbJUMR8ib6R3SjrPx4mzbn+UXO+zEUH/N0Pue3fAfp8WfC5rTQiShIcu/QLE+6OkoukIPN6HhzyD7A5RxlJI1fE45M3eC28sDBN0/xxZ5pse9XYX+vD5EPnXr8fUB54OONaT1ggL6YbPD8rVPlfRub4dMCv5V2qKj4iHB9cVnNdRZB9782jKhevEk5gH4wlroiQt3hnG3CgP5vZqUpcx/e6v1DAAAADTc9M9O2D2ZivkVV8YoYwPHbMjryJvTOdKPOfjhBv6g5Lr/3WZN+kDgnwrBZ9L7Ov+z8bU1+dCX+43e/d5AeU87QwyRtTHUoHnODPE7PLdiP2+7RZADQ/l5nPlv02JmFXcB2bCmyz3ZaWqCWXEXOeel3yuC+ENjNaAlDcLQ+w75qHRXMnndznOB7UT/rsg9i2vt5H7e9zlAc95uH68CW/53NXhYVTEuexH1s2TKe4/H0L72uK2RVcdAABo7g3Q4oBcww+B9dkRy3mWOEPtW8nnfZBwLFtjDhCdFdDGvd5ImC34XL5E1unCGPr6cuv/X2R3pNQ7fcqaTwhuX5V0vl8jy78f1B5dHgDdh4DYXJ/PfK9bcD0i2HxXxNscCTN/P5d4rpsRbxF8GTZgGRlcXy75uyt2jK0+IrV+Yx+Unka21e/c9eNFj2v0py7tel3Utbmguon9PXM4xf2n6HVvJt2yqw4AADTz5mc7MvgyU0BZa4k3Gm9KPvfYdAJ3Zb7aHXLeDvKhgHK6PUy4KeF8YtLtXIyhrw8KNN4VPcswIT3Kh5LOOfYB0pcB+3mRC3ZlQbLHEeXHBuduK+oD6xFt8qyAcmYSUvP8KOlcX0QsTnk24hsx+2MOrj9N+D6RniO9fpeL+I4M4+E8F1h/OqDshfCA6iC082zN6mYjsm5+TnH/EVwXXAcAgIm/8dkuO/gy5I16KelKuhxP7Kza05KPIyYAelBAOUtdZgN+L/hcYh+gHFTc1zdCap1+M7d3Sig3NsC6VdJ5v4ss/0Wffezk+s1F7OvrkTObK3nYErnOwusCyxpbvvmQkmfQjO6LUd8eicgpX2pQO7w5EePmEcPW8a9Rr2FdvuOeT0C9LCS8FTQ/pX1HcF1wHQAAJvqmJyawfllk6o7E4Pp1yec/MyDYGhV4LOhYYtKoHBZU1lluvx8LPpeXdct/HILDt1UEVbuUHRNcL+3NiCzlSGR7LPX4/Fqu7pICshFrCfw37VTJfWAr4np3VGB5uwnXusuCr2sfI9ezWC6gvMsxX8e/Vl3HU/hbIfYB3X6Pzz/JPeg5mKC6uY2smydT2ncE1wXXAQBgYm94YgLrt0XnqE0Mrn8uuQ5W63LDk6WFiDiGs4LK2isz9U5kMPe2qlf8I2as/ye3fxFpj3qUH/MA57zE848J7l/0+OxS7vNXqQ/bWv+3iPEg70usg7WIGesXRfaBEFCM9bHAcmMe1N0X8aZEZFqMk5LHd+ys6vNHDFvHW8N+Z4dryJ+iU8zVqG5i30w6mNK+I7guuA4AABN5s7MROdvqWQllbybcZOyWXA+xuaCvK2iT2NnN8wWUtV7WDPIwa/a2LoGu8ABlUFD1usxX9scZeElI0fO+y2dnW/+7yPHvYW78Ix8clXK9CeUvR/SB26JTUPVIwdRrXK8WVOZhlf0tcs2K5yWP8fthA79E1/FsxMP4rt+VrX8Lk3Y+nJubsLqJvb59mdK+I7guuA4AABN3o7PUilts8qSk8rcTbjIWSq6LL5HHcVJBu1xFHsteQeV1zqZeK/A8Yhd4e1NBnS5GPrTYLvkYYjwuqfzYxUw3unz2KJdCZGXIY/g9rvGeBfIiZzbvlVT/n6pKOZWQfudHq5jFqZciHqT9LTnf+tI43g6Y0t8OseuTzHZ8Jp8ibHMC6yU2eHw9pf1GcF1wHQAAJuomZyYiP24rBKPmSzqGvcgbjF8V1EVsrtSdCtom9gb0V0GBsc5ASZGpMPbHGUzOte/5uANurbhFLa9LLP80ovyrLp97mpsRvDNk+bFpoC5LOv+YfNxnJaYEmu/TD++KesjU+v8XnO2XDmajoDJj0j8dlDy+Ut6EOnjEKHV9mPJ9Gcb+30mv/4SH9PeTNms/sn4+hGugLW5bdLUBAIB63+R8G/fCWwkzad/VJChT2kKTueM5SQgSPS2gvI9lPMSIDObelJ1zNzIQdF12sKMVt6hlWW+JzEUGXD/kPpdPo3I4wjE8i+zTRyWc/+vI8b1cch+YCQ8rTkLwJLsOvy1qpn5k6qNCr6shmB8zzudrML4evPIrYKS6jn0wvh/+/muV19ox1kvKd/eangQAANDcG8DYlAFlLz73MfI4tks+jtggf1W5wZ8l3KBfjRrwz2bMhn2dFngOM5FBvi8l1+XTyKDyswraNWYxzxdj7lM7uTb8kZvVPTfCMbyt6oFRrtz1yBzR7xt+XY99Q6OQ60YoczEy1U8Vb/y8SbhuvnjEKHW9ElnPX7s89Nie4Ho5SuiDO3oSDerbAADQCFX9QN6IDDRlr3AvlXwsMXlb71rl51uPXYTsoKI2WmzFL8xXy6BgKz6f/osSjyFm8cr/BI0rqpOziGNZLqnsmNn7t63/zZH8Pnc9WB7xGM4jrztFpibKAs4/I2dWN3o2bcLDi0LGXevfwpYxffqwovN/L7heaX+Leahy3frfdDAfJ7xODhL64Eu9CMF1AABoWHC9Fb+gX+Z1BcfzN+I4fpR8DPMJgeytCm9kThP7z3bNbsRiZ5EujbkOs7ZfraA+ZiMeapWZb/06oi6+dvz9Vse4yP7v4wLOP2a8n46pHzZ91vrjVvy6EVetYtZqiMkv/a1VctqnjuM5SbhePhcuq6T9O2UPOucnvE5SgusHehGC6wAA0LzgeuwiZIUslDngWNYij+VNyccRmy7jd1VBonBcTxL7TzbzdrFGN2IxM1qvSiz/eWS9nVRUH9vjOpaEsfak4yFc56zUDwUFf2O8LfC8lyMD+rdNDvq1/s3Ov0i4VuwVUN5xRDnnrZLfOhohuL71iFHr+13id9TeFNTJq4T6+KgXIbgOAAANCq6H4FbsDO0q8k/HBj83Sj6O2LzvJ2O4mblM7EPnVT4A6HPcC5F97aik8rO0OjHpYLKZ5EsV1UlMIOpFSWW/jKyL2S5Byp+tYnJzx87o3BxDsPV4igJ6N6O0Zwisf44oJ8u1PVdxPXwVXK+0vrcT6vusDt9NFdTJi4Q6OdGLEFwHAICGBNdb8XmHM9+ruAmODHz9aZU/g/46sl5ejOFm5sUQ/eioBjdhsbPun5VU/nHd6ipy/C2VVHZM+oazLm1XWMqcVty6BldFjffWvwUXYx8mPn7UUOFB1t+E68P+CGUtRfbj9+MIpLbiF3MVXC+mvudaceu3ZONwbUrqJOU7+1QvAgAAaM4N3+uEG74nFR1TzGJoX0o+htWEelkeQ7vNDDF7PbM75v72PjLgslBC2WuRQdX7Cmetx+T1vyqp7NnIWfyvQ6D2puPfXhV0DLFBuOMCzzt21vplk2fUto/9Q8J14W7Y2eQhaDgoiJ/99+djrAvB9errPGqx4Cmqj5Tg+rkeBAAA0IybvfmEmY2/WtXMWl+pw2zxVnw6hV9jbL+dIYLrWQ7pjTEec8yiuT9LKjt2IdivFdZHTFqWslLkxKZuyB40HXXOZC9wFvmTKh8KhWveXWSZLxt8bU+dtf55iDKy2eoxaWCyhxmLY64PwfXq6/xTZH3PT0l9CK4DAABM4M1eyqz1lxUdU2xQe7Hk4/gSeRwHY27Dz0ME2P+MabZ9zCztzGEJZafkAN6osE5iFnd9WlLZMYsYZ4thbna0222Rs/pb8QspLxVU3ps6v5FSYL0eJF4TdhLH8VHoC30fktUlrY7g+ljqfK9Ob8TVoD4E1wEAACbsRm82Mv3KQzB2rqLj+hYT8Kugbu6aEIgJs0f/DhFgv2hVv6jg83HVaSt+QcNfFdbHcmS6jvmSyr+IKP9t7m2D/TEcw3mB5cWmUvrR4Gv7TMK1PTr9TfbQKQTVB11vrsJYn6lRnQiuV1/nsW+hvZ2S+hBcBwAAmOIbvXcVHdPSuGY2545jKyFP8WwN2vLpkAvlfqoyABY5y77wOg1pTWIXsHxdYX28GVeQJXvzI7I+vpS1oHHCugYHBZW3kTA2Dhp8bX+WeB3YH3BN3o/Mn/09fK/M1LBOviTUx7ZfCIXVe8yaDmd+cwmuAwAANPFG7yLhRm+tomPaq8PMwuxhQtNugBMWaaw0d33uGK/GEWhJWNjxvsr8v+2yrsc1qzMy1/t9x0OJ7P+uNHm8J4zrpDQpNby2f0s4z/t8iq32/78e0sr8iHgo9Sdce9ZqXicndbwmTsHvjO+R64DMTEFdpATXP+s9AAAA9b7Je5xwk/e9wuP6EXE8f8ueLR45S7NWCx5mKV4ig9djSfkzrhQBIcXPn8iyq1zINPZtg7LyrX9K7CfvSziGmNnEhb3JkDCuK33IUnCdLia8pZE5DmNzL/SJm8j6ydput+rUUiPUywfB9bHU+1FknT+egrpICa6f6D0AAAD1vsn7mHCT96qiY1qLDAp9Lfk4UoJTyzVr17WIRQa7BtgqOLbYWcobBZebkiLjeYVtdT7OIG/CA4dWCLjOjekYPhdU1lzCuP7Z4Gv7i8Sxf5/QB05CQH2xgfXytm6Ld0/B74yFyIc1labjGmN9vBrnw0wAAACKu8GbSVgA866qGZwJr+2/LPk4YhfdvK5p+24PmR5mu+TjOo58K2Gm4HJjFzK9rSp/fruczdiFJksqfyuxb+yVcAyx+c9fFFTeVMwaHeKNhH6LnGb7eh0e2jU6bUd4KDDx+fZrVuffE+r8yxTUx0FCfbzVgwAAAOp7g5ey+OX3io5pISHgv1jysXxsegAuMbf0g4syA2iRMxi/FFzmbHhAFOOswvY5jzymo5LKfz/ufhEWyYyxOoZz3m/w9f13wnnehVRS5yFtyuvw0GP+0YRJfKB09IiqxveD35Oedz0xuL6nFwEAANT3Bu+kbkGmhGDwVQXHEvsa+/Mat/FMZP76SnINJ+T4f1VwuVs17OtPxh1gyR4kjDstVOQx/BrTOT9t6LV9LXG8N3bR1iHqZjmhXj75pTByPxwmPdnShNfLUUJdbE9hvzlvkWLZ1QYAAMZ3A3Od8ON9o4LjmUsIaB+VfCyxwanCFlksOZiUGuD4VdIs5dhcs6sFl5syg3+tgjaZCXUca6GEY5hPmM1/VUY/D28UxOT6Ph7TdW+rodf2lJzON5M+U7jL2IvNL3/ul8JIYzu/cHBs0HR3wusmZWLDyhT2HcF1wXUAAGjEzUvK7L3bKoIviQHQnZKP5fUkBV8SzqfT4xKO43QcOewTcv5e17A9rks6hpSZ829LOobYnPPPCizzPuG8Vxt6fU+ZGTvxOa671E/sg63vjyiqD37LZqRHjr+TCa+brwnjc2YK+47guuA6AAA04uYlZVG/8wqOZz5hdnXps8UTbu7eNaS9Z0LO7BSHBR/DXORM6eMxlfufAFAFbZGyrkDmY0nH8T5hvC2VdAyHVY730BdSLDb0+v4t4RzfPZoyCcHN60cMU787uSD6zcM1JPLBxsWE10/s74vLKe0/guuC6wAA0Iibl5RF/Y4rOJ4PCcfzteRjmUkI9G82qM23Em/YLgouP3aW8u6Yys0cVNAOR4nt8Lyk44idvfu5xLqIeaPgrMDyUt7YaTX4+p6ScmjqFkxsn/ObyLq592shuW7nc+nd7jvzhkc+UGvsg63IOvpZl4e9Na0fwXXBdQAAaMTNy+eEH+6vSz6W9YSZxVUcT2wQ+m9Jecn3Ql7osxL2/S3xpm2+wLJj0/4sFXzOuwnnu1ty39rsmNH5u739GUfO3SxwlZAe5UlJdRF7DPsFljktwfU/Caf59NGUyc45oX7m/GJIqtuP/VJKJbw1tzvBdRS77sP+lPYhwXXBdQAAaMTNy4+6BF8SZnFVssBXdkMbeRynJZX/vqzgfXiQMZa6juxzlyXU59uE890osV9lC/xddgZOIoLL1yU+wIlR2mKXCTnf1wssc1qC6ym2pvD7L+Xh0tojYus1/yDzPH/9CHU/tnRYNamnuzr89qpx/QiuC64DAEAjbl6u6xB8SZxVXEkO0mzG+Dhn0GeLuZUZ2Em8cd0qqMzZyIDCUQnne5xwvksl9qvOGZ1fsnQvEcfzqaRj+RJZH0cl1kdMepybgstcSLzezDT0+i64PriOLsf55sYE1udqbi2Jm16pXXJpY6Yq73rCw4XMwpT2JcF1wXUAAGjEzUtKGpaVko5hpeNm/M+4g33hmOYSZjQul3QM38ucudbe57MxBNefFhnISgl6pqTCKbFf7eTSwcxHrjOwX9Lx3ERWyWaJdXJV5OzV2D6RGLRYauj1XXB9cB3Frn3wyi+GwWOvy0PpnT5//2la8663z+lxXSYS1LiOstRBB7bobd5VCAAA6h98WS7pZvxHR/qT2EDH04Qy5oc4rth86zcJ+9xPCdLl3io4LKHu5xIermwWVObHmMUDY9osHP9lmOE/F/H35+MMrmdtnwtmb4d/vygq8JnS1xOCOzclXn9WIh9iPY/c33Koz+XE8TWRgefcDOJC6ngCvwN3Iuvn8BGD6jK/QPqHAX8f+8bazhDHslHnGd+RbyyVPpEAAACA0W/wxh1cP87lno6dXTwfuf/5EGzLZsjNJhzXQeRxHEfu72HG8k3MGwBdZs7/LKn9L6ts+8hA8nli37mIadvEV8yLznE/l1tT4Cj8+0JEcPk+8uHBYqiLk8j62C+yjw9ZL6+K6n+5Or4aVGcJaZ8yz8ZwbV4P6wTMj7CPXwnneDim76CsD3xNuT4XXP5M5EOIb34x9K3HzdzD2h+D2jSkkCm8b4bv/evwJtxWTevrTV2vPQAAAKTd4KV4XHDZLzuDxyE4FhPkuIrcf1KwLffZz0Xd+Gb50jvS3VxFBj5Xqsi7Gplz+66gspYjZykfROxrvyPwvBZZ/tm4HiTlHhr9N+gUOWv2MmL/8x19/U9kMDq2Pp6UeP2J6X+/Ivf1teMz7yP+/jChPxxVfF1eDmmDHtIHLZRYv0kPtQo8x9ncuhLvH41J5PX+5hH9vms70zv9jU0jF/kGyc8RrrdrNa2zmDVA/qT8bgEAAGA8N3h/EoIvuwWWu90xy+02zGBbLXImbe4Gezvx+GJu+AemLwlBz8uOv9+KLH+zzPrvKOck4jzPCior9jX4zQH7edzRdw4KPtfC04Dkgig3namBIgO8RxF97GfiA5/ZyAcdf8tazDPMGI65/hxG7KuzHr/FHHP20KBOCyh3HNd6rl5ej7CvNwnneFdVGo3wlsWPzgco48wXnLD+RCNz71dQf8fDphiKDDLfxb7ZkOvzhzWus58R5/1F7wIAAKj/TfH3qtMGhNm6na+P74V/f15UkD93w/4u8fjmiprpmZsReZhwDLtVzCyNDDgfVljWbb8gSpjR/6cjHUzKgqbvE/r6ywLOdyZ3znf5oH1kgOVpnzLygfX9yGPbjKyHLyVee9aLmDkfxsp96izvUHf3CX1iuYLr8WYusP6hojpupT6sGuGYdnPn+LusxbITjmk28kHPziPydbc3ylseuTfYRnrgGdZKeRjTl3Wd9R36222Ra8sAAAAwvpu8TwmBl9+j5sXNbhZzgfXPDwHShODn8oAy3ufSzcwmHmNsQOrNgP186Pjb1EDw2ypmTrb3dxpxnmsFlRUTSP7W5/PzHTmkswDKRmL5L6pKkREC6/n1A150+Zu7Yft7+HxnHvlPsX0sISXKsxKvPa9HXV8hBNPuhg1GJazxMHKgO+JYHufSYn1rFfDWQEd6mRh/y5q9Hh5a5r9vbqp4aBF5fDEzqN8/It9n70b8vl0rIjVTLpVS8vdDxfW2FjkWZ/UyAACA+t8cv0qc2fhihLJe5maKXnfOLIvMD3w7oIy3uXylK0Mc5+6o6UtygcMs+LCaeAyfqlh0MCL9zc+CyomdJbzf4/MzuTQSr4Y4hpXEvr4+wrnmH1q86/J368P29zDz8bTbQ6rIY/wRmfZoocRrT8x4/93n86u5/vtmiGN4ntAf7spKCxJm/97lHsbNFbTvD4n9/rSEBX03uyye/HfYMVZSG8S8zTGRi5qG60k2Fj5mQeyQJmch4nr6J/fW0eqQ5cekYfvdq1/mHrzWOh1Mwu+uD48AAABoxE31UmJqhD+pMw3DjMWTLoGV1dzfXYwYbHubCwxuDVknB5F1sdDj8/u5Ot0b4hjO+wT4Fgtq++WqXkuPXLiza9qFEFjvfNjwZdjgX+Is3vPUcrLZkrmF/Vqh7890+duYhzg/u3wuH1hPCsSGfNcxY/6s5GvPr2HfIAh9tzMg97nk4ygl8Nzj2nhZ5EONcI2/Swywfypi1mx2HiFge9fl+r9Rw+/Di4gHLBM1mzgEyX/3ONe33d4cCQ8Gb4paEyThDbq9Ht8P57nxM1PzOo95S2LtEQAAAI25uT5NDLxcxgR4w03vXpcb97tueZQjA5/3+bJDOR+LSmcReePb6hEwPcgFLo+GPIarPuWeFNTub6oKJIbZkMnB9S6B9ZECj4l516ODjGHm5GGXIOJJn9mWMQ9xrnKfWcnNOv+dOps6YfHGlyVfd+5Szz98bj0XWB+1TzxL7BPvCzr/rS4zdn8U9fBsyPGXf7i0PGR5s2F2brc85lfDznCu4Lsw5k2GicqDHfFA4W+4bm6G6/GrLvnCP414DLFv0P3tDDqHhzfnudnzKw2o80G/db77ZQoAANCsm+tnQwRe/oY0Lwtd9rcUZm9f9wiOP+txHClBn7UQaNztksv71Yj1cZIaCA4zafNpLs6GneUYsdjZ8xHPcW7ADf5tkQGwyLcSWuHBxmz4zONcIPnvqLP5Qp+5Tezr1yHNT/5Ni5kQIP2Qy5U9MLAePn+cUCfb4WHI7aj5qhPKXS35upOUiioEbPdydX1TRDA6t/Bw1OLOw6ZtCQHBwy5vD5yXEVjvGO9XQ1zns/72Lnbchevy2z7XltLOsaB6mo0IfB5P0Hf/Rmt0Iy8cGlI8xb5Blz2U+xq2P0V+L1ZU5yvT9gAHAABgKkTmYO41k/wyBE0uesxU7DtjveMYivCmgLr4mBB4+hzO/a7L7MyFIctfiix7Y8j9zwzIdz10Sp0+5d0mBvS6ve2wXdDxfBihf92FYPvNgL87GDTrP+EhTq+HW8PmN455Q+R32akVIuowfzy3RdVBl2OZHyL4/Cs8mIxdRHYzPNj42+MBStn1vT5Eepj8Q6Yv4SHPi47tbfj3QXmzD5uQUiViod2buqcdSTjXNyN+3/4uakHaLjn5Ux01pM4H9a9Lv0gBAACaeZO90iPoU5SbQcHREQM/I89YT7j5HZjKYpRX0yMX1nsILm4m7ntmwMOD21FS6vQoc7mA/vOswOMZdhZvbPD9ReRxHI8QWB/2wcpa7Gz5Cq455yM+XNgq+HiWEgP+neP9Y3iT52l4m2ErpBh5CDzf9FnD4nmF1/mnBVxnh6mfzQZ9Fy5EfBduPpoAuXVKhnmrYaMmx3LalFz4WcoXs9YBAAAmVFh0sozAy2VMWoERZs/fjbKYWpfjeDzCuV6MuhhhK26hy85Z5ofdFp3rst+tAelZotppiPOZb6UtmhuVRmjEY1of8JbFsG3/uORg0vWID25iHxw9ruB687rqhwsRx7RQwAzaWGdFzfod4vr2u4Lzuw99fK6B34WD1kP4MCHf+U9GCKw/KWHs/Z3wwPqgBeRrvxgrAAAAcTfbRc1g/xuCFHORZb8dMqC5UkI9XAxxLN9igtwl1cNtCDK8CakqHmbP7obg+6CA4ccyg2AhkDj22cm5Y1ovaAb7Xaj3mcTydxLLyWY8Lo14zjGLF1eS9iIi73+v4NNKycc1E/KM35YUdP7Zyi3cO4br/GIrfSHrlPFwNGpfHXP9DOqb15MQBA19/Vdi+/4p8eFW6nffWRHfuRXW96A0PDuPAAAAaL4wu+rLCLON/4bgymJiuYsJwba/Zc6KDKlZbhOO5VVRwZZcTvAsmLjd+r9FPufDsb0qIDh2F3LGr1fQp9YSg5WfqwjOhfr8NGRff3h4tDBC+ZeR7XQwav8KgbSY2fqfK7zWrEc+zLsLAe+5iq+DRwUF2e/CeH1Sp6BsSBPzo6Cg+kV4G2FxQr4HX01D+o7wJkPsG2tXZT7cCteo2AexH5r2gGPAQ/uvfn0CAABMmJAr+33k7N6bEJB/OcpMsmxG3IDyfoeg+mIF5/94QPAzm/G3X/TMuY7gwsWg192zBR3DbLhvkQGSq/C3lQfBQoD9dEAA8qSsWZEDjm0lzPD/HdHPj0NQsoi3FLIHSl/79PWjcaQOGcN1pttCn7ch8Ls/aqqlEY9vLgTFP4TrwX1CIPJLeHtkvuZtsB6uI98Tzu8iPJh60eRZ6n3qZGbAd9HZBJ3rargO3feZqf+miodbod4Pezx0uw9j6nED6/jpgBRKq48AAACYXCEI+JBm5EXYnocA9HKRM8iygHJIbXIYgq0fQ4Dt8ThmqoXze9Zx3ttlBqbDLOXkIHOot7VwfC86tidhtvtiTfrSUq4vPQ0PVWZrcnyroc46628rBOBnSipzIbTdVujni1N6nVkK422hxse4EPpr/nq4G/5ttYl5xjvObyYE23dy15FnHec3MyX9cXvAw4atCTvfuXD92e249q2N6Xt3Lncd3mxSCpgu59NvIdN3fmUCAAAAABMlzJTu5VwNEdGHNgaswTCrlgAAAACAiRLe2rqZltnrFN5/ZvrkWr9vYoobAAAAAIAoIQVav7U35tQSPfpOv4Vx99UQAAAAADDRBqSHeauG6NJnlvq89fBdOhgAAAAAYOJli2m2t6s+6T021BK5PvO5R3/5Pa2LVgMAAAAAUygsTHnXI2D6I8uvrZYIfWW3Rz/J+s+mGgIAAAAApkoImt73CJx+VEO0+8Fqe/vbo488VUMAAAAAwFRqtVpHffKvP1FDU903+qUP2lNDAAAAAMDUytK/tLdvPQKo2QKWy2pJv7DoLQAAAABATqvVmg151rvJZi7Pq6Wp6xPHPfrDO7UDAAAAABCEFCA/ewRUz7MAvFqamr7wrkc/eK92AAAAAAByQoC91wz2r1mqELU08X3grVQwAAAAAACJQoD9tEeA9VANTXTb77W3+1yb37W3p2oHAAAAAGCAkIP9S48A+4Eamsg2f9ElsP6nve2oHQAAAACABK1W602XgKtFLSevnfe7tPNle1tROwAAAAAAQ2i1Wrvt7a8UMRPbvgdd2vZTlh5I7QAAAAAAjKDVaq2Fmcx5JxY5bXS7HnfJr76nTQEAAAAACpIFXLsEYzNnZjk3ri2znPpfc+140d421A4AAAAAQAmyBS7b200uMPurvS2onUa033x7O+9ouyzX+ocs4K52AAAAAABKlAXS29tRxyKYp1KJNKbtZsIs9cxVe9tWKwAAAAAAFWq1WpshvYi0MM1qtyft7X17m1MbAFTwvfOiNdhyAeWcDCjjWmtgPBlPAAAAANAIgoFgPAEAAAAAiQQDwXgCAAAAABIJBoLxBAAAAAAkEgwE4wkAAAAASCQYCMYTAAAAAJBIMBCMJwAAAAAgkWAgGE8AAAAAQCLBQDCeAAAAAIBEgoFgPAEAAAAAiQQDwXgCAAAAABIJBoLxBAAAAAAkEgwE4wkAAAAASCQYCMYTAAAAAJBIMBCMJwAAAAAgkWAgGE8AAAAAQCLBQDCeAAAAAIBEgoFgPAEAAAAAiQQDwXgCAAAAABIJBoLxBAAAAAAkEgwE4wkAAAAASCQYCMYTAAAAAJBIMBCMJwAAAAAgkWAgGE8AAAAAQCLBQDCeAAAAAIBEgoFgPAEAAAAAiQQDwXgCAAAAABIJBoLxBAAAAAAkEgwE4wkAAAAASCQYCMYTAAAAAJBIMBCMJwAAAAAgkWAgGE8AAAAAQCLBwFq2yVx7e9rePrW3i/b2q709HtOxzLe3z+3tsMQynre3b+E8r0N5u+1txngyngAAAACglgQDa9EGy+1tr70dhQDzfZf6OR3TsZ0+HEAJ+84C99/79IkfRfQ94wkAAAAAKJxgYGX1PNPeVsOM9P0wKz0LHt+24mR/NzvmvjFb8P5PIs47m8m+YDwZTwAAAABQK4KBldTxZXu7a43ucYXHvNDebnLlrxS4/7mEOvliPBlPAAAAAFArgoGV1PF1l22YYPvLCo/5Y5fyNwvc/1Liua8aT8YTAAAAANSGYOBY634jLOQZ66ii49rskff9acHl3Cac+77xZDwBAAAAQG0IBo69/mcGLOr5Pwt8VnQ8Fz3K3yu4rOOE4PpH48l4AgAAAIDaEAysRRtsxC5qWsGx7Pcp/6DgshYSZq+fGE/GEwAAAADUhmBgbdrhIjLIvFTiMay3t79VpqVp73M7Mv/8ofFkPAEAAABAbQgG1qYdjiKD6zslHsOPAWWfllRuTIBdznXjCQAAAADqQzCwNu2wM86FPdv7fR1R9s8Sz/9pj0VUH2waT8YTAAAAANSGYGBt2mFhXAt7tve52N7+RJT9u+Q6eNMr13x7mzOejCcAAAAAqA3BwFq1xU1EW3wvodzPkYH9+5LPfzYL4Hcp95vxZDwBAAAAQK0IBtaqLb5GtMVNwWVuD0jHkjdfch186lLmnvFkPAEAAABArQgG1qot3kUGuGcLKi+bKf6rlWa15DrI95NsodMF48l4AgAAAIBaEQxsXFtkNgoq733HPs8iA+1bJdfBWa68I+PJeAIAAACA2hEMrFVbPI4Mrj8toKzVjnQw2f9da2+nEWU/L7kO/lQ5U954AgAAAACGIhhYq7ZYjAyuvyqgrO8d+zuMbKPMyxLPf6OpC5kaTwAAAAAwZQQDa9ceNxHt8a7ANs9mii+Ffz8su+wBx/UxV9aa8WQ8AQAAAEAtCQbWrj3OI9rj6wj7X8ilXnnV8d9eRZR9XNJ5Z4ur/u0o57PxZDwBAAAAQG0JBtauPWJSs/wcYf/HnftpbzMd/223zMD+gOPa7ygjywG/bjwZTwAAAABQW4KBtWuPg4j2+D3kvp92LGKa2cz9982Isr+XcM5zuXQ4R8aT8QQAAAAAtSYYWLv22Itc1HQmcb/zuQD25y5/sxxR7nUJ5/ymY/+3DzngjSfjCQAAAABqSzCwdu2xExlcX0rc71HHZ+/a22qXv5mJKPe24POdz+Vaf2M8GU8AAAAAUHuCgbVrj8eRwfWNxH12poN52edv7yLKXizwfD917PcidUa+8WQ8AQAAAMBYCAbWrj0WI4PrTyL3NxOC1g8u29tsn7//FVH2WkHnupkL+m8ZT8YTAAAAADSCYGAt2+Q+ok1eRu7rVe5zWwP+/jyi7O0CzjFLB3PVsc+PxpPxBAAAAACNIRhYyza5jmiTdxH7WQoLhD74EvGZLxFl7xZwjh872769zRlPxhMAAAAANIZgYC3b5DKiTU4i9nOaW8R0JeIzHyLKfj3i+T3Jzc7fNp6MJwAAAABoFMHAWrbJt4g2OR2wj2epM93D595GlP1+hHNbaG9/Jy0djPEEAAAAAFNGMLCWbXIS0SYXfT6fBbBvOv72KjbtSmR/OBnh3L5OYjoY4wkAAAAApoxgYC3b5DCiTa77fD6fN/15Qtnbo86a77Pvvdx+No0n4wkAAAAAGkkwsJZtchDRJrc9PvtslEB4++/XIsr+McQ5recWV31nPBlPAAAAANBYgoG1bJPXrTgzuc/NtrdfHf89WzR0LbHshVFmzffY53xIAfPf4Hz+2I0n4wkAAAAAGkUwsLFtklnKfS6fTubDkOXfDyj3PnF/x7mA/7rxZDwBAAAAQKMJBtayTXYig+sbHZ9ZzQXF/7S3xSHLv4koO3aB1Le5z+0ZT8YTAAAAADSeYGAt22QtMri+Hf5+JqRa6fRqhPIvI8peidjPVnu76/jMJ+PJeAIAAACAiSAYWMs2WYoMru+Gv3+Z+/erUXKatz97FlH2ZsQ5/O74+yxgP288GU8AAAAAMBEEA2vbLjGytltsb3+7zWgvsa0yT/t8Pj+T/m6S86wbTwAAAAAwhQQDa9su9xHtst/evuT+7bSAsj9ElP26z+ePikpRYzwZTwAAAABQS4KBtW2X3xHt8iMXhM/+91oBZb+NKPtdj88+y/3dZ+PJeAIAAACAiSMYWNt2uW6lO6mwT5x0+dzj3AKmP9vbrPFkPAEAAADAxBEMrG27XCYG1rO864sFlb0TUd633Gfm2tuvjv9+Oy151o0nAAAAAJhCgoG1bZfzxOD6+wLLXolJSdPx99kCpt/yi60aT8YTAAAAAEwswcDatktKcP2mvc0XWPZ8RJnXHX//PvffDo0n4wkAAAAAJppgYG3b5WtCcP1lCeXfDyjztkf/yR4KzBhPxhMAAAAATDTBwNq2y0lkYD1b+HSuhPJjFlRdD7neH/wuKu+78WQ8AQAAAECtCQbWtl1OxjVrPZT/MzIdzYNspvtj7WY8AQAAAMBUEAysbbt8iGiXqzJmrYfyTxMXVH2l1YwnAAAAAJgagoG1bZeDiHZ5VmL5xwmB9S/TnGfdeAIAAACAKSQYWNt2GRRc/1lmQLu97/eRgfUf7W1WixlPAAAAADBVBANr2y6vBtTXZsnl70f0i99F9A3jyXgCAAAAgMYRDGxku3ypoPzdAe2VLWC6oaWMJwAAAACYSoKBjWuXLKi9WkH52wPa66VWMp4AAAAAYGoJBta2XXZ61NP7ispf79NW77SQ8QQAAAAAU00wsLbtstWljv60t/mKyl/s0U5fy1xI1XgyngAAAACgEQQDa9suK13q6HnFx3CXK/+ivc1qHeMJAAAAAKaeYGBt22U25Fd/cDSGY7joKP8ym82uZYwnAAAAAOCRYGDN2+Z7qJuz9jY3hvKPQvlX2Ux6LWI8AQAAAACBYGCt22apvT0bV47zLKAfyp/XGsYTAAAAANBBMBCMJwAAAAAgkWAgGE8AAAAAQCLBQDCeAAAAAIBEgoFgPAEAAAAAiQQDwXgCAAAAABIJBoLxBAAAAAAkEgwE4wkAAAAASCQYCMYTAAAAAJBIMBCMJwAAAAAgkWAgGE8AAAAAQCLBQDCeAAAAAIBEgoFgPAEAAAAAiQQDwXgCAAAAABIJBoLxBAAAAAAkEgwE4wkAAAAASCQYCMYTAAAAAJBIMBCMJwAAAAAgkWAgGE8AAAAAQCLBQDCeAAAAAIBEgoFgPAEAAAAAiQQDwXgCAAAAABK1Wq2VEBDst80VUM7mgDKeaQ2MJ+MJ6O7/AQJWTOEAGt6mAAACnXRFWHRNYXRoTUwAPG1hdGggeG1sbnM9Imh0dHA6Ly93d3cudzMub3JnLzE5OTgvTWF0aC9NYXRoTUwiPjxtc3R5bGUgbWF0aHNpemU9IjI2cHgiPjxtaSBtYXRoY29sb3I9IiNGRkZGRkYiPmQ8L21pPjxtaSBtYXRoY29sb3I9IiNGRkZGRkYiPmk8L21pPjxtaSBtYXRoY29sb3I9IiNGRkZGRkYiPnM8L21pPjxtaSBtYXRoY29sb3I9IiNGRkZGRkYiPnQ8L21pPjxtaSBtYXRoY29sb3I9IiNGRkZGRkYiPmE8L21pPjxtaSBtYXRoY29sb3I9IiNGRkZGRkYiPm48L21pPjxtaSBtYXRoY29sb3I9IiNGRkZGRkYiPmM8L21pPjxtaSBtYXRoY29sb3I9IiNGRkZGRkYiPmU8L21pPjxtbyBtYXRoY29sb3I9IiNGRkZGRkYiPig8L21vPjxtaSBtYXRoY29sb3I9IiNGRkZGRkYiPng8L21pPjxtbyBtYXRoY29sb3I9IiNGRkZGRkYiPik8L21vPjxtbyBtYXRoY29sb3I9IiNGRkZGRkYiPj08L21vPjxtZnJhYyBtYXRoY29sb3I9IiNGRkZGRkYiPjxtcm93Pjxtbz4mI3gyMjIzOzwvbW8+PG1pPnc8L21pPjxtbz4mI3gyMkM1OzwvbW8+PG1pPng8L21pPjxtbz4rPC9tbz48bWk+YjwvbWk+PG1vPiYjeDIyMjM7PC9tbz48bW8+JiN4MjAwQjs8L21vPjwvbXJvdz48bXJvdz48bW8+JiN4MjIyNTs8L21vPjxtaT53PC9taT48bW8+JiN4MjIyNTs8L21vPjwvbXJvdz48L21mcmFjPjwvbXN0eWxlPjwvbWF0aD7OG71lAAAAAElFTkSuQmCC\&quot;,\&quot;slideId\&quot;:293,\&quot;accessibleText\&quot;:\&quot;d i s t a n c e left parenthesis x right parenthesis equals fraction numerator ∣ w times x plus b ∣ ​ over denominator parallel to w parallel to end fraction\&quot;,\&quot;imageHeight\&quot;:64.414},{\&quot;mathml\&quot;:\&quot;&lt;math style=\\\&quot;font-family:stix;font-size:24px;\\\&quot; xmlns=\\\&quot;http://www.w3.org/1998/Math/MathML\\\&quot;&gt;&lt;mi mathcolor=\\\&quot;#FFFFFF\\\&quot;&gt;w&lt;/mi&gt;&lt;mo mathcolor=\\\&quot;#FFFFFF\\\&quot;&gt;&amp;#x22C5;&lt;/mo&gt;&lt;mi mathcolor=\\\&quot;#FFFFFF\\\&quot;&gt;x&lt;/mi&gt;&lt;mo mathcolor=\\\&quot;#FFFFFF\\\&quot;&gt;+&lt;/mo&gt;&lt;mi mathcolor=\\\&quot;#FFFFFF\\\&quot;&gt;b&lt;/mi&gt;&lt;mo mathcolor=\\\&quot;#FFFFFF\\\&quot;&gt;=&lt;/mo&gt;&lt;mn mathcolor=\\\&quot;#FFFFFF\\\&quot;&gt;1&lt;/mn&gt;&lt;/math&gt;\&quot;,\&quot;base64Image\&quot;:\&quot;iVBORw0KGgoAAAANSUhEUgAAAt0AAABuCAYAAAD79q8AAAAACXBIWXMAAA7EAAAOxAGVKw4bAAAABGJhU0UAAABnE/JmZQAAFrdJREFUeNrtnS9U48z3h1dUVFQgEIiKCgQCgUAgEBWICgQCUYGoQCAqEAjECs6pqKhAIBAIBAKBQCAqEIgVCAQCgUAgEIgKBAJRkV/z3dn3V0KSzp38neR5zsnZ97y7bW/mzp35ZHLnzq9fAAAAkDiO49Qn1+bkatMaAAAAAADRxPX85Fp2xfXkGkyu4eQaOd9p0FIAqcZlZXK1JtcCrQEAAGDXJL6oJvG9yXWixPW7M5sRrQeQaqxuT64XFX+vtAgAAEC+JuqFybU2uTqT62hynU6u26nJ25RrWhcg8fitqLdNj574Q3QDAADkaMI+cpLjgBYGSDR+3b0TTwHxh+gGAAAoiehepIUBEonbDZ+VbUQ3AABAjifv5uTqT65zdd1MrjuVWvIZQXC/07oAscfrVsjKNqIbAADAclH+x0B0X9B6ALHG4b0wBhHdAAAAlk348waimxrdANFjb01tajYB0Q0AAGDh5P8qnPCpEQxgHm8mK9uIbgAAgJKJbiZ7ALM4W1V18OOAOAQAALBQDHwJJvtjWgxAFF9ragNznCC6AQAALBMEi8LJfptWA9CKrRVVMWicQMlORDcAAIBlwqAtmOhd8TBPqwGExtRagmIb0Q0AAGCpQOgJJvp7WgwgMJaWAsS2Wxf/bHK1/m1CnvzZULE3RnQDAACUQyhI6nQf0WIAvnG06RHQ7uFTJ26KyYzP7SC6AQAAii8U5oQrbeu0GoBvLHVULLkbJnfd2BJ89gHRDQAAUGyh0BJM8u7KXZVWA/CNJTddpG742X1ENwAAQLGFwkAwyd/QYgCJxOEqohsAAKDYk/2jYJLv0mIAicThAqIbAACg2BO9JJ97iVYDSCweEd0AACWfCM41J4AmrWWdbzuCCX5EiwEgugEAANENct9eCCb4c1oMANENAACIbpD79k0wwXdoMQBENwAAILpB5tdl4QTfoNUAEN0AAIDoBplfDwST+xMtBoDoBgAARDfI/XonmNwHtBgAohsAABDdIPNpbXJ9CSb3Fq0GgOgGAABEN8h8uiGY2N063jVaDQDRDQAAiG6Q+VRy9PuQFgNAdAMAAKIb5D59EkzsB7QYAKIbAAAQ3SDzZ1149PsKrQaA6AYAAEQ3yPwpOfr9hRYDQHQDAACiG5Lzp8spLQaA6AYAAEQ3yP35KpjUt2gxAEQ3AAAgukHmyzWOfgdAdOfx5hfci27wX3vMuQOw+yetARFiqpFlXCkb6ngD0V1SXx4JJvTHBH6/qsaAf1cVrwCUUHSrybg9uc48r9/2c2Sju+v8WZ0ktprC77kDZNcdfD2nl71Mrh4CHEJiaXtyHU+um6k+O82b27dSsGV5cp0oG6b5mFxXacQRohty5EvJ0e/9iL/liurdyXWp5pDPgN9xY/He/T01biDEAdFdJNE9MbTilkFSu7hP1YAwzvtNuYcUpFU7VQn8lxkOHzHRgoqnVbWK9kc4aPQTsmlJCX6d0mi7eBHRXQI/VoVHv68b/sauEtGmvCsBzptmQHTbJrrVSpf79Hw4uS4m14OwRqnLUg7uYzcNsTIloh4128YdxNcIl1IOECtqcnx1orEZs11HQnExphYxorsEfmwKYsJdla4IxXZXvcGKCzeGD/EcILpzLLrddJCQV9qmdDO+p7rPYHaR4O9tCdtnRKpJaQaFdSW0X2KcXO8lE3yIbQuet0ESrvAuorvgfjxKIh7UmHDvJMeQ+QUQ3fkV3XcJBP15Die925wMzv9gRaK4A8GCelP0lODE2oxoYz3iivsHnkZ0F9yPEmG8p/mdPYM3xya8UEkFEN35FN0tlavtvX6rDR0fBjf2nOH9bAQMao8J/mbXoI0eCZnCDgSrIRPhhRLkboztqc2TH2k+2GruP5gJnkZ0F9iHDWE4rGo8iN866eK+7Z3Hm4DotmgjpRu0Bq/CvrLYUT35zZpP1YX/Npsk+LsrhoMiG1+KORDU/wW4EmDbYZOfijHphsoPkxQTVcryIYYJnUMGEN1F9mFHKG4rId+1HMM+DlNu4khFA0B0py8ipKtxaxnY2c9qZc5ANBntdgdrBoNl4caqhsGeipbQpophP81dChmiG3LiQ5ezGePAaMYGzBv1trSt3tQ21X8fqvzsqOkoO3gUEN2WLRbNErQ+dDIQOeOsVpZVSoFUNDHpwnQfOkmyfKCqs/0jFUyt6jWnagTP6sdjKvAgugvuQ8nKdDvgO5ZCvudBCeuqhi11dR6Gqfh+zWstbzXevHIldu0XPE4LLbrrwqA/SdG2iuYr85WE7WgLO8Ay0xtM9R9pmtK94Lt7fqvVfqvxKt3lJCDex9TpRnQX3H+SfO6xX6WQkI3Kb2qeMEkN23aCD8yJZaNnBm2dRCEH+H+OEN0Wp0UKc0FvUrRrX9OmjRRs6QoeTmpMceDpP5INjl86pcHUZmlvn+zNmvinqrAM1SawweRaxEuI7oL7T5LP/cfn87WAudKNoXpE27YNxdcDohvRjei2T3QPJJtLUrKpLnj676Rk07aG8B4xvUHEGJsp3NSqtbdmfY+WRnRDoP8ktet7ns9WfD4/Vg+v1ZjsuzAUYA1EN6Ib0W3XDW4Kb7CSgk3XAnsOU2yrWavvN78AfvabDWGMHcz4Pm8e9xXVDBDdEOg76dHvm57Pn/gI7rhPkF00zO/u5rC9Ed2IbkR3yA0u5Cln2SCHepCjFRN2lINfn6kJJ/2bkO868Nm8VaWVEd0Q6DvJ0e/fSuP6vOF0/7uVkJ03BoLjPIftjehGdCO6Z9xk5F3dMdkx58hrn16k3FYrNr3qg9zEmKQu/nvAdyx5xPuIPofohpm+k5wuPJz6nJvm+O75+60E7ewYCI4/iG5EN6Lbvpu8iuvVd0Q7Tgwa/C4nnWLI9AYhfaYn7Nc1z+fdvNLHtB6AAdFdIN9JRGA35EH5IGE76wbz35vl7Q2I7lKKbslGr7OEbFg1zGl7ykmn2PwFENxnmsJ+3ZwRo1e0KqIbZvpNms+9GPCQfJ6SveLygYhuRDei276blLzWukng9701ud3X5rd5fNIPyIEfkVcLM/pNTfhQeRTyQOr2twVaFdENM/0m2SP0oj6z7om3eyelUrCOrLwoohvRjei2VHSvSQemmH//0PMbe87f07p0GKfcVi0fG/q/AGb3nUdBnN1OrdR59zls0JqIbojVb46acyoe4fvppFjH3s3Rtl10AyC69VbhMgly5+9JYR/T6SJq4JNsfplLsa16Prvd6xZ38Kp603E35Ycv5Yc+K6qxtrVkz8Kb+kzf8/8vaUlEN2j7TbIxf9dn3tlJ2V7pKvEXXgZEt503OhLcZD3G3x36reKpAVCXpRTb6dnz28cWd2531f5t1qDupFgLveCDyY5wMPGWK3MrKczTkohu0F7QkbDliberDGy+K4XgAEB0i46Db8b0m97jb6+n/q6dtj0a9nrLBY4dS4/QVu0r2WB0wXAQuc2l1Qm8/tmjFRHdoO0zyV6lB4/gfU/zDWoE0f2IpwHRbeeNnglush3D7815VtfH0yvWavOYLjsptdGp53dPLPV1Syi4/8FR49HbfuSY4eZ6cuokohvi95nj88avnZHN0o2UnIIMiG5Lb/S34CZ/JzAgDnxEuS77KbTPvEeoWpnL7fw9bvjLMYdNfNHa/9qgzcdpplBl2DaXKgc3j5duKbf3HN/DdonirKKROhfEMEO7pWVz2cQPiG5Lb1SSb3oS8bc2PIPLi9+rPMEA1E+hfQZxP3hYsPrjxz3DQmoPt9bvGxC2DaXGkqVTojhrGrZRZimDBjno/9v8yagKiG47b3Q9jZUAn5JMLq2Af6u7UnGecNs0PCtdb2nVbY35PuqO2QFEXhYZGlITA6OybJ5EdCO6Y+xLR4ZtNMjQ5g0De1cYVQHRbeeNLko2nUT4nb6ugBfULB0m3DbDIqwuCDcWhdFlaDD2QU2Y3jMoUdsguhHdWfalUZYpg26apNDeD/Z5AKLbXtFdFayCfhr+xrJnxTg0V9VH7Mb+EKBh87bPLveKpT7+HdPkfcTQEMkP96SWILoR3YnOZSb7Vg4ztnsotHfIaAqIbovLZgp3TlcNvv9OIih8qoUE7jxPcFXSW5d7zWL/Irrz4YeBoK2vStQuiG5Edxz9yCSfO5MSgREfFCghCohuy0W35AjaZeF3d6W5qpK8vITa4yTODaQ58O9uTJM3g300P2wL2voJ0Q2IblE/Msnn3s/Y5nWhvWOHg7IA0W296L4S3OiG4Hsbzs/6xF2Nz0ly3BZiboumJ93m2fZBLsaNlMsMDZH94GTVtxHdiO6C96Nnm1a5lc0Doc13jKSA6LZfdJ8nMYD7iHmtvGhHdirlaozt4NYI91ZOaRWkQ19GnLgfGBZSFwbbJWkTRDeiO2ofMim7182B3dKa4pQKBER3AUR3P+7XcZN/t2m6Su7mTwvsacXYDl5helagDr0ScbV7m2Eh9QfcXknaBNGN6I7ah6QVmj5ysMq9KrT5i9QSQHQXQ3QfCG60r/F9cz5pJdcJrVp0YmqDlneTZtEGuAi53ecMCZmIA6oU2POQ1KS1rHmY1ZrHUrC5J7T5Ek8DorsYorsTpwDzGUxEp32pHd26HMRw/3WV31f4SVQ9YElWvG9NKtZALA+4H7Q9ohu0/PQq3IzYyNjeqs/CVGz7qQAQ3fm+2a24Vt8C0hj6BjZ9pbFi4fw9KXOYt1WQhP3d9nnI8JuYeoi+WNt9WQlpCeu0HKIbQn20KIypP5YtdLk8OhyIA4juwohuSdmihxkC1nsAyKtjVtv7Oa6V9xm/481nfyqD0FQrLfsqn/ZjKmfQvf/jrFeCCtrezwYDywGth+iGUB9JT3Ts5MDmR6HNO3gaEN3FEd2SHOq3kO/p+vz7tqFNupurbiLcd8uzKu+emrlC94cEYuzEMJ/+ltZDdEOojyTnTHxmvahiUJv7gVVuQHQXS3QvSPLhAr5j0fl+1LujhHPF0CbdEnf3ht9f88kD3KfrQwLx1XbM+WTCRXRD6DguOdHxIgc2XwnHgJYlvrhUcypXMtd+wWO5PKLb4IbnNETyOEoNbUf/KPhXw++/9op3xA0kEFd1nw1T0g1UHEqE6AZ//2wIY2kzY3tXhRvZh7bMS5T+TJwjRHexRPen4GYbns/61eQ+jmjPoe5KoMF3H/iIoDpTGCQQV0O/zZEaG1l5A4Pohtn+kZTd+8hawLor7cIqK6sW+QLRjehGdAtu+EVwsytTn6s6P0/VGkU9eEC4u7sq+N6Wz0pDh+kLEoip/aCBU/iK+YbWRHSDr38k+dxnGdsqXeU+tcwXiG5EN6I7oYBpTn1u4PP33RjsacX9+j3gVf/ZL4D442nFJ9f0/t8DorDiwjupT4hu+OEbaT531qkltxJB4WR8YiaiG9GN6M7PgLAV8uT+Jw6B4MiOgt/Q+L6Kz6DglserMX1BzLFUVX3LuyFycerfNIQDzCoti+iGb76RvA39yHKsN9hM3bLQH4huRDeiO4HJ5b90DOdnTe7YxIGwokpH4/tOfETQElMXJBBL/aAHVc+/k+R179KyiG745htJfvQwQztrPimYhRNXiG5EN6I7OdG9H7DR8SwjJ+wbrIh0fgHEH0cbPq+8ewH/VpLXfUrrIrrhm2+sELLCzZ5PtqaSIboR3Yhu2Q0PJALA+XmctSs06jHbpLsS2Av5jjUfEXRBjiwkEEPzPn32OWijrzSvmxZGdMN/fpEe/b6ckZ0rgrzzL8fiw9kQ3YhuRLfsho8EN+u3A3uQgE2RjoJ3N6I4P6uyPDglOOYdMomh67A8bp9/Lz2ZjrKWiG7465ddQdyMslhkCdjbETanti33CaIb0Y3oFtzw7wid4SOJndaOf41jP64DPn9DHjekFD97Pv1yb8ZnKsJX5Nu0NKIbxPncNxnZeCqwsYtXoeQxXTrRvZe3JzDBhPfH57N+OeebdG1IoJ8uOj8PlzrXWV1zfp7kGsZZBBvrKrd0Do8hui33Sc2RHeZ2mIGNLUe/JrfWWAGA6C6W6O4YCu63pEoxBVSBmNn47gToM+D16daQQB+tqJSlb/1RNybcFS5BrD1HsPF+6lU7x8ojum32ifTo93bK9i0I3mBdI7gByim624aieztBm3SPgv+Y+kzD+XkAzpCBDVJ6MHQ3Q60JPr8ijLd5AxunN0nfEwuIbst9MhDGTCNF22o+D+GBZQyJRYDyiu6mwU0/JjloCB8EKgED3huv1CGh/rnu80alK/yOiiM7VW9H+P2bUza6f3LIDqLbdp88COLlK6f95Y/JAzQAorvcons7RzY1fPJjrS7BBLmOl3mf6jpXJg+hwl3/p4LvXfKU9vyN5xDdlvtjTpAr/b83OynapluM4JaFIIBvsVMro+heztMq95Ro0MVvcuzQnSGBflnxEcrvpiX9BGlU2nndSpw8e+KVUpmIbtv9sSmcpy5Tsku35v4NcQjwI34aZRTd0pveSsGmBcecAV0ZUhJi4yiiy+CBd0XjOy8plYnoLqA/zoSxcpqCTR3N1XcOZQPwj6GWSRGPMonu2xTt+jJwxh2DG4T0qbbKqfxU/etBbYhsaHzW70jnfkR7KsISaP0Z33fEGx9Ed0H9McrTgSKq+tAswe3+/QFzEkBgHJ0YLq7WbL7phThX2mK061XohCc2qEBIfzqcMTkeB6WJBJSwvIvjdbEwr/sj6KRLHxsvmewR3QXxxbLBpLyXkC1VNVboxGoL7wGELjq9GYruFdtvPnene03VF9Y9SpfX6BDUlzY1XwN/KvHaVJPrkvPziHeXl7ge8HxWp3UeLutTn6/5vHqncg+iu0i+6BpMyp0E7JhTmyFnbuJMs1whgMXzsil9229e5zVZI2WbhgIHbNGFIaQvXTnxMY7zKVuVH5TypTZmXamNnF77KA+I6C6SL44MYmQ3ZhuaGm9fx+qNGhsmAcLjaV4tXpnyYXuKyfuMGzzOwKZTzcanHBpE7d9ZTuZVg3zV1F+rI7oR3Rn6YscgDo5j+u2ayjsda7yB4mEXYHZMLQhr7odVBKrY2ghhT/CjLHKlNVc3ONkLdPpSXPQTsu8sJvuokoDoLqIvqgZ7fJ6jrDir39zTeCD+YnUbQDumdiPkcfvhvu1dsLExwp46uhnZtKeRN8dABzp9KY4gP09K0KqNYuOI9vEAiugusj+WDeL4VBoTqppXT0Nsj9XDch3vAATGk7tZckXtlYrzjbM31WSgfqdiS8PchQjbSkY2tWc0MoMd6PalqDnd1ykcCHUdwb5bq/PbEN2g55O6eqUseUB1S4RuB72tVekja2qz5p3m/qbzoCpCACWNTXeT8ZaqXX+k3ro+eE5GToORmg+P1RuojrKr+a9AQl4a7DJgcFnN0Kb1kNd5a3RzEPSltQgryYM0HjzVU7pJbfobBDeiu2S+aWpWEfHOG69KhN+pP18EMfeuW9MfoKQxaQONvDTYIA+bJz02LaZVCgpKMSj8NqhS0knZxo7g4WCs7omUEkR3WX20rFJBXhKaoD+VuG+RygiA6I6zwQ48hj1kvXqmcoHGaZ4yBoUfGLY18kK/lOBaznDwep0htm+olIDohm/+WlH7gK4iiHA3th5VLnibN0gAkOSANf0abTEndt0Xphg65KWvV1Tq0qHaCHWurp4qTTaXAxur6uCAaRvdHLV9Xm8jukHLf26u9qoSz/sqNeR86jpTMb+vHsaXWM0GgDQHqZ5aJVjMkU2balVvBw8BAKIbAAAAAADRDQAAAAAAiG4AAAAAAEQ3AAAAAEApRPe8Op1w1sXmOwCAEvB/SuoOzzTbnj4AAAE5dEVYdE1hdGhNTAA8bWF0aCB4bWxucz0iaHR0cDovL3d3dy53My5vcmcvMTk5OC9NYXRoL01hdGhNTCI+PG1zdHlsZSBtYXRoc2l6ZT0iMjRweCI+PG1pIG1hdGhjb2xvcj0iI0ZGRkZGRiI+dzwvbWk+PG1vIG1hdGhjb2xvcj0iI0ZGRkZGRiI+JiN4MjJDNTs8L21vPjxtaSBtYXRoY29sb3I9IiNGRkZGRkYiPng8L21pPjxtbyBtYXRoY29sb3I9IiNGRkZGRkYiPis8L21vPjxtaSBtYXRoY29sb3I9IiNGRkZGRkYiPmI8L21pPjxtbyBtYXRoY29sb3I9IiNGRkZGRkYiPj08L21vPjxtbiBtYXRoY29sb3I9IiNGRkZGRkYiPjE8L21uPjwvbXN0eWxlPjwvbWF0aD41w/jqAAAAAElFTkSuQmCC\&quot;,\&quot;slideId\&quot;:293,\&quot;accessibleText\&quot;:\&quot;w times x plus b equals 1\&quot;,\&quot;imageHeight\&quot;:17.6},{\&quot;mathml\&quot;:\&quot;&lt;math style=\\\&quot;font-family:stix;font-size:24px;\\\&quot; xmlns=\\\&quot;http://www.w3.org/1998/Math/MathML\\\&quot;&gt;&lt;mi mathcolor=\\\&quot;#FFFFFF\\\&quot;&gt;w&lt;/mi&gt;&lt;mo mathcolor=\\\&quot;#FFFFFF\\\&quot;&gt;&amp;#x22C5;&lt;/mo&gt;&lt;mi mathcolor=\\\&quot;#FFFFFF\\\&quot;&gt;x&lt;/mi&gt;&lt;mo mathcolor=\\\&quot;#FFFFFF\\\&quot;&gt;-&lt;/mo&gt;&lt;mi mathcolor=\\\&quot;#FFFFFF\\\&quot;&gt;b&lt;/mi&gt;&lt;mo mathcolor=\\\&quot;#FFFFFF\\\&quot;&gt;=&lt;/mo&gt;&lt;mn mathcolor=\\\&quot;#FFFFFF\\\&quot;&gt;1&lt;/mn&gt;&lt;/math&gt;\&quot;,\&quot;base64Image\&quot;:\&quot;iVBORw0KGgoAAAANSUhEUgAAAt0AAABqCAYAAABgZ+0WAAAACXBIWXMAAA7EAAAOxAGVKw4bAAAABGJhU0UAAABnE/JmZQAAFiBJREFUeNrtnS9U60y3h4+oqKhAIBAVFQgEAoFAICoQFQgEAoGoQCAQCATiCNaqqKhAIBCICgQCgUAgEIgjEAgEAoFAIBAVCASiIjf5zpz3ljBJZ0/+J8+zVtb73Xtou7Mze+aXmT17fv0CAACAxHEcp+le6+61hTcAAAAAAKKJ61n3WvTEtXsN3OvGvUbOd1p4CiDVuKy5V8e95vAGAABAsQbxeTWI77rXiRLX7850RngPINVY3XSvFxV/r3gEAAAgXwP1nHutuFfXvY7c69S9bicGb1uu8C5A4vFbU6tNj774Q3QDAADkaMA+cpLjAA8DJBq/3t6Jp4D4Q3QDAABURHTP42GAROJ2TTOzjegGAADI8eDddq++ew3Vde1edyq15DOC4H7HuwCxx+tGyMw2ohsAAKDgovyPheg+x3sAscbhvTAGEd0AAAAFG/BnLUQ3NboBosfeitrUbAOiGwAAoICD/6twwKdGMIB9vNnMbCO6AQAAKia6GewB7OJsWdXBjwPiEAAAoIBi4Esw2B/jMQBRfK2oDcxxgugGAAAomCCYFw72m3gNwCi2llTFoHECJTsR3QAAAAUTBluCgd4TD7N4DSA0plYSFNuIbgAAgIIKhJ5goL/HYwCBsbQQILa9uvhn7tX5twnZ/W9Lxd4Y0Q0AAFANoSCp032ExwC0cbTuE9De4VMnXorJlM9tI7oBAADKLxRmhDNtq3gNQBtLXRVL3obJHS+2BJ99QHQDAACUWyh0BIO8N3NXx2sA2ljy0kWalp/dR3QDAACUWygMBIP8NR4DSCQOlxHdAAAA5R7sHwWD/B4eA0gkDucQ3QAAAOUe6CX53At4DSCxeER0AwAAlHSQ7woG+BEeA0B0AwAAgHyQPxcM8EM8BoDoBgAAAPkg/yYY4Lt4DADRDQAAALIBflE4wLfwGgCiGwAAAGQD/IFgcH/CYwCIbgAAAJAP8HeCwX2AxwAQ3QAAACAb3Bvu9SUY3Dt4DQDRDQAAALLBfU0wsHt1vBt4DQDRDQAAALLBXXL0+w0eA0B0AwAAgHxwfxIM7Ad4DADRDQAAALKBvSk8+n0JrwEgugEAAEA2sEuOfn/BYwCIbgAAAJAP7EPBoH6KxwAQ3QAAACAf2F8Fg/oGHgNAdAMAAIBsUF/h6HcARHceb37Ou2gG//ljxuuAvf/iDYgQU60s40rZ0ORpQEVj8EgwoD8m8Pt11Qf8u+o8FYAKim41GG+515lv+W0/RzZ6u86f1Uliyyn8ntdB7nmdr+/0shf36iHAISSWNt3r2L2uJ9rsJG9e20rBlkX3OlE2TPLhXpdpxBFAjmJTcvR7P+JveaJ6x70u1BjyGfA7Xizee7+n+g2EOCC6yyS6XUNrXhkktYv7VHUI47zflHdIQVq1U5XAf5nywEfu1SZUKt9RePG0rGbR/gg7jX5CNi0owW9SGm2HpwgViNO68Oj3Vcvf2FEi2pZ3JcBZaQZEd9FEt5rp8t6eD93r3L0ehDVKPRZycB87aYiVCRH1aOgbrxNfIVwq2UEsqcHx1YnGesx2HQnFxZhaxFCBeG0LYsKbla4JxfaeWsGKCy+GD3lygOjOsej20kFClrRt2cv4npqazuw8wd/bEPpnRKpJZTqFVSW0X2IcXO8lA3yIbXO+1SAJlzxdKHnsHiURD6pPuHeS44bxBRDd+RXddwkE/TDje9LVVb3NSef8D2YkytsRzKmVoqcEB9Z2DC+mUWbcP3jSUPI4lgjjXcPv7FmsHNvwQiUVQHTnU3R3VK62//qtNnR8WNzYc4b3sxbQqT0m+Jt7Fj56JGRK2xEshwyE50qQezG2qzZPfqT5Ymu4/2AqPGkocQy3hOGwbPAifuuki7faO8vTBER3gTZSekFrsRT2lcWOavc3G5qqC/9tNknwd5csO0U2vpSzI2j+C3C16rIZNvipGJNuqPywSTFRpSwfYhjQOWQAyhzDXaG4rYV812IM+zhsuY4jFQ0A0Z2+iJDOxq1kYGc/q5k5C9FktdsdCtMZLAo3VrUs9lR0hDbVLNtp7lLIABKOX8nR72dT+oHRlA2Y12q1dEut1LbV/z5U+dlR01G2eaKA6C7YZNE0Qauhm4HIGWc1s6xSCqSiqU3YwEQbOkmyfKCqs/0jFUzN6rUnagRPa8djKvBAyWNRMjO9FfAdCyHf86CEdd3AlqY6D8NWfL/mtZa36m9euRK79ksep6UW3U1h0J+kaFvNcMl8KWE7toQNYJHhDSbajzRN6V7w3T3dbLVuNl6lu5wExPuYOt1Q8jiU5HOPdZVCQjYqv6lxwiY1bDPkwJxYNnpm4OskCjnA/3OE6C5wWqQwF/Q6Rbv2DW1aS8GWPcHLSYMhDnztR7LB8cukNJjaLO1vk71pA/9EFZYbtQls4F7zPCUoeQxK8rn/aD7fCBgrvRhqRrRt01J8PSC6Ed2I7uKJ7oFkc0lKNjUFb//dlGzaNBDeI4Y3iBhjU1OU1Ky1v2Z9D08DBMaMpHZ9z/fZmubzY/XyWo/JvnNLAdZCdCO6Ed3FusF14Q3WUrDpSmDPYYq+mjb7fv0L4Ge7WRPG2MGU7/PncV9SzQAgMF6kR7+v+z5/ohHccZ8gO2+Z372XQ38juhHdiO6QG5zLU86yRQ71IEczJuwoB12baQgH/euQ7zrQbN6q42WAwJiRHP3+rTSuZoVzLK0wJLDzugwVhxDdiG5E9/SbjLyrOyY7Zhx57dPzlH21VKSlPshNjEnq4r8HfMeCT7yPaHMAU2NPcrrwzcTnvDTHd9+/byRoZ9dCcPxBdCO6Ed3Fu8nLuJa+I9pxYuHwu5w0ihuGNwhpMz1hu274Pu/llT6m9QIMUKLYk4jAvZAX5YOE7WxajH9vBfc3ILorKbolG73OErJh2TKn7SknjWL9F0Bwm2kL23V7Soxe4lWAqXEnzeeeD3hJHqZkr7h8IKIb0Y3oLt5NSpa1rhP4fX9Nbm/Z/DaPb/oBOfAj8mphSrtpCF8qj0JeSL32NodXAabGnWSP0Iv6zKov3u6dlErBOrLyoohuRDeiu6Cie0XaMcX8+4e+39h1/p7WZcI4ZV91NDb0fwFMbzuPgji7nZip8+9zWMObAEYxN5Ss4qoJoEnh++mkWMfey9EuuugGQHSbzcJlEuTO35PCPibTRVTHJ9n8MpOir3qa3e7NAjfwulrpuJt4Dl/qOfSZUY3V15I9C2/qM33f//8CTwIYx5xkY/6OZtzZTtle6SzxF08ZEN3FvNGR4CabMf7ujW4WT3WApiyk6Kdn328fF7hxe7P2bwYltA7pCmLx97awM/GXK/MqKcziSQDjCR0JG754u8zA5rtKCA4ARLfoOPh2TL/pP/72auLfttK2x8Bef7nAsVPQI7SVfyUbjM7pDiL7XFqdwP98dvEigHG8SfYqPfgE73uaK6gRRPcjTxoQ3cW80TPBTW7F8Hszvtn18eSMtdo8Zsp2Sj469f3uSUGfdUcouP/BUePRfT9y7PByPTl1EsA81iT53G95KMdpsZGSU5AB0V3QG/0tuMnfCXSIA40oN2U/Bf/M+oRqIXO5nb/HDX859rCJL5r/ryx8Pk4zhSoHPtpUubhc8VzNCsZZzSB1zsnbmQsWZXPZxA+I7oLeqCTf9CTib635OpcX3VKeoAPqp+CfQdwvHgWY/dFxT7eQ2stt4fcNWPqo60CctCoYZ21LX2WWMmiRg/6/zZ/0qoDoLuaNrqYxE6ApyeTRCfhb05mKYcK+aTnfDy14S6tua8z30XTsDiDyM0/XkJoYGFVt8ySiG9EdQxs6svTVIEOb1yzsXaJXBUR3MW90XrLpJMLv9E0FvKBm6U3Cvrkpw+xCjGJmj67B+hk0hOk9gwr6CNGN6I7ahu4s/DTKMhXHS5MU2vvBPg9AdBdXdNcFs6Cflr+x6JsxDs1V1Yjd2F8CDGze1OxyrxX0Gf+OaRA/omuI9BzuSS1BdCO6Ex3LbPatHGZs943Q3ht6U0B0F7hspnDndN3i++8kgkJTLSRw53mCs5L+utwrBX6+iO58PIeBwNeXFfQPohvRHaX92ORzZ1IiMOKLAiVEAdFdcNEtOYJ2Ufjde9JcVUleXkL+OIlzA2kOnu9OTIM4nX2057Ap8PUTohsQ3aL2Y5PPvZ+xzatCe8cOB2UBorvwovtScKNrgu9tOT/rE+8ZfE6S4zYXsy/avnSb56J3cjFupFyka4j8HJys2jaiG9Fd8vbzXKRZbmXzQGjzHT0pILqLL7qHghvtRhDzRnnRjuxUyuUY/eDVCPdXTumUpEFfRBzAH+gWUhcGm4huQHQbT/AUbmO4I68pTqlAQHSXQHT3416Oc/9u3XaW3MufFtjTidEPfmF6VqIGvRRxtnuTbiH1F9xexXyD6EZ0p9V2PnIwy70stPmL1BJAdJdDdB8IbrRv8H0zmrSSq4RmLbox+aDj36RZtg4uQm73kC4hE3FAlQKA+F9mjcaxFGzuCW2+4EkDorscorsbpwDTdCai077Ujm5TDmK4/6bK75ukXdKGfSCc8b61qVgDsbzgfuB7AKO4ehVuRmxlbG9dMzEV234qAER3vm92I67Zt4A0hr6FTV9pzFg4f0/KvMnbLEjCz3tL85KhG5h6iL5Y/b6ohLSEVTwHEBpX88KY+pMDm6XpMI8OB+IAors0oltStuhhioD1HwDy6tjV9n5OI/VBk8/+VAWhqWZavCoxdxNC8Evd/7FTwdPsUvD3s0XHcoD3AEJjS3qiYzcHNj8Kbd7mSQOiuzyiW5JD/RbyPXuav9+ytOnO0J7rCPfd8c3Ke6dmLtH8IYEYO7HMp7/FewChsSU5Z+Iz60kVi9rcD8xyA6K7XKJ7TpIPF/Ad8873o94dJZxrljaZlri7t/z+hiYPcJ+mDwnE15ZjzycDLkBoPy450fE8BzZfCvuATkGexYUaU7mSufZLHsvVEd0WNzxjIJLHUWpoO+ZHwb9afv+VX7wjbiCBuGpqNkxJN1BxKBGAPr7WhLG0nrG9y8KN7DdFGZcEq9NgxxGiu1yi+9O2/mtATe7jiPYcms4EWnz3gUYENRnCIIG4utFtjjTYyMoKDMD0+JKU3fvIWsB6M+3CKivLBXoWiG5EN6JbcMMvgptdmvhc3fl5qtYo6sEDwt3ddcH3djQzDV2GL0ggpvaDOk7hEvM13gTQxpgkn/ssY1uls9ynBXsWiG5EN6I7oYBpT3xuoPn3vRjs6cS9/B6w1H/2CyD+eFrS5Jre/3tBFFZceCf1CeBHjEnzubNOLbmVCAon4xMzEd2IbkR3fjqEjZA39z9xCARHdhT8msH31TSdglcer8HwBTHHUl21Lf+GyPmJv2kJO5hlPAvwLc4kq6EfWfb1FpupOwV8HohuRDeiW3DDQ8HNdtVn7pMSB8KKKl2D7zvRiKAFhi5IIJb6QS+qvr+T5HXv4FmAb/EjyY++ydDOhiYFs3TiCtGN6EZ0Jye69wM2Op5l9BD2LWZEur8A4o+jNc2Sdy/gbyV53ad4F+Bb/BRCyAo3ez4VNZUM0Y3oRnTLbnggEQDOz+Osv+KuACKYCeyFfMeKRgSdkyMLCcTQrKbNPgdt9JXmdeNhgP9iR3r0+2JGdi4J8s6/nAIfzoboRnQjumU3fCS4Wd0O7EECNkU6Ct7biKKpyvLgVOCYd8gkhq7C8rg1fy89mY6ylgB/Y2dHEDejLCZZAvZ2hI2pWwV/JohuRDeiW3DDvyM0ho8kdlo7+hrHOq4CPn9NHjekFD+7mna5O+UzNeES+SaeBhDnc19nZOOpwMY9nipUPKYrJ7p38/YGJsgz/6P5rC7nfJ2mDQm003nn5+FSQ5PZNefnSa5hnEWwsalyS2d4YlDweGs4ssPcDjOwseOY1+QeOqQ7AnFdOdHdtRTcb0mVYgqoAjHV+e7/3dZ0eH2aNSTQRmsqZelbezSNCW+GSxBrzxFsvJ9YaudYeShyzEmPft9K2b45wQrWFYIboJqie8tSdG8maJPpUfAfE59pOT8PwLmhY4OUXgy9zVArgs8vCeNt1sLGyU3S98QCFDzmBsKYaaVoW0PzEh5YxpBYBKiu6G5b3PRjkp2G8EWgFtDhvbGkDgm1z1XNisqe8DtqjuxUvW3h969P2Dh2OGQHih93D4J4+UrZNuOUSJsXaABEd7VF92aObGpp8mMLXYIJch0vs5rqOpc2L6HCXf+ngu9d8JX2/M2Tg4LH3YwgV/p/Kzsp2mZajOCWiSCAb7HTqKLoXszTLPeEaDBlyAE4kFKs1DRC+d22pJ8gjco4r1uJk2dfvFIqE4oee+vCceoiJbtMa+5fE4cAP+KnVUXRLb3pjRRsmnPsGdCUIaF2OdTU2G2n+MK7ZPCdF5TKhBLG3pkwVk5TsKlrOPvOoWwA+hjq2BTxqJLovk3Rri+Lh3FH5wYhbWpL5VR+qvb1oDZEtgw+qzvSuR/RnpqwBFp/yvcdseIDJY3dUZ4OFFHVh6YJbu/fDxiTAALj6MRycrVR5Juei3OmLUa7XoUP4YkNKhDSng6nDI7HQWkiASUs7+JYLhbmdX8EnXSpsfGCwR5KEruLFoPybkK21FVfYRKrHZ4eQGAsSQ+Jy0SLJnXzuTvda6K+sOlRuiyjQ1BbWjdcBv5U4rWtBtcFzRHvHi9xveBpZqdNXi6bE59vaJbeqdwDZYrfPYtBuZuAHTNqM+TUTZxplisEKPC4bEu/6DdvskzWStmmG8ED2KAJQ0hbunTiYxznW7YqPyjlS23MulQbOf32UR4QyhS/RxYxshOzDW2D1dexWlFjwyRAeDzNqskrWz6KnmLyPuUGjzOw6dTQ+ZRDg6jtO8vBvG6Rr5r6sjpAhvG7bREHxzH9dkPlnY4NVqB42QWYHlNzwpr7YRWBakV1Qtgb/CiLXGnD2Q1O9gKTthQX/YTsO4vJPqokQBnjt26xx+c5yoyz+s1dgxfiL2a3AYxjaidCHrcOb7V3rojOCHvr2MvIpl2DvDk6OjBpS3EE+TApQas2io0j2scLKJQ5hhct4vhUGhOqmlfPQGyP1ctyk6cDEBhP3mbJJbVXKs4VZ3+qyUD9Tq0ojrkLEba1jGzamuJkOjswbUtRc7qvUjgQ6iqCfbeFzm8DMIuRplpSlrygeiVCN4NWa1X6yIrarHlnuL9pGFRFCKCiseltMt5QteuP1Krrg+9k5DQYqfHwWK1AdZVd7X8FEvLisIuAzmU5Q5tWQ5bzVmjmIGhLKxFmkgdpvHiqt3Sb2vTXCG6oWDy3DauI+MeNVyXC79R/XwQx925a0x+gojFZBFp5cdggD5snfTbNp1UKCirRKfy2qFLSTdnGruDlYKzuiZQSqGpML6pUkJeEBuhPJe47pDICILrjdNiBz7CHrGfPVC7QOM1TxqD0HcOmQV7ol1o+Xsyw83qdIravqZQA8C1ultQ+oMsIItyLrUeVC77FChIAJNlhTS6jzefErvvSFEOHvLT1mkpdOlQboYbq6qnSZDM5sLGuDg6YtNHLUdtneRvAKIa8XO1lJZ73VWrIcOI6UzG/r17GF5jNBoA0O6memiWYz5FN62pWb5snBAAAAABZ8H8Me0J+fhjoXAAAATl0RVh0TWF0aE1MADxtYXRoIHhtbG5zPSJodHRwOi8vd3d3LnczLm9yZy8xOTk4L01hdGgvTWF0aE1MIj48bXN0eWxlIG1hdGhzaXplPSIyNHB4Ij48bWkgbWF0aGNvbG9yPSIjRkZGRkZGIj53PC9taT48bW8gbWF0aGNvbG9yPSIjRkZGRkZGIj4mI3gyMkM1OzwvbW8+PG1pIG1hdGhjb2xvcj0iI0ZGRkZGRiI+eDwvbWk+PG1vIG1hdGhjb2xvcj0iI0ZGRkZGRiI+LTwvbW8+PG1pIG1hdGhjb2xvcj0iI0ZGRkZGRiI+YjwvbWk+PG1vIG1hdGhjb2xvcj0iI0ZGRkZGRiI+PTwvbW8+PG1uIG1hdGhjb2xvcj0iI0ZGRkZGRiI+MTwvbW4+PC9tc3R5bGU+PC9tYXRoPpHTWGgAAAAASUVORK5CYII=\&quot;,\&quot;slideId\&quot;:293,\&quot;accessibleText\&quot;:\&quot;w times x minus b equals 1\&quot;,\&quot;imageHeight\&quot;:16.96},{\&quot;mathml\&quot;:\&quot;&lt;math style=\\\&quot;font-family:stix;font-size:16px;\\\&quot; xmlns=\\\&quot;http://www.w3.org/1998/Math/MathML\\\&quot;&gt;&lt;mfenced open=\\\&quot;{\\\&quot; close=\\\&quot;\\\&quot;&gt;&lt;mtable columnalign=\\\&quot;left\\\&quot;&gt;&lt;mtr&gt;&lt;mtd/&gt;&lt;/mtr&gt;&lt;mtr&gt;&lt;mtd/&gt;&lt;/mtr&gt;&lt;/mtable&gt;&lt;/mfenced&gt;&lt;/math&gt;\&quot;,\&quot;base64Image\&quot;:\&quot;iVBORw0KGgoAAAANSUhEUgAAALcAAAEpCAYAAADRdbMYAAAACXBIWXMAAA7EAAAOxAGVKw4bAAAABGJhU0UAAACrgSDo/gAABVtJREFUeNrt3U9k32ccwPFH9FBRIaqiqkpVD1MzYqfZIZccJip6iZmaXWampqZMT1M1qmqiepuZqioTVTU1ZoccZnLZoWoqzFRVxYiIiIjQPY/kUJs+n152+Hz3evG59fTx9vX98+TXUnI4VedynYcFBmCszvm9oF+8NJDWsTrzdTb/EbW4SetQnet1dl4RtbhJ6VydtSDq23UmrYosDtdZDKL+uc4bVkUmU3VWOlGv1pmzJrJ5P7i3XqpzxJrI5mxwG3Kvzn5rIpuZIOwFKyKjE3XWO2G3B8t91kQ2I+XfXxpfnvZgOWFNZHQxuB2ZtSIyalfkjU7YD6yIrK4FV+23rIiM2nmRrdL/+ggpfRlctX2BJKX2hqT3eX1z799AOmeCq/YdKyKre0HcH1gRGY3W2e6E3Q5NjVsTGc0FV+0lKyKr74K4r1oRWT0J4p6xIjI6GITd7red1yal2SDux1ZEVhdK/FfskNLNIO4vrIis7hdntxmo5SDuKSsiq40g7lErIqutIG4nAUnLD1kyWC/EjbhB3CBuEDeIG8SNuEHcIG4QN4gbxI24xY24QdwgbhA3iBtxixtxg7hB3CBuEDeIG3GDuEHcIG4QN4gbcYsbcYO4QdwgbhA34hY34gZxg7hB3CBuEDfiBnGDuEHcIG4QN+IWN+IGcYO4QdwgbsQtbsQN4gZxg7hB3Ihb3IgbxA3iBnGDuEHciBvEDeIGcYO4QdyIW9yIG8QN4gZxg7gRt7gRN4gbxA3iBnGDuBE3iBvEDeIGcYO4Ebe4ETeIG8QN/3Xc29ZDVvuDuJ9bEVnNBHEvWBFZXQ3i/tSKyGikztPgfvuQNZHRR8FVe96KyPog+aQT9pqrNlldD67aH1oRGZ0Owr5lRWQ0WWe9E/Yve7cskMrJOiudsH+rM25NZPNmEPavwiajqTqrnbB/qDNqTWRzrs5OJ+yvrIhsxurc6UT9V9l9awKpvFv6H2h+rDNhTWRzvOx+XXxV2I/cX5PZ0TqLncCX67xtTWR2qRN4e8g8b0Vk1v4YofdFsj10+iJJWu0DzvPS/+TuBCCp78N7b1Ae1zlsTWR1pM6zIHBXcNJqh6d6n+Lb4akD1kRW06V/nvuuFZHZtSDwT6yIrNrrvz87ca97wCSzs8HV+4YVkZXfLWHQrhS/OMVA+a1ABv1g6VdeGSy/z83/Mm7/swLiBnGDuEHcIG7ELW7EDeIGcYO4QdyIW9yIG8QN4gZxg7hB3IgbxA3iBnGDuEHciFvciBvEDeIGcYO4Ebe4ETeIG8QN4gZxg7gRN4gbxA3iBnGDuBG3uBE3iBvEDeIGcSNucSNuEDeIG8QN4kbc4kbcIG4QN4gbxA3iRtwgbhA3iBvEDeJG3OJG3CBuEDeIG8SNuMWNuEHcIG4QN4gbxI24QdwgbhA3iBvEjbjFjbhB3CBuEDeIG3GLG3GDuEHcIG54bTviZqi2grhHrIis1oO4R62IrH4P4p6yIrK6H8Q9a0VkdTOI+4IVkdXnQdy3rYisTgdxP7IishoP4m7vwfdZE1n9EQT+nhWR1bdB3JetiKxmg7gXrYis2j31dnDffcCayOr74Op9xorIaiaI+5YVkVU7/fe0E/dacUKQxC4GV+9pKyKrsTobnbjvWhGZXSn9tyYnrYisDpb+HzA4SEVq0UnBd6yIzJY6cS8XH3VI7FidVQ+XDNV0cHtyw4rIbC4I/BsrIrN2rqR3sOpB2f2jB0ipvSFZ6QT+rPiCSWITdX4KblMW6pywKrL6uPTfpLQvme0U4aRVkVH7kvl18UOaDNjROvN1NsXNULUvlp/VeShuhuxUnUt7ocNr+RuqoCqey233RAAAAMt0RVh0TWF0aE1MADxtYXRoIHhtbG5zPSJodHRwOi8vd3d3LnczLm9yZy8xOTk4L01hdGgvTWF0aE1MIj48bXN0eWxlIG1hdGhzaXplPSIxNnB4Ij48bWZlbmNlZCBjbG9zZT0iIiBvcGVuPSJ7Ij48bXRhYmxlIGNvbHVtbmFsaWduPSJsZWZ0Ij48bXRyPjxtdGQvPjwvbXRyPjxtdHI+PG10ZC8+PC9tdHI+PC9tdGFibGU+PC9tZmVuY2VkPjwvbXN0eWxlPjwvbWF0aD7DXlYEAAAAAElFTkSuQmCC\&quot;,\&quot;slideId\&quot;:293,\&quot;accessibleText\&quot;:\&quot;open curly brackets table row blank row blank end table close\&quot;,\&quot;imageHeight\&quot;:47.52},{\&quot;mathml\&quot;:\&quot;&lt;math style=\\\&quot;font-family:stix;font-size:16px;\\\&quot; xmlns=\\\&quot;http://www.w3.org/1998/Math/MathML\\\&quot;&gt;&lt;mfenced mathcolor=\\\&quot;#FFFFFF\\\&quot; open=\\\&quot;{\\\&quot; close=\\\&quot;\\\&quot;&gt;&lt;mtable columnalign=\\\&quot;left\\\&quot;&gt;&lt;mtr&gt;&lt;mtd/&gt;&lt;/mtr&gt;&lt;mtr&gt;&lt;mtd/&gt;&lt;/mtr&gt;&lt;/mtable&gt;&lt;/mfenced&gt;&lt;/math&gt;\&quot;,\&quot;base64Image\&quot;:\&quot;iVBORw0KGgoAAAANSUhEUgAAALcAAAEpCAYAAADRdbMYAAAACXBIWXMAAA7EAAAOxAGVKw4bAAAABGJhU0UAAACrgSDo/gAABbRJREFUeNrt3cFnn3ccwPH4yaEiQlRFVZWpHKZmxE61Qy45TFTkEjM1u8xMTU2ZnqZqVNVE9TYzFRUmqmpqzA45zOSyQ9VUmKmqihERURHht8/DDlPb99PLDp9nrxeff+Dj7fE8v++TJyMjBQyHwzMxV2MejkB1EfJEzMUu6OHf2AyVoz4VsxzzYvgPbIiKUR+LuRlzOGywKaqFfSFmZ9h2J2bGtqgS9fGY9STqH2Nety0qhT0bs9WIejtmyaaoFva7yb31RswJm6Ja2OeT25B7MUdsimphzydhr9kSFcM+HbPbCLt7sBy1KaqFPXj5pPEl3YPllE1RMe7Lye3Igi1RMeypmL1G2A9siapx30iu2m/aEhXD7t4X2W+dPtoSVeP+PLlqO4GkZNiD5Hi9e6V1YFNUjHsxuWqv2hJV476XxP2eLVEx7LGYg0bY3UtTkzZFxbiXkqv2hi1RNe5vkriv2xJV436SxD1vS1QM+2gS9qH3taka90IS92Nbomrcl7K/YrclqsZ9O4n7M1uiatz3vbtNX+PeTOKetSWqxr2XxD1mS1SNez+J25uAlI3bhyzpbdxDcSNuEDeIG8QN4gZxI24QN4gbxA3iBnEjbnEjbhA3iBvEDeJG3OJG3CBuEDeIG8QN4kbcIG4QN4gbxA3iRtziRtwgbhA3iBvEjbjFjbhB3CBuEDeIG3GLG3GDuEHcIG4QN4gbcYsbcYO4QdwgbhA34hY34gZxg7hB3CBuxC1uxA3iBnGDuEHcIG7EDeIGcYO4QdwgbsQtbsQN4gZxg7hB3Ihb3IgbxA3iBnGDuEHciBvEDeIGcYO4QdyIW9yIG8QN4ob/Ou4DG6Jq2EeSuJ/bElXjnk/iXrMlqsZ9PYn7Y1uiYtiDmKet++2YYzZFxbg/SK7ay7ZE1QfJJ42wd1y1qRr3zeSq/b4tUTHsc0nYK7ZExbBnYnYbYf/U3bLYFNXCno7ZaoT9S8ykTVEt7DeSsH8WNhXDno3ZboT9XcyYTVEt7Asxh42wv7AlqkU9EbPaiPqP7lcTm6Ja2G8nBzTfx0zZFNXCfu2v08V/88j9NZUDPxmz3gh8M+Ytm6Jy5FcagXcPmRdticqBzycnkqtOJKkceHeA8zw5cvcGIKXvw1u/oDyOOW5TVA38RMyzJHBXcMoGPp0cxXcvT43bFFUDn0ve575rS1QO/EYS+Ee2RNW4u7+h/L0R964HTCoHfj65et+yJarG7bsl9Drwa744RV/j9q1Aev1g6Suv9DZw3+fmfxm3/6yAuEHcIG4QN4gbcYsbcYO4QdwgbhA34hY34gZxg7hB3CBuEDfiBnGDuEHcIG4QN+IWN+IGcYO4QdwgbsQtbsQN4gZxg7hB3CBuxA3iBnGDuEHcIG7ELW7EDeIGcYO4QdyIW9yIG8QN4gZxg7gRt7gRN4gbxA3iBnGDuBE3iBvEDeIGcYO4Ebe4ETeIG8QN4gZxI25xI24QN4gbxA3iBnEjbhA3iBvEDeIGcSNucSNuEDeIG8QN4kbc4kbcIG4QN4gbXjnuQ3HT17j3k4v3wJaoGvduEveYLVE17l+TuGdtiapx30/iXrAlqsZ9O4n7ki1RNe5Pk7jv2BJV4z6XxP3Ilqga92QSd/c7+KhNUTXw35LA37Elqsb9dRL3VVuiatwLSdzrtkTVuEdjDpL77nGbomrg3yZX70Vbomrc80ncK7ZE1bgHMU8bce94Q5DKgV9Ort5ztkTVuCdi9hpx37UlKgd+LfnVZNqWqBr30eQPGLxIRenAszcFz9oSlQPfaMS96VCHynGfitn2cElfA59Lbk9u2RKVA19KAv/Klqgc+GLyYtWD7o8ebIqqgZ+N2WoE/swJJpUDn4r5IblNWYs5bVtUjfzD5JeU7iRzJWbGtqgYeHeS+aUPadLnyE/GLMe8EDd9jXw85pOYh+Kmz6GfibnShW4bvKo/AS4qQCDsBg4sAAAA33RFWHRNYXRoTUwAPG1hdGggeG1sbnM9Imh0dHA6Ly93d3cudzMub3JnLzE5OTgvTWF0aC9NYXRoTUwiPjxtc3R5bGUgbWF0aHNpemU9IjE2cHgiPjxtZmVuY2VkIGNsb3NlPSIiIG1hdGhjb2xvcj0iI0ZGRkZGRiIgb3Blbj0ieyI+PG10YWJsZSBjb2x1bW5hbGlnbj0ibGVmdCI+PG10cj48bXRkLz48L210cj48bXRyPjxtdGQvPjwvbXRyPjwvbXRhYmxlPjwvbWZlbmNlZD48L21zdHlsZT48L21hdGg+OTVKaQAAAABJRU5ErkJggg==\&quot;,\&quot;slideId\&quot;:293,\&quot;accessibleText\&quot;:\&quot;open curly brackets table row blank row blank end table close\&quot;,\&quot;imageHeight\&quot;:47.52},{\&quot;mathml\&quot;:\&quot;&lt;math style=\\\&quot;font-family:stix;font-size:22px;\\\&quot; xmlns=\\\&quot;http://www.w3.org/1998/Math/MathML\\\&quot;&gt;&lt;mfenced mathcolor=\\\&quot;#FFFFFF\\\&quot; open=\\\&quot;{\\\&quot; close=\\\&quot;\\\&quot;&gt;&lt;mtable columnalign=\\\&quot;left\\\&quot;&gt;&lt;mtr&gt;&lt;mtd/&gt;&lt;/mtr&gt;&lt;mtr&gt;&lt;mtd/&gt;&lt;/mtr&gt;&lt;/mtable&gt;&lt;/mfenced&gt;&lt;/math&gt;\&quot;,\&quot;base64Image\&quot;:\&quot;iVBORw0KGgoAAAANSUhEUgAAAPoAAAGeCAYAAAC9/hzFAAAACXBIWXMAAA7EAAAOxAGVKw4bAAAABGJhU0UAAADv8JFtdwAACDlJREFUeNrt3SFMXFkYhuGKESMQCEQFogKBGDGiAoGoqFiBqKioQCAQFYgViArEJAgEArGiAlGBqEAgKioQFYiKCgSiAoFAVCAqKhAIes/uNKnZzfwJyfINz5Oc1P/J23vuvXMPjx49ILe3t0+6tdH+fQRMVdwL3XrTrc/durn9xzOTgfy4e91a7dan3+L+ndAhOPDH3drt1tXtfxM6hG7P97v1/XYyQoewK/jev2zPhQ7hgc90a9StH8XA2z37SruHN0W435Evd+usGPhxu4oLHO5/4O1J+k5xm35umw5Z9+InhcDbln6rbfFNDzIinx9fmSd12q2ByUFO5MNuXRYiP+pW3+QgK/KrQuR7HrZBVuSLxchHpgZZkc8U78m3TQ3yQn9f2a6bGORFvlp8uu7BG4RFPle4L28/mlk0NcgLfb9wNd8yMciLfFj4aeu5LTtkhn5cuJqvmRjkRb5U/EjFj2IgMPTDQugbJgZ5kS8U7s2v21dspgZ5oVeetB+ZGORFPju+Sk9q1dQgL/T1QuRtez9napAXeuXEmI8mBnmRD4pnv702NcgLfat4iqujoSAw9M+FyL+aGORFPl/ctr8zNcgLfb24bX9lapAX+n4xdN+dQ2Dop4XIL0wM8iLvF38Nd2hqkBf6oLhtd5IMBIa+Vgx9xdQgL/TqD2XmTQ3yQn9biPzKxCAz9MrZcGcmBpmhnxVCf29ikBn6RSH0XRODzNAr79BHJgaZoVesmxhMf+hrJgaZoY8Ka2hi4IoOCB0QOiB0QOiA0EHoQgehCx2EDggdEDogdEDogNABoYPQhQ5CB4QOCB0QOiB0QOiA0EHoQgehA0IHhA4IHRA6IHRA6CB0oYPQhQ5CB4QOCB0QOiB0QOiA0EHoQgehA0IHhA4IHbjT0EeFNTQxcEUHhA4IHRA6IHRA6CB0oYPQhQ5CB4QOCB0QOiB0QOiA0EHoQgehA0IHhA4IHRA6IHRA6CB0oYPQAaEDQgeEDggdEDogdBC60EHoQgehA0IHhA4IHRA6IHRA6CB0oYPQAaEDQgeEDtxp6KPCGpoYuKIDQgeEDggdEDogdBC60EHoQgehA0IHhA4IHRA6IHRA6CB0oYPQAaEDQgeEDggdEDogdBC60EHogNABoQNCB4QOCB0QOghd6CB0oYPQAaEDQgeEDggdEDogdBC60EHogNABoQNCB+409FFhDU0M8iLvF6/or0wN8kJfKIa+bGqQF/pKMfQ5U4O80LcLkZ+bGGSG/rUQ+o6JQV7kS8Vt+6KpQV7obwuRfzYxyIt8sVs3nrbDdId+VIj8yMQgL/IXhav5j/au3dQgK/K5bn0rXM3XTQ2yIu9161Mh8vawrmdykBV65Sl7+w+hb2qQFflOIfITP3WFvMi3CpGfihzyIt8rRH4scpjue/IW+YypQU7gs+NwJ7XnwRtkRT5on5NOGPh1t1ZNDbIi3xz/km0SX3yNBlmBt3PfDgpb9UNbdciK/GVhq345PjrKr90gLPTK67OPXp9BbuzPC1f1q3Zks6s6uE8H7nnwm4VvzduT9yemBpmxr4y36JNo36Y/NzXIjH2+cN/evDY1yI39SyH2N6YGmbHPFmPfNjUQO+CeHfi/Yx8Unsa3V3QrpgaZsb8sXNXbl3DzpgaZsR8UT57xc1kIDH2mWxeF2DdNDTJjXyuE/r09uTc1yAu9Nz7aeVK7pgaZsa8Xr+pOiYXA0PuFM+b8wUUIjv1D5Rt2E4PM0CsP5a4dVgGZoQ9va4amBnmhzxdDd0gFhMZesWZikBn6qLBs3cEVHRA6IHRA6IDQAaGD0IUOQhc6CB0QOiB0QOiA0AGhA0IHoQsdhA4IHRA6IHRA6IDQAaGD0IUOQjcxEDogdEDogNABoQNCB6ELHYQudBA6IHRA6IDQAaEDQgeEDkIXOggdEDogdEDowN2GPiqsoYmBKzogdEDogNABoQNCB6ELHYQudBA6IHRA6IDQAaEDQgeEDkIXOggdEDogdEDogNABoQNCB6ELHYQOCB0QOiB0QOiA0AGhg9CFDkIXOggdEDogdEDogNABoQNCB6ELHYQOCB0QOiB04E5DHxXW0MTAFR0QOiB0QOiA0AGhg9CFDkIXOggdEDogdEDogNABoQNCB6ELHYQOCB0QOiB0QOiA0AGhg9CFDkIHhA4IHRA6IHRA6IDQQehCB6ELHYQOCB0QOiB0QOiA0AGhg9CFDkIHhA4IHRA6cKehjwpraGLgig7c09BvCqFvmhhkhn5RCH3bxCAz9PNC6PsmBpmhnxRC/2BikBn6YSH0MxODzNB3CqG3B3d9U4O80NeKr9i8S4fA0JeLob8wNcgL/XEx9L9MDTJjr7xLPzExyAz9oBD69271TA3yQn9d3L4/NTXIC31YDP2NqUFm7JeF0D+aGGSG/rYQ+rUfzkBm6CvF7fuSqUFe6L3i9n3X1CAz9r1C6Jdes0Fm6E9t3+FhxH7qxBmY/tBfFkL/amKQGXqveLzUM1ODzNg3CqEfmBhkht7v1rfCqTMLpgau6sA9vlc/80UbTH/sS4W/5HLmBzSQG/u+z1dh+kOfLR419YepQWbsw/GnqZMeNeV+HUJj3yieKyd2CI19VIzdRy8QGvtW8SSaVVODzNjXC6/d/n4a79UbZMb+qvCArvnUrYHJQV7sT4uv3m7G9/mzpgdZsc90611xK98+mNm0nYe84J8Xv2P/FXx7uPfYBCEn9vYhzJ/F02R/PZ333h0Ct/Oj8bt0J9XAAwh+Y8IrvNAhPPh2Ys2Lbh0LHR5G9AvtmOh2gqzQ4WFEPxjfy3/p1rKJ8JD8BM0ELCaHHaLIAAAA33RFWHRNYXRoTUwAPG1hdGggeG1sbnM9Imh0dHA6Ly93d3cudzMub3JnLzE5OTgvTWF0aC9NYXRoTUwiPjxtc3R5bGUgbWF0aHNpemU9IjIycHgiPjxtZmVuY2VkIGNsb3NlPSIiIG1hdGhjb2xvcj0iI0ZGRkZGRiIgb3Blbj0ieyI+PG10YWJsZSBjb2x1bW5hbGlnbj0ibGVmdCI+PG10cj48bXRkLz48L210cj48bXRyPjxtdGQvPjwvbXRyPjwvbXRhYmxlPjwvbWZlbmNlZD48L21zdHlsZT48L21hdGg+GPQmAgAAAABJRU5ErkJggg==\&quot;,\&quot;slideId\&quot;:293,\&quot;accessibleText\&quot;:\&quot;open curly brackets table row blank row blank end table close\&quot;,\&quot;imageHeight\&quot;:66.24},{\&quot;mathml\&quot;:\&quot;&lt;math style=\\\&quot;font-family:stix;font-size:20px;\\\&quot; xmlns=\\\&quot;http://www.w3.org/1998/Math/MathML\\\&quot;&gt;&lt;mi mathcolor=\\\&quot;#FFFFFF\\\&quot;&gt;t&lt;/mi&gt;&lt;mi mathcolor=\\\&quot;#FFFFFF\\\&quot;&gt;h&lt;/mi&gt;&lt;mi mathcolor=\\\&quot;#FFFFFF\\\&quot;&gt;i&lt;/mi&gt;&lt;mi mathcolor=\\\&quot;#FFFFFF\\\&quot;&gt;s&lt;/mi&gt;&lt;mo mathcolor=\\\&quot;#FFFFFF\\\&quot;&gt;&amp;#xA0;&lt;/mo&gt;&lt;mi mathcolor=\\\&quot;#FFFFFF\\\&quot;&gt;i&lt;/mi&gt;&lt;mi mathcolor=\\\&quot;#FFFFFF\\\&quot;&gt;s&lt;/mi&gt;&lt;mo mathcolor=\\\&quot;#FFFFFF\\\&quot;&gt;&amp;#xA0;&lt;/mo&gt;&lt;mi mathcolor=\\\&quot;#FFFFFF\\\&quot;&gt;a&lt;/mi&gt;&lt;mo mathcolor=\\\&quot;#FFFFFF\\\&quot;&gt;&amp;#xA0;&lt;/mo&gt;&lt;mi mathcolor=\\\&quot;#FFFFFF\\\&quot;&gt;g&lt;/mi&gt;&lt;mi mathcolor=\\\&quot;#FFFFFF\\\&quot;&gt;e&lt;/mi&gt;&lt;mi mathcolor=\\\&quot;#FFFFFF\\\&quot;&gt;o&lt;/mi&gt;&lt;mi mathcolor=\\\&quot;#FFFFFF\\\&quot;&gt;m&lt;/mi&gt;&lt;mi mathcolor=\\\&quot;#FFFFFF\\\&quot;&gt;e&lt;/mi&gt;&lt;mi mathcolor=\\\&quot;#FFFFFF\\\&quot;&gt;t&lt;/mi&gt;&lt;mi mathcolor=\\\&quot;#FFFFFF\\\&quot;&gt;r&lt;/mi&gt;&lt;mi mathcolor=\\\&quot;#FFFFFF\\\&quot;&gt;i&lt;/mi&gt;&lt;mi mathcolor=\\\&quot;#FFFFFF\\\&quot;&gt;c&lt;/mi&gt;&lt;mo mathcolor=\\\&quot;#FFFFFF\\\&quot;&gt;&amp;#xA0;&lt;/mo&gt;&lt;mi mathcolor=\\\&quot;#FFFFFF\\\&quot;&gt;d&lt;/mi&gt;&lt;mi mathcolor=\\\&quot;#FFFFFF\\\&quot;&gt;i&lt;/mi&gt;&lt;mi mathcolor=\\\&quot;#FFFFFF\\\&quot;&gt;s&lt;/mi&gt;&lt;mi mathcolor=\\\&quot;#FFFFFF\\\&quot;&gt;t&lt;/mi&gt;&lt;mi mathcolor=\\\&quot;#FFFFFF\\\&quot;&gt;a&lt;/mi&gt;&lt;mi mathcolor=\\\&quot;#FFFFFF\\\&quot;&gt;n&lt;/mi&gt;&lt;mi mathcolor=\\\&quot;#FFFFFF\\\&quot;&gt;c&lt;/mi&gt;&lt;mi mathcolor=\\\&quot;#FFFFFF\\\&quot;&gt;e&lt;/mi&gt;&lt;mo mathcolor=\\\&quot;#FFFFFF\\\&quot;&gt;&amp;#xA0;&lt;/mo&gt;&lt;mi mathcolor=\\\&quot;#FFFFFF\\\&quot;&gt;i&lt;/mi&gt;&lt;mi mathcolor=\\\&quot;#FFFFFF\\\&quot;&gt;f&lt;/mi&gt;&lt;mo mathcolor=\\\&quot;#FFFFFF\\\&quot;&gt;&amp;#xA0;&lt;/mo&gt;&lt;/math&gt;\&quot;,\&quot;base64Image\&quot;:\&quot;iVBORw0KGgoAAAANSUhEUgAABbwAAABnCAYAAADL54QFAAAACXBIWXMAAA7EAAAOxAGVKw4bAAAABGJhU0UAAABPJkfOnwAAOcdJREFUeNrtXS9UKz3zrqhAICoqEIgKBKKiAoFAVCAQCAQCgUAgEAgEAoHgHAQCgUAgEBUIBAKBQCAqEAgEogKBqEAgEIgKREW+7mV47979djeT3SSbzT7POXt+v/e7NP8mmTwzmUxqtYpBCDE9+RYn307w/9cAAAAAAAAAAAAA4K/N2J5825NvBqMBAAAAAIBrRCVwbs9Pvq3JdzH5nifft/iLHYwSAAAAAAAAAABA5WzF+uRrTb61yXcw+XqTbzD5xiF78RQjBQAAAJRsf5udfHuT72byvU6+UWhf+5h8T5PvcvItBXshRsxtYU6RY3tj8h1OvuvJ9xJxbsehjdEDAAAAAAAAAADw0k6cmXwL5NTeoSCoO3Jsj4Qc6xhFAAAAoCR73urke4gc3MoQOMSXMXpuCHCOTuAvSJAfIhuGHo1JEJnQnXwdnM5AjgAAAAAAAOBKQMXnyrnIjyB4qol5DAAAAN7hsr6mdt6nOLSv6RbTY8qed4I9qXhBbgk96HkwFkEu8n6kXx9I1QI5AgAAAAAAgCsBFZ4zPQ32Yh/zGAAAALzDZX0d3ERKuLEUOMAXY/5+I2XfO4T0ixXmDJ2w/H7Lk2+XUpioYKvk47AsuYZ3hNkCOQIAAAAAAIArARWcN02KeJsnm3Gdbgn3FezFI8xjAAAA8A5X9TWldI51XCdFa1Oar7SbTfOYBW5OzE1mrppg8k6XuJ9BzvJ3Rj9XMCsgRwAAAAAAAHAlAPhvXnHTnaxgHgMAAIB3uKivg0eVE9q2K/ndg6RvJ5gJ7k7QS8bkfCh5HzeYJO0JMwJyBAAAAAAAAFcCgP/m1TJjTo115e/GPAYAAADv0NzO/Sypmyf/3vbdX+r7BD1iCPCw5H1UeYSlg1kBOQIAAAAAAIArAcCfedVlzKc7zGMAAADwDtf0Ne1hcSlXhrJMFsw3EeHwdniCciK8l0rexweFRbiJWQE5AgAAAAAAgCsBwJ95tcaYTweYxwAAAOAdLunrSZ0Ncmxnag/zhhNSmjg8QWWPV34lJW8vUR/vq/I4p+dzFXIEAAAAAAAAVwLszqt9xnzqYh4DAACAd7ikr4PbRwltGXD8nJSj/EOSzmsOM8HNyTlNr4pauZ5WYD9PFRbhImYG5AgAAAAAAACuBAB/5tUNI3/3FOYxAAAAeIcr+lpyO2lDsZxxQjn7mAXuTk5OeP6+B/1cYy7Al7JHs3s+XyFHAAAAAAAAcCXA7rwaSubTPeYxAAAAeIcr+pois98S2vKm2hbKAz6IlLGBGeD25OQ8WNn2oJ/1yORMwgpmBeQIAAAAAAAArgQAf+bUnO0AKcxjAAAA8I6c7Toy8eYE5QSfgeTLMTmfJZPyw5dT88BxL8m9s4cZATkCAAAAAACAKwHAf/Npj+HIWMA8BgAAAO9wQV9P6mtOvlFKe1qQmv+TspGSh+YXN571eWbyXYSuNgSL4NYESQMgRwAAAAAAAHAloORzSZa/e2QqQArzGAAAALwjQ1sOU/asZ0ir+MkSPCZ5Ofn6gWPaUB0rjNP6bUgDAAAAAAAAqBJPBgDgv/X2aTN/NwCdCQAAkEPfBSlW3n1+o9AHIfVMh9tPyj2WkJdvna9tAwAAAAAAAEAZeDIAAP9dU0eAFHQmAABAWfTdumTPgg4sWEAboVQjI1NOZ8Zr231IAwAAAAAAAKgaTwYAgJ2/u42Rgs4EAABwROf1U/arAUaoWOEsUmS1UadzcKrBIC9HkAgAAAAAAABQJZ4MAMB/a+5ZYi++m8rfDUBnAgAAKOq8tuSdwlOMUnHCmQkleP/FgaG6thgO7yVIBQAAAAAAAKgSTwYA4M+aa0ocBwEuMVLQmQAAAI7ovTPJnrWKUSpGMI2EE/SOofp6jNe2cd0JAAAAAAAAqBRPBgCAlQc1wA5GCjoTAADAAb1XlzyyHBzgNjFS7mxIQ4N1vkrIywMkAwAAAAAAAFSNJwMA8GftnTMc3jMYKehMAAAAB3TfomS/esYoubMhBbgyVOcs43raIaQDAAAAAAAAVIknAwDw3/obwHkAnQkAAFAS/XeONwrdEkgrJq9WGOuG6uW8tr0ACQEAAAAAAABV4skAALAe/gpwgpGCzgQAAHBA/8nSmUAHWhZIEG4/LOKK2KTcG0m9X3htGwAAAAAAAKgaTwYA4M8a3GcESMF5AJ0JAADggg5cYexZyN9tSRg7jBPzgcH6ZScft5ASAAAAAAAAUDWeDADAn3V4J1mDwRptYKSgMwEAABzQg6cSHfiOUTIvhOCa0a3g4cRQG+YZda9CWgAAAAAAAECVeDIAAP9dDf+SrMEHjBR0JgAAgCP68A17VnGDP0V5s0eCj0VDbdk2fVofXBWgeoKk8Q+Trz/5rulqXMsBeQSPdq4FD3MGj3cE/10AOVmn+q9pfILvfvJd0jgFefOmGGXd0fW1qQquK8ixGnJepMiVcxrnX50SyPxo8nUYRtsslbNKuvicDIQljPA/Y9Wg62AHk++C5nI/9F3Rv625oMs1r+VVWrPRft9QxMB2Ga4CB22cfMuheX4TkeE19SdYU3MOtr1Lc+wyp6NmmeR5Rf1+oPFY052ybVLeNJV7HBrve9JPC1gD5eLJjDm6RON0Nvm2MpTRId5wT/MyKKftK1dSkP9CyHboES8Kz8HzsuhhR9d2lKv+6sT1OO5JnEmGPXD+Yjh/WXSmzxyfOHNQ7y61fSXn/NoIDiVCuu+W9t61MqSa9VGP+2Qf+O6jobknwzGko3/gO6S4PoUaxuR06KZ9GdvUN/XaNimEYKP6lvTtxIZjjxRvIINNUkgPMbIYW2pLndrxwLhy9osPIlFrUUVBfTumv/v0fB1BjtXTnYvkBPhgjnHwGv1yTDnHEn20jLH+QxBOaAzHinvVK8mpU7I+N8iwuGbkuwzjm9Zy06G+1IkTBHN9INTxRoS0abndM8QZjsmAiEYS3mcci8DwfGfM2wVNfThlcLzAwJvGGigHTw6NT+C82iIj9y5hP9pQ7Gs/Qc8G/9uhL1xJYe8JHFpPkn06Do8kG7w3FD+286TXXxT28oVIGReM382D89vl/K7qTN85Pu33K6GD9NeYOdHJUG43ZV/4Jx2NowcWXulxn+wDH3w0JI8u8+sx5HSoUF7XxB7ni+Cbiko8K74yTkqZMjrJqKyfFdt/r0vBhU52N0InSQMmOXm2MCdWFEinjEQ90hd2Djx5snYgx2rrzilyVsmuI30SCYkj+0eRMl8lcqhXfKxfGQbSkD5ZFNGN61HfFJl5rhgRlTR3FgruywwZGUOJ7H4jUV4luvSbuMu0gba2QmT4icmPDhTrWGfojuj4LOTo04HiPLrEGnCPJ5NDq02HL0fETQcKhvsso45pmvscLrPOKM9prsTYe7YYXOqTdEWf/naU4jBp14CwPXaX4fBa0Bi3Q2XJnD1feTgUOD+f87vsW/CR44ec24e0nt4ZYzdUqS+4YUfOQRV8u3BrzEc97pN94JOPhmyHIoE0UAkb0rslATxnaF+XUW5XobxpOs0aZ+zDbo6xPmXkluPg0PCcOEwZnzFFUKz+Gk1kfM3RAueS1l6J1wzk6IEcc45tnYjTMMUIu6LxbcSQ0oOI3j0I6WOM9/+P9aFkzX3RfF6MnshT1NhFynwOZLXtqKO7n7J+b2mtztMYTVPEwo2EyM8W0JdZ0ptJpPyBnL/NBI5yLCH0r3ki9sl5uEPcoJ/DQJ9n1jdN+iELnjL0b56MsyxYr/oacIUni59r74Ocxu0H03GiEhDyFuc0KQtXShmHBumez5R+B86G5bhDt5CDZZSwZ1U6PVkoSjQJLxSZOhs5iNyJ6OiH0L/JcA3Ob57zu+5bKDvHF39T1RwnRKdycaYwJjs59p53UdBDsT7qcZ/sAx99NGRLFImNGvB/Qtm3KICbDO07YkQ8TTPLaots16ejCiHrFYeepnFcMDgfTvKeAIqfq0IyonNU4jUDOXogxxxjO5cSIfBNxKrBKKcRivQYU7nrkvHerNhYLzGiMVgRvjS2aQbdE63tpK9pqc8zVF9SW4N/m5OU8exC1C4ZCvspkacPXD1IBt6bJNJvJWM7hxr0OSsyi5z/eSPwOgp9WxfqV3b/cToVsO6dWgOu8GRN3ONC0tdOxgOfThm5Uoqzay/FaL4nR1edWd4BJzq5Qvt64Hy5lji6lxn8KaxHO+SQ0+4IAOdX5/yu+xbKzvE1zsklpj4811DXLvQ47IMq+Gg0+BrzArnZY4SySE7ltE9Gfj8YZRxlMUaFPH/3PbOcVU0nPrlJCzkBWkQuNmhxcg3SkTCU0kD8XIVKO1hYVihrVqRf21rzYO1Ajh7IUXFst1IiHAKHaSsDefkt71TI80/OVmis9yXRJMqRFRKjUIaWhT5vp0ShvHP7KzH8R8JOHtHFFN0R6MmtDGXOSvjIKMv+LP59zKtP7VZ1El8w6snqTIzigNmvQ5H9NlsY0xbXvXNrwBWeTFxjMWzMhCJeX5my3JDMz6yRgptl40opY/yaEgm4nHEvS0JfVChNGUV1v6XImp0blxyIvxzhiOnoaOVoOzg/k/O77lsoO8cn5+svV8kaSS89pCen/ZMm38kt9DjsA999NFTvEfPj8LZ7hfKOhGJqReCv4KYZE+TS4GTNnb+bFvc4xllyQhGEvwuCeyq0a6CvB0WcZEc2tTTy0ctQZieFOLQ9XS+Qo59ynZJEJPVy3Pw4CpGwtEjTQYXG+pJB1NsZym7mcAC2DPZ5hkhNGpmeVShvWdKXrmEZHqWM84fI9zDfnqRvWq7OEvdRucK7JSmvHWOsjMgA3iBH0BmzrksFvRLGkHhPEACwphDZvmBh3Zd2DRTJkyO6jRPUMZPiPMzq7JbOf9e4UopD4ztl/jUzliuzLbxPbULRlmn7QmD4z2co99eBeMOYv6/g/G5wfhd0pk8cn9ZXh6LPxzrmJM2t55hghQs6ZJmngw1uTu9X6HHYB1X20cS0h+Pw9lYerk2OZYYwNg3VzcnfvahoHI8o6qmR8PccxX1UUF+VjQrFDUL7ghN/X/YuLGLM8nqBHP2T6awkwmE/Z/kLzDlzWpE9R5bbOO/DfdxISCsObzJS0iJ0HlQNLYYeMqV/5iRrZZh3HMmwkz0g1dPYpyPG3BinGVFkFEYdCFciPmc55+C9p9jmb+I9UzG6bVw04S77GiiSJ0facSNpwzDFsfEa44BUeVB1SbN8jOqqGJ1yKXF2ZY32ajIcsaW/Rs5wnN2m9P8lhxNqUectHHB+O5zfFZ3pI8cXvNQ+qcF7Cc7uqzj+RocFnMPzIfR4de0D+Ghi1w0n4nyqBliZHGd5DL2cdcuu/qRexyFn9zhC4NuSOjlX3k04vNeZi9CU00X2QNF0jgUdjT748ni9QI5+yXNeYvTvaKhjmjlnViow3heMcdjOWYfMoTgi8h79Zg30d1cSQdzPQnYYemjLQF/aEoPgXdcYCl4+yY6murYYdT1LDgHeI/NrPeXvVxn1Haf8/jAaNZZ2QCR4j1l2DK750q+BInmyom47TXASPEbauq2ok79VuUXRXCni2ElbA1d5rqozx8/b21tC/vbCS561ocCfjHAocP7S60zvOL7gPd4qkvgYyf6Zy1noN6dFRnj7qMd9sg/go8nsfB/WAGuTY5DV0NNQt+zE8E7BSL0WvIfNOA7vbQN93S1qs6DNMTXKK2f50Y3w0eP1Ajn6I0tZPtN9jXVxHApTno83Z+1caajnWFLHi6X+Hsr21hzG6qFNw5+I26fkcHpOY32c6LBLS3JKdEDTVdSPiNN/XlLfStboE/H/D7M+yZwGgveA5izWgJs8OdIOWYT3WsxvwodHQUqU5RhnzVC3Xi6SK0XWZ9r8vxE587IKXpoYL41aIX+zYKjDqcl0YBhxoILzl1dn+srx6ZBdhseU319FOAvnwVPOTbhb6PHq2Qfw0SS2hZNepVcDrAiDc0p4VGDdWynGd/iawJngP4JyrfvqpiZDxeRYc068GjnKX9TttHJ4zUCO1XB294TGB0oYcnvwfK/pMK52BZEOMxrq4hDzjuH+ytrwlcfJKOSpuWY1651viaNhSfP4zTJk+KljjQp5PvkAizG/i0ZJvXDmr5DnKBdxTnPx8x5JOBroVmZAU1QUJ6VJHWvAPZ4c0xZZtGczZu2OQ+t0PaHcVd1yKpIrheb+wFTkccgRw4GVQ1bHONSX0PQ2AHOM78D53eD8LuhMnzk+85bYQcJvTyIHUi1mnZxbd6fQ49WyD+CjSW3LFaMtmzXAijC2i3D+Ut2ca8RtxiZ2rFjvkFGviSiBD0a9XUNjvWNazpEr3fserxnIsfwynJcQ4Ved0dZE2GTwds3QGPQZY3BoiUwaHW9mxPByjvJlD3N+auzLspA/6rhnaByt5J4W6bk9fw9ipiRklm10CV7KnakYmYf3nnuOsU5OcuvpFjxbA4Xx5Eg7ZPkgB5G/nxP/PnK5z+jnKOZKdTtje4vkSlOS6+8jHTdSFA6Uzirm7BayFAkKdXHTRewb6is4f8l0pu8cX/DSi8xJ/C5KD8MzgwW3oMerw43go1HSrZU7fHBtYnAim+qG6pYZfcNo3THXh48ybIIyvBnoa7vIlAZMB9Bxzjpu0q7VerJeIMfyy3BWcug11h39y4x26dY8BTMaZZQnUimDMXBhqK/7jLpPDNdxpqkvXUZU/oNBjsA5nD7KWQfnUZl+zO/C1ybfVA7JGVe9H2J+8xhxQk5pnI/nWANu8uRIOxa4Ok385O1+itwG4ByQBMbyJjlG8jwcXDRXkkV57Wqsq8/Y2+ZqnoA41LtJvZyBPwld0eTg/KX3LXjP8Rk3fV5ifhO+IaZ8K4/BW7SvQd/0uG/cCD6a1LZwbg2M4Im2NzleVJWmRWP2PPL39YhCOs9QJye3z7WBvnJOu/sGx5qjZN9Fvgcf9m2lCyhwvUCO5ZbfNIO07Rmod4mxATdqniK4asyYt5ca6+sx6usZ6OcKI0rkNef6bESiNuOMubaGvrQYkRJBBNWMwXnDcXjf5ayDQ5B3I7/phAxHpdzljOib/3MWRQ5wHhWd6/eWDXFv1oALPDnSDlm050bob48jkXwzlnV+YVyJ4STsa05l0E2Z88H/vurRXt6k9ZuGZ83ju8iYS5/CTFomcP4S6cwqcHzByOsePQShPfMtz+0Lxo2Okeaoea/0uI/cCD6a1LZw3iHyOpWpSxNjhrH4Tg3VzTkN3Yj85iyvoqMoFxkODPS36FyGG8wIib0cdazYjHYqaM1Ajn7L76kgo6lf8xRMcp7rCl9MnX1GfT0D/fwy3U8hf0n+XENfppjRPFuG5w7H4f2Usw6l1GoRw/E7Q5QU57bDQoKRNFR0dk8z5uRIsyHuxRpwgSfHtOVeYshO09+1I23eqApXCiJUJfIyEm1NDq/nUN3fJC/fggZkh9ffBqJnl23v5+D8pfUteM/xmZylk7JuTzLUyXlT5Q56vDrcCD4aaVuOGW05rAFWhMFRmt2C6h6HjTAyEsdZrg9H6h0x+qz78S3OlekA8wZlzYkq+40UmM5Rx58yPF0vkGO55bfP0DltQ3WfVnXTY96q0RqdJXg53HRGlE8zrpjmvj1Ehv9YMo5NDf3hRMhrzYGZ0A5O/rthzjquGLq0nvD3Oxnqk+VvHP3WR871YVZHUsSRYdRI9W0NuMCTY8Y3jX88h/62b8IJ4TpXEj85y2VRiAeG+94g58Z0zTMEY1eEAc+M2tsG53eD8xelM6vC8Rmc5S3y9zsaggU3VW/CQY/7zY3go5G2h3O7cqkGWBHGFcPwmipoIgxCf9uKXB9uZayTcy3uWzdRZdY7tCDvR2akwEWOOrrCQB49R9YL5Fhe2c0xDrvODdYvi4ryMgUQ9Z1z4n6rWdYcHGmsk5OvcpwnIoUibGRGwJqGvnAjypYtzB1hWucyrueH8yKv5z0wYXCfm4S1s52hLs7jSPtYA27y5BhjNg1nMc6moG2zBej8QriSkD8++yE8Th1mWKYdhjNhYGItBBGpjPnU8mUel53zF6Ezq8TxGTffTkN/uxBatx9Z9wPm/t7S1D+v9Liv3Ag+Gml7OAE7UzXAijBki+POUL2cU5jTBANxNUe9nOiEvoH+cshaz4K8DwQfOHWCHH2SnSzFxZcpAiV+3h4YcSNIPRx7TmSDTufzOnNtbGiqj5OXL9cVXsHLm3qkoS8zTJJ2b2HeNEw7vCnyhjVPxM+D11+hKKmpjHXKeNc2/d1mXkeG4KVwa2ENuMeTY9ohux67RmvmQ0eag7JxJWYU8G4NyKonBwyHzbKh+mUOsAE4vzucvwidWRWOTwdPMiyG1m14z1zJUa9s/eu6HeCVHveZG8FHk9oWTuDVG9iFHWFwlOaeobq73OtO4t9HC05z1su5XmDiOh7H4bNlQeYzzJQuQijmCq3ImoEcyym3zSLWfaj+eZPX2Eow/p+M8V/RWN8Fc23MaqgrMHTeGHVlzpNM612me840jd0Vc+wWLMybBWZbnnLUscxw4kxHDOqvHLfM2oz6GhSt86vjH7M418nYlT6QhDXgJk9W5B/fFEgS5ssvRUUP2eZKtGZk+8ynj2lGLMnzskhHgkqAFDh/sZy/CJ1ZJY7PSNvyIf6mRLvUsT/S/JNBx9sxXulxn7kRfDRadNJ5DbAiDM6J8byhumUv736TopgPbfK5Xv0W/Nw+uh9b4RidRq7j5XRoCDogqGO1QI4lltsMg0C9m3QMMAjqvucyELb2GtLznPzdzxb30czERvyk85JFbhxr6ssiU8fdW5o3K8yxvc1Rxylnnoh/c2DmuWW2y6zvJm9KCmZgwRnWgJs8OdIOWR7fR3IWfNk8lHKFKzHWsbE5UgEOxYlQzHUdP6czUZiILAfnL4fOrBrHZ0Sy38Ws27z+E47zbh16vDrcCD4aLXN5vQZYEYYs2vnVYN1ShU0O75eQ0TeXs84lzimbgb5yrtc/WZT7HNPxX6mTQcjRW7ldM8Zm33AbHot2mBQsAw5mLK5TLaf8ZGh9Meubz1D+qsSQG+kkTJOyHph96VqaN7vM9uS5Ciq7Kn9A0dYfOiIyhDzPZ1DfVjS9iUFjaxVrwE2erKjXTiPyvqoKV6LDABkXGosCcpl7sn8PGPI0Gd0tcyZmjo4E5y+/zqwSxxfyh4sFpQSZFn9T0yk/dh1Tr/Gc7L7pcd+5EXw00vZwos2RRcGCIDgnIZeG6uZEWgfEPfzY0q6Geo8Yk89EXrEeo94jy/I/EmpYx5qBHEsosw5Dzxm9HseIzHurgBykKU0sGh6/Vz6nNNR1yVx394rlBnvkuWTePOuMqGNGA/+JJLU4b7jju2nQeOyGDgJyPcjG5D4LofWSK0qPQbjHeQ+afFoDLvHkDPxjNeLgmC1Q31vlSoKXt/O2BmQZW04+3bHhdSh7h+ABnN8Nzm9bZ1aN4wt5CjZBjtbwvryjoV5ZFHFfQx1e6XGfuRF8NKz2yA47vsAw7AiiW9RGyax7I2QY9nVczWJEcmlxrMfUy3kArFsAKRkqkKZRUddjHVozkGP5ZHbHGJMTw22QXQXsVUAO0pNuTfUsMdfBpoa6VHJqrjHLrFNUc5qu+aKIt6kC1gq7L5raNGC2qZOxfBkX+QhFW4/zRmkJ+QvywTq5CNU9k6OuKYYj4BlrwE2erMg/Ahns5b0eXUauRPOcE0W3UwOy8EuOLE1Gd9cZB+a7ZZ/HvnB+2zqzahyf4RR+JBmMQ/9dz1knJ6XQXs46vNLjvnMj+GikbWkz2nJXA6wIg5NbpmmobtkJ9XvoStSX0POwGCeSK0CrgEn/XYRyErycXNFT8rmKrhfIsXwymxO8fF5tw+2QRSdtVUAWnNyTOiKuOcaPrgPUU+Z6e5fVJ35y7+5IDgbGFNVh4ur2PHOtvAlLeUHJAOLgI2ubaDxTI29CJPpUQ59kKVquQ3JYz1kX5/DnCGvATZ4cs5elRriKv+n/io7utsqVxL/pf9KAdCbqY3to8sBRox5bKPs89oXz29SZVeT4IT2f6HgOBQrkPqSnOvdN6wDf9Ljv3Ag+mtxcP8B+DbAiDFm088Bg3bKrMV+6T+6Z14D6Bvp6UES9Cu27USROrxU9OYQcyyczznWyO8Nt4DgSmxVYPxwy29JgGI8Ze8uchv7UBT8331lKOR0iqV+SNh8bvjJ+wezLkcU5s8xs02WOOmQ3D0Yho6ShoU99Jve50xCVxTG4FrEG3OTJisZT+CbEccG63ipXYqypAE81QHVcuY8/Pxpuh2xvMnIIC87vvs6sGsen1Cky3Bjwn8hysg818BVv9HgVuBF8NNL2nBVxUAv8vyBmGAr63FDdLYUN+kUXkWFujIcG+svJJ3tQ8FwYKhKn0wquGcixXPLiPH4SYMNwO2QRpO8VMp5lBHA1Z/mcfMXLmvqjEmE1H/ntIjkjZek6BnRQ0HBANtajaxQiZNYzlj/LjA7ToifICOJccdWSD5exZ32KfPnBvVkDrvHkmLbcMebMr/HbKFjXW+NKZE+M8zgVgNzre9tgGzh702XZ57EvnN+mzqwix2cEjnyHxv9Vo/9EdvB1AT1eHW4EHw2rPbKbGF+2bstWfWKsMibGiqG6txQUwZLGel8Z9S1o7muDqcRbBc+HjoLh/2tcLVVovUCO5ZMZ57T32yRZIAfXhwsOE0dkcmwwUpdzoLmjsS/cfNePdO02uI54JeQ55oJotROTV8Qz8oE/BpTl+TJg6rBGxvK5Rsmzpv6sMOvraairwXAG3GANuMmTY5x+38yxPqoSV2JeGw6wVgNUx/aJqX+bBtuwXoRswfnd15lV5PgM57qW21sxDlijhwq+6XHfuRF8NNL2NBntwa0zS8KQKc2RqZMHwXtFNcCDxjo5UeVD3X1mbv5DR+bEnmKkQKCYpyuyXiDH8snszYZjSYNDbbNWEYifdxTeJBGnUxnK5Rg+e5r78a1gYMr22sCxEORKbRckF246k2OLbeLeBLu2wEVWNfXplDlfdER3c/asLawBN3lypB3c1D4uRHdb5UoKaR1aNUBlXOeY42o6XQQnaq9Z9nnsC+e3qTOryPEVIvovNdZ5zNjfp3PW4Y0erwI3go9G2h7OIdEpJOeGM+jeYN1chd3VWOcOo75zA309LXpDNuQAqNQ1UcixdPKaZ/Z71WAb6swI1Uo9pCV+Hhb51OVUFT+P6YwlET7rmvuwLrIjiAYK8iEGDzd3hQN59BX25GWLbdo13SbBe9H9SWOfBrb2EcHLH9jEGnCTJys6HJzZx21zJabuGsHqUx7XEwfSmXCilx98mMe+cH5bOrOKHF/wHuXTdmgeqleWmuFZQx3e6PEqcCP4aFh2aWG6CfgrCE7o/6GhurlRWw+a6+0VYcwzlfiWQ3Mj2MCfFZTzdxUcdpCjl5uf0deaA0OQ0YZBrYIgQ/Y9RS4rjDKmGGlM7k3Ma6Yz8ff6YfC3W0ReZxyURVPBiGpabNcLZ/1kjRZTMB51Xb+eYdbX1lSfzBB/wRpwkyfHtIW7ly84MG7WuBLz2jCuDpvRH8aiq0Nt4ER9HoHzu8H5berMKnJ8hUh+nQeKnJzs+9Dj1eFG8NGw2nPLsKeQe92CILaKIs6Cn797SXO9shxb2pPHKxi4Lcfmx4LCdRzvr2VAjqWU2WuR5ImMj8KvW5bAoXSVQHTHlGajk0COdyQE54MihE2l5bpnrqmtEsiBm1f6wWKb5pkG0G6OOjgRGEON16853OdO49qSjd8J1oCbPDmDwyFAv2pciTgOB1ew/JTGlRuYNDDYBu4e0Cn7PPaF89vUmVXk+Ap7bktjnZxUEYsa5q03etx3bgQfjRb9NITk7AhClq/zUxSbv/tFZ/3MSK5LA33dKXJDztl2lZxwmfLulmi9QI7lc6RyDKXjgucMCM/PWC0FztQUmQXO6z59shQUv6+Wm4zqCQydEVO+syUY/0PXDsQE7wHS9zxyZholuxr7xOE+XYuOhy7WgJs8OdKODeY4bzgwZla5ksLV8Uqk3itgzp0bbAMngvfDxBoE53dbZ1aR4wv+w8W6b8dfMHhYPWcd3ujxKnAj+Gik7eEEKdxAcnaE8VlE1CEp7C/GxNzTXC8nF+iKgf5yXuk9cnieqFyP2/R4vUCO5ZIXN2J11VD9DcHLDRxgrgaEHa8joY4vuj62askBxX3M66Mk437J7M+OpfY0mfNgN+calRmPWlO4MK5cDoS+aHKZcz3XVW/f1oBLPDmDw+HX8TftwJhZ5UrMlALWUs94tBdzr+RvG6p/lrkHXIDzu8P5benMKnJ8wXsEL8Cy5r7KIlVvNNThjR6vAjeCj0banjWbwTRAvsW4ZajuLqPukW7iLuR54L5MRAQyNn9tEV2G5LXEPEX3+soo5Fg6eXEf+DL1Sj3Xgag9jVJJ5RXsC48RR2MQ3dWh2zk79N+90HdMJHnB9hjSeuKgLPkGH5j96VpqDyfiPNctMOY13WuNfeJc2T2waKQ+YA24yZMz8o8TR8bNKldSuJ2yXQNUxvWROa6mUl9y96RVH+axD5zfps6sIsdn3nh4F3pvx7dsyNQnPe47N4KPRtt8nofkzAuCE+3cMlT3kU0jk+qsM6LK7wz0lfOCtPYHNeikK7j639BUHndjf/F0vUCO5ZMZ57T33VDdKyFDQ7YJV/pKU2CMJESidh1v95pNQ9JCf16Z/Zm10JYpIX9vI/ccYerDNY39OrHFuwTvAahDrAE3eXKkHR3mOM87MGbWuRLTpkDqMDMOBCMORYXoXSOPfoHzu68zq8jxBe8R70PNfd2wIVOf9Ljv3Ag+Glab+ojud2NyXEsE8VrgJNDu7GBGVm0a6OsBo96+5jqndEde0NVCTqTAyNP1AjmWT2ac6KRHA/U2QmkLAqfdlaQN+7WKgqKB4h78OS5B27kPL/dKIoshRy9YShfDMZrPc9ZRZ1xH1poblsF9XjTWxcmHuYQ14CZPzsA/nivMleDw1i/HaeaYfhqqn5uO48mjeVx6zm9TZ1aN4wveo3xj3YewDJm+QY9XixvBR8Nq07dL7anqxOBEO5vKicZ5cGFk4NSck4uuZaC/HOf+juY650yUzTxNF56uGcixfDLjOPBuDNTbCxHPZUZExmKtghA/uQg/E07hGyVofxUd3kML7ZhmRHcP83IEwcuFeaGxX5yI6yMDesjYNWufjboieXJG/nHoyLgVwZW4D/Tt1IAs/NPqoY+C40urzgTnL5fOrBrHF7wUbH0D/ZVFsJ9Dj1eHG8FHw2pPq6i9C/hXEJzrkZuMcpZUr7LR5mBdAYifh6ByR1apbFyC/5pyi0MkFOoN54661DiGGzZIk4PrBXIsp9zGtnVNJDL1lBElZfWKlUOymUmJri1LzuvNCqY0ebbQDllezuBAvKOhHk5EyIrGfnGM1XmN9ckiJO8YZdTTOI9va8AVnhzDPzh72ZwDY1YUV+LOw+MakIV/2oxyXgrNoQGj/iWP5nGpOb9tnVk1js84xA6wp7m/bR08iQ5zZqqix33mRvDRsNrEOfBYhfTMT44DhoJuMDa2ERnJ0wp1H+vYEDM4V2Qb4ymjnDUq55RZLyen0JBRToPGeY1Z76buq0ZU7jRjHL88XC+QYznlZvV0nQ7zfjfdZ9qEZU6uR0a5TdLZdY/W1H3a9cgy9FXwHl+2mmqA9rp2xt/2bTs3EowiGXHd0lSXzJmiO52JLH/3u8a6ONHkewptPqzCGnCFJ0fK4KSmeXFEJxbFlbjO2Uub87DkezR3bfc11tkIHYT3GJGzY6ZjNEjrccjV5+D85dCZVeP4zIj2Wc16YIcRgCBrd53Ga5jmdPRJj/vMjeCjYbXp3PZaBeIFIXv5+omhnIdZrggwoo60X2dnGgyrjAX1e1XrjFnvdt7TPdoo7lQiHyPXAQOS09Q4lrIowFcP1wvk6K/D+1ZTXa3Qtb/Rb6QmI5XSiaTcqZAj8tiT9cRJJXFYgn7MM+fYh6X2dGhf/soSAc2MHjLt8JY53W91OKEFL6/puea+vdmqjxnR15aUEX6U66wKa8AVnhwp55QxvvuO6MSiuBI33/TA0jgc0to5LOsNLgWHja7HDuuhNfdJh58jSd0PzLnx6zjfBec3x/lt68wqcXxmpLWJfOU3Gm6KnYb8O50q6HGfuRF8NKw23bsg96o7u6cY+ZiOmILsK17XajCMTBMKW2bIp77yTZvwr7H6ylV8gvc6dldSxnGojXPMeq9M5S1iOCR6Hq4ZyLGccvu2YazRqXnYmbUR+jfZAd+KhPz9GhDvZY8YC/XrhEkEb1y4pi8hSF/MviwabsteaL5/ZIkcELyHIh8N9yHV2a7xajCnr0sa+9bOu4co1ieLLkmNXo8c8CdG2vm2BlzgyTHlvDPGtu2ITiyEKymM01gYfh8i4rTslfVmFvNgWpvhHpk7u0ydechYx3ehm2PTLs/jMnP+InRmlTh+cKjJ6OuuZh3A2d8PJGUcqBzM+qLHfeVG8NGw2+TE+y9Vd3gv5pkYgZBCJ5yzinVzIq33DfRZdi3uSaK07jmnkzG/lb0gnfo4ZyTCal+h3gfVKAiNpGnLwzUDOZZTbpz8j185nRGtSD0noX/jHPDNphgPD6H51fFoPd0LPoLxu6Y1NFXivlwZqn8qEmGUOXqDyQ3eDfWjKzFeX3QaOBQpbjOdyT5DD01prO8lq3ODDvhfQ7pnriprwAWeHCmH83Dgm0P6sBCuFBlzGTYM9v84orOmayUFk7/8Yj5nXSfRiFFm1J7MiXEdmndt1+dxmTl/ETqzShyfET2v/eCTmWJkSeLzGavczvNJj/vIjeCjYbWHc1i7WwOMTwxZdF3iAwsRArKZoW5OTpuO5v5yclmep/z+MstpOznKZfXeSRbMZ8ZI+rcYp9GMpvF8lTinmp6tF8ixvLK7YpKNlYzlz0SI8HVYvkL+QO+Q4ZAL9PGqZ2vqTmTDiMY4yCnYcqQv28y2f+uOVidD7ClSx1LOMjnRNQ0D/fiQOLt1Xu3mGKm6H7qSORuuNXOeTGSbIs6eVYxK39ZA0Tw5UtYeY1zPHNGFhXEl+v0qcx72DfX/0pTOKlCm78wxPcxRR9gh8/7rIGTYi98SJ0bYcbYNzm+W8xehM6vC8WlflkWMvhpY/7L9J/EwgdbBb0qiAXd++aTHfeRG8NGw2sS5QboAj7T5ySE7JXxM+F34sYa7LJMisviMXY2LabcM2wm/Pc56Aid4+ZsOEn47K/7NFaZyrXMqYfGfaxhL2Uu41x6uF8ixvLLbZ5KN2wxldyNOuocomRc/ed+U6qXNu2fyxosDclkXejCksVor6to480BVhK5UNzXVuy3+zW+q5WBE8PIFr2ocv4YkSutRt+OI5osRAznFWLXyEKeCwdhJ2BfuudfPfV0DRfNkRc6sPUikbFwpsne+MefhsmaD+zbOaevBXn2nsK6nMuj+u4jTdTH077LoyAFzH7sB5zfP+YvQmVXh+BSBKsOJgfV/k1GmLfE3F/s/67pKetxHbgQfDatNsrz+X6Kkqc7KNjlkObauEzakj9BJ3XSGeqcYRt+Fgf4eZTFuIyebT6qn7ExH+0rCAhxmvbaTcgV2pEF5L5fB8NI8fyDH8squrUA21phl1onkfsuuvDHI4kmMjrwO/fupx/tQX+jFJ5GMdgF9uVRoZz9PhDTN6X5MdIguR1+TsU9fa6qrLpkHt8JAGpvIGkvSsTrTp3Ac7DMa6+M4AaYkzu7Lqq6BInlyhoOSUdW5UkYH2FDHGiee9hxxkrQ82qd3Fdb1uUK5KxGZ/98NWobT6ymh7JMIN2uUYR6XnfMXoTOrwvGZt+MXDax/2RrsSZzdSrcrfNTjvnEj+GhYbZIFKtzVACsOIBkeYoy179DG2zY4KdcN9JkToXAU+c1haBP9zKL4gogt1f6Kn3xZ73lO9kV6zq2bnGN5a/N02ZE1AzlWw7Ea6LhdCQnejCGAiVfeGJveRUQ3h/OQXfl8AkxXRV+FGdzYdHwTwf9WaN+ragQxzY9ejHEX6Jmu5v4cS9qf+5o1GX5pefdOTc1/Ib+mf625PpmxOtBcH+eadzMyt8K66j5DtKY3a6BInpzhoOTaIZ1eCFeK0SsD5hzM7Fygeg4iUXRDn5zd1E9OKoUwzkR6mpEO7c/RNXwc87ffDM7WinCKm4iOaZZlHpeZ8xfsW/Ce4wv5mxzvJvgSY0xfIn/fjTgRz6uux32zD+CjYe2ZMnkjf7eFicE9rT+nKxHXkQW0nqPuY0a9Mwb6PGBuhIc0PuEN6SPrFQfaODmKLVh4C+In39w4j9HJrHc7Y39WUk7Sn4SDD8ppmj+QY7nlp5o+45VkuEMb6T6d0H8lEK1mSt1DRn1P9I1NR7Y6KJum4OcIzYJLYSmPKs0XVfTpJtF8QsRtm/bhx4Q1G8zVeQN9qUeiXZIOFeoZy2+llP8lzD5G1GXIZVfzWMrm+LnmPnIcALek3y4i5Pwhq+7xZQ0UyZMj7bhQNeSqyJVi2rEYcWCkHjYJtbQT0zQ/omv6QXiSxiSmzyeKa/r3ttUa6dtVsv+S1vBpRmfbb13XtB99wXYrhvMX7FvwmuNTJKosiv3C0NrnRM/3aByjDtebPHPLJz3uk30AH40WG6NdA4xPjAuRHXs565YZ0ANDfX7L2N9g81vIUe9SjrF+zGF0ynKKBQt9S7HMuZTrai++En3I0RsZPgj9kJI5JhkWMYRruuY5AqdmhGy+G3J+fwqN+ZglfTrP0c4xzZchjYPUwDE5T2Ku+2mJDCPnx2fKmpoxLCOrB+9ktFl1Worsj8I+5CX+PqyBInmy4v7xLTQ/IFtGrpRiBI8V5t0VOc5mEnjTKjl0RjZvozgi12mDt7GOcjrbkqJdYbtZ5PxF60yfOT4zgnXD0Nof5FgHdehxP+0D+GhyHW4M4Y122+G9m7NeTuL+M0N9vsnQ32HeExgiiVkIW95Xgbn5os45CpE228+Ujbvp+ZqBHMsvw5kcB19RjGhDqzPqfVYs+9Z3kkKO1IcIkTumdRZEwy4TIR1qNl62LfXvUphFMI+XLMqKE+ndZJTVFsnXqgNZr1rqk0wPPGqu74hhyOh+lDMLz+vpIv5lXwNF8eSY9SJ1yIArSQ3PLO35CDkXxpKgmI1aBUDz8VPjGh7JDvoyHoAHDroWOL9dzl+0zvSZ4zN8GN+m7AbBS48Wxb3Q+waKN3rcJ/sAvCOxPT1JvZc1wMrE2FCcEN86oo8E78rRsqE+byn2+U7oeyn3MUPdeR86Ujnp/iIFHMgnuDbTov8bnIKepER1BIRgX1TklVnI0QsZtjQQ4ieVgzBFsnjuuxxIF0dz5XUlDtd9Ic9fyIUtUrsp1PKecvBK41e3LLOATJ5JCGXAE66p3x1aa0E0TZccvmlXLq31idolw4HmOmUGcd9AP1cUOd6ubhmUeQ0UxZNjjHwZ1hzU8da5kqQ9HY2OsPAh1aUwfBvFQdkuaXJ69zlOaYbjINPhKzi/fs7viM70kuOLv496JjqYDetPlfzTPWEml7g3etwn+wC8I7YtsttQ6zXAyqSoC/kjC+FTuramei8YiqdpsM+cKO833QqDCAhns/jQeNL9FiI2hyEHxAKRocscpHVEzo+5iq0byNEPOc6I+Ic9ZHgmw6KuWB+HLL77vgHSDZ/rmNP1luJYngl+Tr+keT9vsc8XisZCnFF4R47jugM6MG9/fg31XhF9Ej+PE8kwr3kOyHTNiaG+3jHmVmCAz2INuMGTFZ1fTqUzKZIrMeW5pcFhEuzVp1XjTTEc6jpjRF2wptYE/6G+NnMuves+/AHnL5/O9JHjC166hh3Da36XMZ7BOtiEHq+mfQDe8Y/+GUt8nY0aYG1iNMjQ+UrYFG+Eh6+6ir/J/UchZfFCm+OaKYVBpO0hYRE8EbHRef3nt55VxkZ6wTiNeg9FEkxVeN1Ajv7Ici40ZuOETWlABkInZ11LpGfGkfKfiEj6nsJkSfx/epL7rP0m0rsmsucpfrLc/2mK6LgR8ivaH7RHnVHElIsOrSka/x4ZHjJy9x7Sj4tV1z0W5VSnSL5ByBD4oD3sUFh8r6GMa6CqPLmMXCmDg+qYooy/GE7CZ5oHy1V3KsTI+DyG28QFEp0RD8gS3bqaojNeya5r+DCPy875XdKZ4Pjax3OFotk/Qv6TAf1vGwUEL3ihx32zD6rOO4T8wco+JFWc4fp77XhJePzwoEOKbZHGu2Ni4ZFMgyvke4q/a1KbuqFvDs4JyLEC8myQ/vsdr7aJ8SIH1CxF7FQlFdBuzKn7ndCXK3ghJnKcg26BY9KkORZeo/NlNYpC83ox1J9F6B3AhzUAnuw2V9LQxpmYudgmnQYHN3+NLITGb4nWzLTG8lfJYXFEDqIWOL+bnN81nQmOXwkd5IUe980+qBrvIJs3DbuQEAAAAAD4QzoOE/Kmmcrv11fJ9QkJAQAAAAAAAAAAADlt0ZuypaEDAAAAACDbpr+TkLt51nC9+8w8bl+IwAEAAAAAAAAAAABy2qBpD8w+YIQAAAAAwI8NfyEhh9qepfqXmU7vOUgLAAAAAAAAAAAAyGh7tiQ25xpGCQAAAAD82PRfEx5bmbbYhlWX83gDAAAAAAAAAAAApbd9N1PszU/cKgYAAAAAPzb8JEfzZQFtuYDDGwAAAAAAAAAAADBkc56n2JunGCEAAAAA8GPDv3blZWq6XjaGwxsAAAAAAAAAAADQbG/WJ997ir05j1ECAAAAAD82/aQNf6Wg9rymEJAWJAYAAAAAAAAAAABksDUXUmzNG4wQAAAAAPix4U+5Fk09qfcqoT3fyKcGAAAAAAAAAAAAZLQ191Ps30WMEAAAAAD4seGnvVC9WlCbegnteYDEAAAAAAAAAAAAgIy2Zj/B1rzH6AAAAACAPxt+msN7u6A23Se0Zw8SAwAAAAAAAAAAADLYmXMp70UtYIQAAAAAwJ9Nv5Hi8D4vqE3DhHQmM5AYAAAAAAAAAABA5ezWKUpHMiD78GPynU2+WYUyDhLs3iuMMAAAAAD4Rx6SHq18LqAt3YS2nEJSAAAAAAAAAAAAlbRZbxLsxNfJ18xh936rOM0BAAAAACgPebhNifJesNyWuJxqQcT3NCQFAAAAAAAAAABQOXt1TaTjNEcZ+xhhAAAAAPCTQGykkIcbi+3YTGjDMqQEAAAAAAAAAABQSXv1SuLwfmGU8RLzu4fJV8cIAwAAAICfBKKeQAB+sWmhDUuT7yum7gNICAAAAAAAAAAAoLL26pvE4T2U/D4uwOsDb0QBAAAAgP8kYinlxerR5Fs1WPfK5PuMqfcYkgEAAAAAAAAAAKi0rTqQOLwvU37boBSZYQR2bxcjCwAAAADVIBKHKSRiTP9e11jfzOS7iHG0Bw72LUgEAAAAAAAAAACg8nZqWkqTr6RHJ+km833Mb7YxqgAAAABQLTKxnRLpLSj1ydbkm8pRx+zkO09IYfKIV7IBAAAAAAAAAAAAsh8XU2zUp4TfBM7uy5i/38GIAgAAAEB1CYXs2liQguSGnN+dJAc4EY35ybc++Y5Syn2iRyvxaAgAAAAAAAAAAAAQtit7CXbk9+Sbi/xte/L1Y24Rb2AkAQAAAACkYpPh+I6SjWHkG0v+/hr50wAAAAAAAAAAAIAU27ROAVdJduUNpT55jrFBg1vEbYwiAAAAAABhctGh6OxnkR8flLc7cKY3MLoAAAAAAAAAAAAA0zYN7Mh3pu0Z2K8buEUMAAAAAICMYNQp5ckWOcEvKEq7H/nu6NrZyeTbnXwr0atmAAAAAAAAAAAAAJDBJl0jWzR4lPKNbhe/UKT38eRbwEi5if8BU35D1rRQ9GoAAAQ+dEVYdE1hdGhNTAA8bWF0aCB4bWxucz0iaHR0cDovL3d3dy53My5vcmcvMTk5OC9NYXRoL01hdGhNTCI+PG1zdHlsZSBtYXRoc2l6ZT0iMjBweCI+PG1pIG1hdGhjb2xvcj0iI0ZGRkZGRiI+dDwvbWk+PG1pIG1hdGhjb2xvcj0iI0ZGRkZGRiI+aDwvbWk+PG1pIG1hdGhjb2xvcj0iI0ZGRkZGRiI+aTwvbWk+PG1pIG1hdGhjb2xvcj0iI0ZGRkZGRiI+czwvbWk+PG1vIG1hdGhjb2xvcj0iI0ZGRkZGRiI+JiN4QTA7PC9tbz48bWkgbWF0aGNvbG9yPSIjRkZGRkZGIj5pPC9taT48bWkgbWF0aGNvbG9yPSIjRkZGRkZGIj5zPC9taT48bW8gbWF0aGNvbG9yPSIjRkZGRkZGIj4mI3hBMDs8L21vPjxtaSBtYXRoY29sb3I9IiNGRkZGRkYiPmE8L21pPjxtbyBtYXRoY29sb3I9IiNGRkZGRkYiPiYjeEEwOzwvbW8+PG1pIG1hdGhjb2xvcj0iI0ZGRkZGRiI+ZzwvbWk+PG1pIG1hdGhjb2xvcj0iI0ZGRkZGRiI+ZTwvbWk+PG1pIG1hdGhjb2xvcj0iI0ZGRkZGRiI+bzwvbWk+PG1pIG1hdGhjb2xvcj0iI0ZGRkZGRiI+bTwvbWk+PG1pIG1hdGhjb2xvcj0iI0ZGRkZGRiI+ZTwvbWk+PG1pIG1hdGhjb2xvcj0iI0ZGRkZGRiI+dDwvbWk+PG1pIG1hdGhjb2xvcj0iI0ZGRkZGRiI+cjwvbWk+PG1pIG1hdGhjb2xvcj0iI0ZGRkZGRiI+aTwvbWk+PG1pIG1hdGhjb2xvcj0iI0ZGRkZGRiI+YzwvbWk+PG1vIG1hdGhjb2xvcj0iI0ZGRkZGRiI+JiN4QTA7PC9tbz48bWkgbWF0aGNvbG9yPSIjRkZGRkZGIj5kPC9taT48bWkgbWF0aGNvbG9yPSIjRkZGRkZGIj5pPC9taT48bWkgbWF0aGNvbG9yPSIjRkZGRkZGIj5zPC9taT48bWkgbWF0aGNvbG9yPSIjRkZGRkZGIj50PC9taT48bWkgbWF0aGNvbG9yPSIjRkZGRkZGIj5hPC9taT48bWkgbWF0aGNvbG9yPSIjRkZGRkZGIj5uPC9taT48bWkgbWF0aGNvbG9yPSIjRkZGRkZGIj5jPC9taT48bWkgbWF0aGNvbG9yPSIjRkZGRkZGIj5lPC9taT48bW8gbWF0aGNvbG9yPSIjRkZGRkZGIj4mI3hBMDs8L21vPjxtaSBtYXRoY29sb3I9IiNGRkZGRkYiPmk8L21pPjxtaSBtYXRoY29sb3I9IiNGRkZGRkYiPmY8L21pPjxtbyBtYXRoY29sb3I9IiNGRkZGRkYiPiYjeEEwOzwvbW8+PC9tc3R5bGU+PC9tYXRoPgWY/xwAAAAASUVORK5CYII=\&quot;,\&quot;slideId\&quot;:293,\&quot;accessibleText\&quot;:\&quot;t h i s space i s space a space g e o m e t r i c space d i s t a n c e space i f space\&quot;,\&quot;imageHeight\&quot;:17.784666666666666},{\&quot;mathml\&quot;:\&quot;&lt;math style=\\\&quot;font-family:stix;font-size:20px;\\\&quot; xmlns=\\\&quot;http://www.w3.org/1998/Math/MathML\\\&quot;&gt;&lt;mi mathcolor=\\\&quot;#FFFFFF\\\&quot;&gt;t&lt;/mi&gt;&lt;mi mathcolor=\\\&quot;#FFFFFF\\\&quot;&gt;h&lt;/mi&gt;&lt;mi mathcolor=\\\&quot;#FFFFFF\\\&quot;&gt;i&lt;/mi&gt;&lt;mi mathcolor=\\\&quot;#FFFFFF\\\&quot;&gt;s&lt;/mi&gt;&lt;mo mathcolor=\\\&quot;#FFFFFF\\\&quot;&gt;&amp;#xA0;&lt;/mo&gt;&lt;mi mathcolor=\\\&quot;#FFFFFF\\\&quot;&gt;i&lt;/mi&gt;&lt;mi mathcolor=\\\&quot;#FFFFFF\\\&quot;&gt;s&lt;/mi&gt;&lt;mo mathcolor=\\\&quot;#FFFFFF\\\&quot;&gt;&amp;#xA0;&lt;/mo&gt;&lt;mi mathcolor=\\\&quot;#FFFFFF\\\&quot;&gt;a&lt;/mi&gt;&lt;mo mathcolor=\\\&quot;#FFFFFF\\\&quot;&gt;&amp;#xA0;&lt;/mo&gt;&lt;mi mathcolor=\\\&quot;#FFFFFF\\\&quot;&gt;g&lt;/mi&gt;&lt;mi mathcolor=\\\&quot;#FFFFFF\\\&quot;&gt;e&lt;/mi&gt;&lt;mi mathcolor=\\\&quot;#FFFFFF\\\&quot;&gt;o&lt;/mi&gt;&lt;mi mathcolor=\\\&quot;#FFFFFF\\\&quot;&gt;m&lt;/mi&gt;&lt;mi mathcolor=\\\&quot;#FFFFFF\\\&quot;&gt;e&lt;/mi&gt;&lt;mi mathcolor=\\\&quot;#FFFFFF\\\&quot;&gt;t&lt;/mi&gt;&lt;mi mathcolor=\\\&quot;#FFFFFF\\\&quot;&gt;r&lt;/mi&gt;&lt;mi mathcolor=\\\&quot;#FFFFFF\\\&quot;&gt;i&lt;/mi&gt;&lt;mi mathcolor=\\\&quot;#FFFFFF\\\&quot;&gt;c&lt;/mi&gt;&lt;mo mathcolor=\\\&quot;#FFFFFF\\\&quot;&gt;&amp;#xA0;&lt;/mo&gt;&lt;mi mathcolor=\\\&quot;#FFFFFF\\\&quot;&gt;d&lt;/mi&gt;&lt;mi mathcolor=\\\&quot;#FFFFFF\\\&quot;&gt;i&lt;/mi&gt;&lt;mi mathcolor=\\\&quot;#FFFFFF\\\&quot;&gt;s&lt;/mi&gt;&lt;mi mathcolor=\\\&quot;#FFFFFF\\\&quot;&gt;t&lt;/mi&gt;&lt;mi mathcolor=\\\&quot;#FFFFFF\\\&quot;&gt;a&lt;/mi&gt;&lt;mi mathcolor=\\\&quot;#FFFFFF\\\&quot;&gt;n&lt;/mi&gt;&lt;mi mathcolor=\\\&quot;#FFFFFF\\\&quot;&gt;c&lt;/mi&gt;&lt;mi mathcolor=\\\&quot;#FFFFFF\\\&quot;&gt;e&lt;/mi&gt;&lt;mo mathcolor=\\\&quot;#FFFFFF\\\&quot;&gt;&amp;#xA0;&lt;/mo&gt;&lt;mi mathcolor=\\\&quot;#FFFFFF\\\&quot;&gt;i&lt;/mi&gt;&lt;mi mathcolor=\\\&quot;#FFFFFF\\\&quot;&gt;f&lt;/mi&gt;&lt;mo mathcolor=\\\&quot;#FFFFFF\\\&quot;&gt;&amp;#xA0;&lt;/mo&gt;&lt;mo mathcolor=\\\&quot;#FFFFFF\\\&quot;&gt;:&lt;/mo&gt;&lt;/math&gt;\&quot;,\&quot;base64Image\&quot;:\&quot;iVBORw0KGgoAAAANSUhEUgAABbQAAABlCAYAAACV+GX6AAAACXBIWXMAAA7EAAAOxAGVKw4bAAAABGJhU0UAAABNyEmvswAAOP5JREFUeNrtXS1QK83SRkREIBAIBCICgUAgEAgEIgKBQCAQiAgEAoFAIBCpQiAQCAQCgUAgEAgEAhGBQCAQCEREBAKBiEBERMyXvafzvXv2bLZ7dmdmd2efp2qr7j0vmd+enqd7enqmpioCpVRt9C2Pvr3R15gCAAAAAAAAAAAAimzDzYy+jeDDaAAAAAAAUAXyszT6tkbf6ejrjL6B+g93GCEAAAAAAAAAAIBC2G4zFHy0O/ouRt/T6PsJ2W8/GCUAAAAgh/2pPvo2R98Z7U0fo69H32vgXxx9RwicBdII1uLoa46+w9F3NfqeR9+3SsYBRg8AAAAAAAAAAMCJ3Rbclp0ffaujb2f0HY++a7LduqNvyNhvjxhFAAAAwOG+FQTJno++vpJhSA7vBkYPiBOogPzcEvH5HH2/Kh0aJR+H6dG3MvrWgv8NycC8AQAAAAAAgOcABZWNR5UdR5BXAAAA8AVH7TuPOWgdki8yiNRuk29yELNfBf/WwkwDUcG6MUCGeiVf+BcRR/6A/g1EDPMGAAAAAAAAngMUTUY6Bmy4ecgrAAAA+ILlNi7RraEo7kffQszftxKitTcx60BYWIL0Iuuhb5tyZPc0yNBNSfteY8hgByQM8wYAAAAAAACeAxTUkdEIHAL0yGOQcuTNZUAS5BUAAAB8IaGNzQlZIA4SfrOd0Kcv7CmARPDqdGIiwXpJ+3go6NsVpAHzBgAAAAAAAJ4DlMTB8ekqIAnyCgAAAL4woX3NCelD9pg97IPp0xZmH5AI4KxggQSnLfWS9u9LmIR+AdKAeQMAAAAAAADPAUogQ5KUknuQVwAAAPAFS21bnRCZfcf8bkPQpzZmH5AIYU0gTM8l7du8RkqVY0gD5g0AAAAAAAA8ByiBHEkc2kuQVwAAAPAFC22bmXBT6CcImmV+28J+ApgSxAWBMJ2UtG9rvucI91QmMW8AAAAAAIDngOcAk+WISxsZOBVqkFcAAADwBYd70IHgt6uC/qxBAgCJIO4IhGmlpH1b0VAAyPuGeQMAAAAAAADPAcogR++M7FxCXgEAAMAXLLRrN+Exx5qwjF5CX15NHMgC1VgkF8zC6JdVmOjRy4FQAexBGjBvAAAAAAAA4DlAwWWoJpChHcgrAAAA+ILhNs3TDaA4HGqUszYh/3Y3qAOzD0gFiTvdfyx5/+4Fi/979E1DGjBvAAAAAAAA4DlAweVHcg19HvIKAAAAvmC4PZPebwic0zOaZTWovE/yS55iHwF0BGiGXkRNwkHJ+7gkONXahTRg3gAAAAAAAMBzgBLIT5uRnR7kFQAAAHzBQlsm+Q9vMVuA68UheV10yYN+Nil1StxjKVuQBMwbAAAAAAAAeA5QEtl5cf04GOQVAACg2nxhVNddwr7TxEwBcUIThOHXLZV9Lbi6UPNkHGfJgX9F/T7UvRIBYN4AAAAAACgWnwXPASomM9OCaL0tyCv0IAAA4AuG9dfQd78hYE5ggsc+OiQgx5bq+GDIEK4NAAAAAAAAAIXlswBQsTXVZOy3IZzM0IMAAACG9dhZwr5zhRECogJzbvPF0lGZi4L82euYCQAAAAAAAKCIfBYAKrimThn77QOjBD0IAABgUIfVKb3JJGxilICwwGxFnM1zFuo4YMjQAFeiAAAAAAAAgKLyWQCo4LrqMTbcBUYJehAAAMCgHttn/IazGCVgLCxLkdOPD0v13DNkqIPZAAAAAAAAAIrKZwGgYutqQfHYwEhBDwIAABjUZe8Je84zRggYC8rM6PuMCMilpbq+GTJ0ghkBAAAAAAAAispnAaBia2sPN2yhBwEAABzqslVm3znCKAHjTe8tRkC2LdS1LDjdX8OsAAAAAAAAAEXkswBQwfV1y9hvbxgl6EEAAACD+uwU7+4BaTc9ZSMfzajMNiOUvzjdBwAAAAAAAIrKZwGgYutrmmy0JJxipKAHAQAADOq0HuM3rGGUqi0gjYScNO+W6uwwZAh5cAAAAAAAAIDC8lkAqNgaW8cNW+hBAAAAhzptFbeCgCQBaUYeioji2EKdNcHpPvLgAAAAAAAAAIXkswBQwXXG3bD9QaQc9CAAAIBBvXbC7Dt4F6DCwnFAD3c4zUcjOGUJsIIZAgAAAAAAAIrIZwGggmuNu2F7h1GCHgQAADCo2z4ZvYZ3AeyO/9zo2xx9rdG3EaS0KkKjgrxa9wKnspV8NKMyz3G6DwAAAAAAAJSVzwJAxdbb/OgbMmttFyMFPQgAAGBIvy0KdNsSRsrK2C8EaaBj9v0+Rc3X8mhUjTzrP0qGR0vteGPqPTe0uQeR4LvU5/WiPDIZPMZBbZvPgfCshcZkPC7zGmXsV/W6GubNyzkNdOJScLIbGtutQIGnkI0GzQtyR8aPzwqNbSv0bdBmOeNhn2eoz+F1u0nyVi9JH+aovdF5axa1H0GbSF/OGZDZJvV3Z/QtWybrYx20W7YbannIelH4rKCd0zS/6xmMiR36Gr7yHI21vUL7bHTPXsFD8pn13P/rn0ljSX/DYc5x+yvLy8uiB33m4aTf1wzottXQGGy60PfQy35yd9/076j8Q0avfeOgzsq4r5LjOgk3zsaeCPVOwgMRzvJYU1u40/3NDErokK4lxNURXMO6c0l8yBgJlPrp6HugF1qHrqIYiHAFwtZlxv2LxqY1iYySQg/wWYFFjHnzd26X6ZbIB3M1MzAQjuOcrXQq+USHc/0YPTNd8TFu0Nh1SEaHgv3mhdbbUkn7vEZy9UzkKgkDkp/VApKXs8DoZV4Tj85bcM15Nidn4TrJ2j3py0HatGUUfXhGMhuHLjkhagbaHhhHF0xdm5D14vLZCfKzE5LH95A8PmqUU6cy4sb22dRay5vnCNsXcJsr2msHAll7pjVa6T2YsZNatCaT1m6f9NN05Pc3zBx8gZfb5+VF1oO+8vCQ03mPdNJrSA4eUpRXI6fpU8K7YoE/o1VA+9gbvewDd/fdL0JrLQnP2N2tcIWucF85t9mQOhmZHYGySdpIesw3o9muJlPnMEWZs6SMfoX96pt0mtCmtEgE5Wj0XdPi49ozZ1lBv6r06BIhO6MHYB5CiuvJk8WKeauOYp4mAtZNMaZfYfJCujXJmLmv8BgfC/KcSfBahmvLZJQlOSUluMgzsoAcq22NCK+kvfvWRlQR6ep5iuhvk0Hxw+zxNc3yL4UHL5kiEogkXmvUdVh1WS8anyVZbEZ4A9euI2HZm4LDpHepY6CIPEcw1/vUx2EGWesh9cU/3PIhxfrphGVNIJvX4OV2eHlR7XofeTjt001ymt8J5H5Hs/x9gfP0r3WVM0/0Si/7wN3L7hchXdATfpzMDTTKCr42WAE7Pwcaa+HXyr5B0XFdZR/9FG275hwZmuVtpVRIvbRXR8h5/kSLPK0yfLeojJIM819yOhyQc2CdTvlPNWTmsqSLE/NWPYVcp1sb/QQ9cD1OKUC6c5H+fycy/itU5joepviH+J8x15K+ifxt0il/g8Z7j0lB9VzEa5fUj5eEm0A31Ld1Wq+HjEF0nkMfFshQG04weq8pemhhTNopBckW6dEkZ3LqKObQ9dUtkqtnjcNq7WvVVNd7ir1gJ0XfNlLuPStVlfUi8FmS5wviDmkPflYEHOBCw1lwUjaeIzgkOEtw8rzS+GyFr36HUj9Myh98V+Vr4rR+35nIySPiPGNeeRORwzMqa1UgO1vg5eZ5eZHt+rLzcKpvm+btXhCBH4dZjbpeUs7NEfQyuLsvfhHSnXnhcArg5udRc0x3bTTClZC8pWgbd8rZ1ijrJONJ4UnK8e0ZGLsbSwKYdGDwyG26dGLWL9qmamhsMG/VUsYbCXP+QmS5JjgwGzswPomYnzBRqjMVGuMdxsHzTeSwzhiN58zJ74n6O4fzX3m4HfZ3KSFSq08R6rMJjv8kwrjhqA+zCUb6DxH4GeHcD0xGMZPx9GtAT+854BDvmn07y1DXcw5ruxCyXgQ+a4A7JN4YoMhFXSdHr2w8J8HZdTph3Q9JVy0Jy3qYFK2pKpZfkw4iXxJ4ynnSYTE5Fn9C8jtN0cXKJP8BLxff3CisXV9mHh6Jllc2uQA5eL8z1PPtygnsm172gbv75hdRf9IN5YXKpYxJMT+6B6htG404ImNy0vcsiXBiygi+A812NQT1bgjKmWUixGyfKq3S6d34oazxeOtE7uxamPdjZj5rwnLmGUHeKOnixLxVQwnXEpxHv+Sw00lHsBGOylTJL8l3KjLG0wID60Fp5HoV7ku5jDn1NylS607SV9I5E8fLQT/2EwzsQNfMa5bXZIzBixQO7Z7Su2oYhzmBsXZvgENI5ryeYNBJMXRoyBZK1ovAZ2nP2CPusE7fgYbOemTGu2NK/orKcyb0PSm9SjC2y5rlJR2MHkxVBMxBXaD3FjT0+/9HvArk/TVFW8HLS2zXl52Hq//SiWRxap8K529ggHNsQi9Xj7v75hch/XAt0EeSg7y+oJzoh8c9+TnSTR96kkcjj5lGDWxEGSr+dWw27yVFHcSRgyfqV4vInPTUqW6wfzMa9c4aHtulBIU9UJr5jai8SZFyi54tWsybP3M5l3AKH5ywr6Qs9z6kZ34LpdDdj/G84GT9LEV07npKgt+x3N8mE51xrGkoTNx3Lc9ZksGbOhcgGQtJODTQ/jUNB/SnwMEcd5UuuJZ/RVGI0nypq4K9JS6lTpfG/FTJr3kuO1jbpZP1vPhsqP4rwdwdJchiWme2UhrpmPLkORP6PcnJMNB1doXKfWTsC69vTxH/SZKnwxT78jjK+0bxt2fa4OX58PK89aAPPJycn0vkR3jT0MNLggOmKD6IJ+/T3El5wCH0cnW4exX9IinswpspwMbY694K2s6jkdzVxmdL9d5wEX3M75djTo0e46INaGPqmjQIDPUxVRRDxnrvU5bZtn0IUKCFi3kr/xxuJZwqv2dZ6+pPLmEliOJY8XyMlwQk5zaDczRNftqOxf4eJcx58O+6DwFx5GzeQh+2VfK154OM5c8xkUe/Bo12iZF5lvD7WoxxFRiWzRjDTpJXe13Tmd2NygzdOPvOUleVZT0vPhuqf0UwdyvC/f9XyVPuBHMyrdnWXHiOhtO1n8HZNSuIgLQe3Zjj3rycsH8OVIqc/1TuXqiMTAd84OX2eHneetA3Hk5cQcI3uAP0szi+EeXIFKwnWWNt6OVqcPeq+kUibdgXtKEF97OVsd/QsMMHtgMhpiY4ejnlcmKpbs4RcsA4Un4ig7enkvMSnufg0H5wvSFR9N1QNzpIUO5MjCOk6+nCxbyVe/5aCWP5nlXRkrHI4Ud5nKdT/ZcOIglvWQw0jchYqw5tcmjeMs6kzRTlbjnej/YZHXNoqB4uBdidQ4LdTPh9NCfq+SR5VbIXvhcT5Cc6JjeTHJDCfq1YWtellfU8+WyoDVwqvdibhzERlafUH2k6nI8y8JwYHt8z7TShsk8FfbuY8hDkIPs1uX41uY8V/gNeXh496CMPF+qU04TfH8fwjemEv5dERJ5AL/vP3avqF0nJjZEPO9/xD7CfR+Mk0STLFupdTSuU6s9rx73IlaVlQZ0XgjpNEzDJie664Tp3bZ1exRwKPHi6aDFv5Z27pJP4L0OOE0n+/7spjyFYIwMlzM2ZUMddnuQpZBw+2ti8VfJDRko34lJTB4gjmVM6zrloUhPr8EVQzySn8WXk77aYuvYEa74e87toFPiQ0+VCB+YsZL0YfFZzb3iM+c12ZM/ajPz3WcFtlbYFHW7tJoD6kzYoKYJ4PWP5klsO3l1NJt37a8vQFHKf1JHL4OXltet95+GKfwQ1yW+xGxqPoURuhPXtQS/7zd2r7BeJaQMXRDVQyIdtc/xrzMHGUFlMgyTZdJLwbSPKUKCoexOiWOYiAh2c8s4J6+xwdRru44zgKpTxxSdwXBxkKHsh0qcLDxcs5q28c3fiKNWBhEgfTXkKYZRF20A9Ny519gRdwJG4iwzlJ0UyfxskIFykz6PJfV7J8txdGKiHc/I9CZzTfUlER8xVYSWJrovo9WDf2BbUxcncD2S9OHw2xiEg3hdob+5z+wY5vVVCtONMivke5mEcUgRxUgTpTsbyZ4VO10vP9mUub/KZgTqkDu1DC/oJvLwEetBXHi4IivudcKi9HjpkEkcEC4PwmtDLfvIZ+EX+aUM9jxu6QOxcbJDd2A/tKQ8qzzSrAifvTU713k0Q5rCCepGSeDLquVyEj4b7uJlHhIjiX7e+zVh+1xZpLchCxbyVc944Er9lsC7JVcc1TzeyBYEu/TIUcSm53jRrqZ8SQvyQlsARuU8iiM+G+nHNOWKV4Ud46Jo2h9eMdSymMWYjxuW3lIApPo3K9QQn5DBE9jeEXGXgmKv4Iuu58NlIG7hI/pXIXIfTKp0zZe/HyMZDGh2YI89ZY+TbhNN1VmB8B9j1aF/eZvr8ZMKJSekIJFgCL8+Hl+epB33m4YI98jbmN3Pq74cItzXqexL0bwZ62U8+A79ILHe3HkgFlFNAJXm29i3UWxfUuxPzu4eIM3tWo05JMvNTw/08z4NQSyLRsxDbiJNpy8N1gXkr35xxkQVXjjdWb/NnK1lev1NDdUlSL6xa6GNd8fm7+1mc6QLDb9dAP7io4qGyl4tZCeqeyVB+S/daNTnav9L0PWKUsvNFxvZAx5lNv5NcFz+CrBeDz8a045KJ4KtNWJ+vkkNAcpDs0reYoZ3OeQ5FVCatoxdlLt8tl47ow5dr4QL+82Xq4FfoVOgp8+kbwcsLrgd95uHCCNWtmL31Le2+TTpK+1ZYlfWyL3wGfpHYNkhS8GxMAZV0aEtOXFYs1LsuMHTnExTIh64yEi7GbcP9fBHUOW9hfJ8F9WZ5FCYcgdTwcF1g3so1X1xkwadpw1XgTPMyf7ZGhMW8w7W4bqGfd4J6tzKUH/cgVPRK8LRlGTV+iKvp0M7ELxjH4f/WfeTva5SaQfuqrjDivBFxKnTTEH2BsWRUf/sg63nyWU0nxFPo71YjBx4LjnW5U55De0eP4f0LBuvbSNirvk2lPSgB/zG6R6rk1Dc2I6XBy4tt13vNwwV1DaIH9JGUIZea9U0LuPYl9LKffAZ+kdRz651PCjBjEOaVP/st8vfhU9/vNIsmYshavboTUnrcZtS1NK+SvFtvaedW/ZcjcuhbFCrmrZQO1s8cHJ5c5Kt3J/TU70OBjD4arO9LUN+64T4eC+rMes2Y23sPMpa/KnByfCi7+e6UZUcAFzl3laBf9zTr4pw435G/v88QlcVdM+4ajJYqvaznzWcjbZhn+MM+/V0tErl34FiPO+c5KvkhISuHaxQ88x7q6y/dMJqf8gAUrc89snZpuE7J47jbZZfXsvLyPPRgFXi44tPfPUT+fj8iH/WUcmHFMeujXvaJz8AvEtuOHndbBp7d6jq0OeHIK3/2WWSjDF8RXk9Rn+Qhgk/DfdwS1HltaXx3hM6E3ZTlz/qqPDBvpZsv7gXrq5zqnZ3yEIJ+G7vOShEqEqwb7N+KgLgF0RlzGerYZOp4z3iFORodbNyZLGhDXTh3rQx9HErLjoz5VYr6rqRcKRLJdZZi3AYu9h8fZL0IfDbShgOmDUsxhvez6wNm1zxHMC5dy4drs3St3psAjJhDESfRggInonH+A15ebD1YBR4uODgK840l9d87Hf2UQXiczvzNGoTnk172jc/AL/JPGyQPwN5MAZV0Zk/b2qANGGzrob+/z2qACwnJteF+XuYxvlT3vJKlBfhOu+GTcpn3cF1g3sozV1y08MBWXxmHoXcvXIf63RfIp6kX7FeEhuSCofpmBMZggMMMdTQYwyhz6gGB89VoFH0G8pnFod1kyh2OdSRFMfZDzsN6ivo4x9EW/d1iqC7tqD0ly0/bgqwXg8/GtCMp5/8P/U34Ud1ATpd95jkkBxzn9y6qzcEcShzLTQv1chGd7+Dl+fDyPPRgFXi4kj2EukB/W4tEqzdT1sm9VfMEvewnn4FfJLYNGy64MVBOAZXk2Zq1UC/nXO6PDc7IRnlu2cA3vcl/Cjb5OYvz+yh0KBh5+dyjdYF5K8c8zYecApNwYrHu3E6qcxxzyU2XX1MRHcLrg78GIzwl+dl+0kbFECHuMrplM2Mf1gXG99A28VZ/HkS06dDmjOjX0N92QnO3kKKuOcGYTkfqCgyfhgWZH5rYf3yQ9SLw2Zh2/CTUf0d/c2+C15aF5whS6PwoD3OOWp6/HYFOespJdk7LLK9l5uWu9WBVeLji06S+h/72NPTv7Qx1cg7aY+hlP/kM/CKp1mCAVbCDahKiC6mCNlzvjYSEURTLwARJECzGoeFNXhKdZjtCrqnkOMKKwLyVbK44A8PawxyKz6e77emYSyKmXw3WJ3mE5N7xujtMWf6iA2d2TbDXuUq9IL2mnfbW1YPE2FN/53vdtLTex5zlOMQn1izptTfIenH4rKZ+PKCDnrEjspeHw8AlzxFeVW5PATpjOsccnIx10KqlujlH+jp4eTXs+qrw8IDXCvnGWmh9pE4lRXuotZuQPullH/kM/CKx7egInOr1KaCSpIgzfM8s1cueOpJh/hqKwGtYXowfhvt4UATSo2QPYf51ZbriawLzVo552slzngRXAec9HXdJOoQ7Q3VJDGcjN2s0HME/KdNVBI6uL+ZW0rqBfkgiGKxHZ2vo0lTpYmi+uNQ3K7T3/2SN1hJctzyKpBo5TVlPXdCvNmS9OHw20gYuun6JnBy5Hny64jkkz12BEerlexMW509y/fvCUt2cI8zYjSnw8mLrwarwcLqZyHHRBUr38hXa57L4LbgbaP0MznJv9LKvfAZ+kdh2cDnsO2AH1SREc7Yipww4l5ciynwrY527rsmf8PrLioN53tUgYANlKPdtidcF5q34czQtOBSzGRVSY6Kjuh6PveTV9UtDdR0J6uqrjI/iUF0t4Vq7SFl20pXcNxMOZjK6fgV9uHEkK1dC3VVLUfaKxNgLRXR8ZNEHAkfGQqiu17RRIoKIs8xXKn2Q9aLw2Zh2dJg9aTUcKZlXagJXPEcoa3jESW9MlxSf93ZgYl+cUP+5ixtT4OXF1oNV4uGCffk9hvPsZazz2VbgiE962Uc+A79Iat9hGwyhmqSoJdiM6znU+0XG6sCUUhWkODF6RU4YPdZ3ZcwIrmmE8WmLCJdgTWDeyjFPEkfnscX6Oafupcdj74RU0FrsCuo6dVhXgDmNcgPj8p6TFWUu3/i5sA+LjmTlVaK3LOmAIB3JfojLrGToxwwTnfUWqWvB4hwOVLbUa17IelH4bIyDJ8nReB8xDDdz0uHOeI6SPdK1NgXojOlDns4oweHeYVnltey83KUerBIPF6RxCR5nDaeSujVQJxec0Kq6XvaVz8AvEtsOyW2QDTCEapIi7sSlY6lezrl8GyJMP8pM9B13TeHXpGJSsteQHx3O9ZLw6v4Yz6qCeYgwb6WYozpz/ctY1G4Gcrvr8fjXBDLZNlDPnjA628TjeNIIj0dheYED9JQxSF5NGgxEwAeCPrw7kpNpYXseLDl1jkPjn/XhJO5l9fOQTjrNWNcbU9dT1WW9SHw20gYuj2d4nB5z1OFOeI5g3Yw5Ph4k13Pi5fbgr/rzCN/QlOMIvLycerBqPJxueCVhJ/Q331lTdSjZWzULVdfLvvIZ+EVi2yFJp9gAS6gmMerZdkqkrPfJVKoRqm/RllGdceEdOp7vc6WH8wquCcxb8edoXzAGVxbrlxD5Wc/ngIvQushYfk0YQbJnqD/SCI9tgbF/zlyD/VQWcmsqPnev0TEzZJCldjYr/kG0l9CNr3rGvlwyzqNxxF43Y/T0jMBRclh1WS8Sn9Xcq59s3AgsKs8RXlNGuhG9MX0WjOmTxfq5qNyPssqrD7zclR6sEg+nW4lDJiAuzBF2DNR5wq0zlT5/tjd62Vc+A79IbDu4mzE9MIRqkiLJiYuN17El19WHJkmZMNJv33A/3wR9nHE85zVBu6JoVmxdYN6KPT/S62UrFtuwydTdrcA6OWPG4C5j+ZKrrDeGrsSvC9dU7AM5FIncouuJSUZPcAiwazHlwoegD7+u9JeGgz3Ng5CLAj09NOU4ZPTv0FQKCYFuCbBUdVkvCp+NaccnM6bjqK9n33kOHc70szoagH/kXBIZvGGxDVwaqbMyyqsPvNyVHqwaDxc47z9C6/LBEC99sZFOxSe97CufgV9kYju4G584HK+ogHIK2ko+HA0jd2Dq6oAwoqFhsI/TAtL5ltO8LwqvgavQ1am5iqwJzFvx50jyYNqn5TY82YxOLsk8cBErXxmiRxqKzx1o7AqvMFolwG3oN/O0h94ybf2iqI9ly/OxrNsHBzLyImhPN2XZR8L+mkibMCt0Ipmoizso6mWMAC+9rBeJz0basKqxP6/kqLud8ByNq+Be32YyPHeSR3a/bMm6MN3IVhnl1Qde7koPVo2HKz692TA0vrMG6psTyPxG1fWyr3wGfpGJdiGHFlhCNYWU2wzuLdXbESqgc0P11QTOkY7hPm676p9lZ4D164sldJZi3vKdI8ljSCcW65fkKd6tyHrhnG9rKcqcFqQzeTMVDUDXVvvC9XRBUeHvAmd+cP10Tbl7pOpM2IcdR+2RpM5IHc0XOI+FN70WDfRlRzi2JiLfXmzxMl9kvUh8NtKGtnBs847OdsJzyGHAAVeE9dbvj2Tt5ijjv6b1AHh58fRg1Xi4wIcwxpGh+rhb5akf9vRFL/vMZ+AXiW2H5CBmETNWTSHlFPSBJQUkOc3+MeiwWHe98Sr+oYrMV5MNtPFOk4TtVGBNYN6KPT/zQv1hMwLm1EYKhZLOR41Jc3FrQb6fTF5tU7LHcSQRcY8U9bGSBxEWXv91di1bwwmcJt2IJGIkwLVDnXtroB7JI5qtqst6UfhsTBtehGO4nfNYOeE5is9v+7/r+bDGjOvUNUv11yjC2FlwEHh58fRg1Xi4RlqLT4e3Bl+qrpd95jPwi8S2g7udNFAVTQlTdQFdc5mCI8XGcGKwzjNXG1+ozu+iOBYY4/lTQ/EHV52nPV8XmLdiz8+hoL+vFuuX5J7zPn92ZEwajDN1S0OuH5m1d2Yh+utKkwAHDvx7ilTbpv7Xcp6DOWHb3xy2SWLgd1KW3RT2d9FQXySHBUsG6pFEoMxWWdaLxGdj9NdAOKZ56wvrPIf2SgnasMiM6tSuspduROJQ3y+jvPrAy13pwarxcCV//HPLYJ0c5zipul72lc/ALzKxHR0b9gRQfgE9zYMUCa9kBifM8w4XwYfhPi4I+vhSEDlY0rhKZew6VUHXBOat+HP0JOjrpcX6LwX1V+5RCorYeUo4Nd9lfr9NBl7SfrRqqe3SqMr1op7+K9lDglavokfaU1MWHx0SGpjPBmXbSf5AuhKbhPeqy3qR+GzKNXiU81g54TkawSt4ENKsTrXJfzqC+hfLKK8+8HJXerBqPFzxKfAy780pOMdK1fWyr3wGfpHYdkiyO7QxY9UUUk4R3FqqV0KIzg3WJ7mafGa4jweCPrYKJAstDQLW8/VEE/NW+PmRRsA1LdU/J6z/YKqioGt7/YTrmCfk+FknJ/YpE9XUpWiguqX2Sp0EvYKP+6lQD7QctUcSyddV6XNAfgjKX3XYlx1DdfVscRVfZL1IfDaFk2Wgcn5oyxXP0eAn67DIROO5lqcjSugIM/4YJXh5sfRg1Xi4xu23fYN95CLgv1X6B9e90Ms+8xn4RWLbsQouAcQJhuSxJhvXxqT5sxsG65REzawY7ueDyz4aavOTBglb83RdYN6KPT9bwn5OW6r/Wlh/Y6rCoP1lX5imYWLEKzkSbUdVrgjbc13wMZfqgeUC6dLdlGUvCPjLp8G+3NkyLiP1NGwSdl9kvSh8NqYdknQDNwUYLyc8hw4vJajEexMGxlP64OispfrfXAYjgZcXUw9WjYcLHcDfJoMuBPJzU3W97CufgV8k0zqcw4xVT0AlifQXLdQrOeF/NVwndzX5y0I/uStnvQLKxILGVbkzT9cF5q3Y8yMhYj1LdTeV7BG6H+wv/3PM3UQOL1/p3z4mHGp+E4k/Mn3AyLRV+sjWUcHHXHIltu/ilkbAHQRr5T1DhNGxS12n+PyBZ4bq2RNE99arLutF4bORNkij+FYLMF5OeI6S5zf1+l0Wg/N2lxf/oNtUEmyWVV7Lzstd6cGq8XChHrswWF9NIDv7VdfLvvIZ+EUmtuMGkfhAnGBwVyM/LdUrUaS7huvkogquDdcnuRZ4Y6iuGp1a7RoqT3pt/dnDNYF5K/4c3Qr6+GSh3lrIYTh0ISMlnZ8aORvDBOgn7uqp+pMjsEFfPcc27wnXzlbBx/5HEvVeEOKZKSot0GMOo7PWXDgJhPzoDbJeHD4baYMkeui9AGPlkudI9ICCRSYeT8mhZcdCvTXh7QPjD4OBlxdPD1aNhwvSgAVYMljfks1IVF/0sq98pqp+EUFbPmF7A2mI0aWlermNYWCSEFHUDLfxbRvu45mrfEPkFBqjbqC8uiAazcuTMMxbKeboNacrr2HZ4K5fVTJ/NkUkvcYYuMsFb7f0+uV6wfuh8nB2TJADa8amkuXvfLG09uPQdUjYzyHrxeGzkTZIomePCjBWLnkOHNpm504S8Xttod4jaZow8PL8eLkrPVglHk63zZzKvWC9fUIv+8tnquoXEejSQd7tAIonoJLXc7ct1CvJD/lsuE7umpzxB3qU7NXdhqG61ixEiZ1W0QjBvHlj0B0brnMjpC+vBVEwK1MVQ+C0nnBYeVeCtrd9IMXCPrh4GO+ecwBn2XOFkbAtg/3hjPe2oXpmBbysCVkvBp+NtCGIHPwSRK/OV4znXFWRS1qaN2lKm7bhehc1Ume0Sy6vpeXlLvVglXi4kj2Id2K4rx2bKWp80cs+8pkq+0WYdkjSFS9ixqonoBKDcFZQTs1CvXuG+8op7mdhOXXh30mixzoG+7djeuzIOVUpIwTz5pVBt2e4zrGj4pNOiT8S6v5VDnIUF2xelhLSXeyWoP1VcmhfOSCdnFG9mrEO7rqzsVtewhtey4bq2hX0qyYop1YlAzAvPpvgCCtsuq8ceI5U3vCQkxkZC7BvsM5a6ECvbzONFHh5OfRg1Xi4ML3ZnOE195uVQxniAXMF14lwaHvEF5i2HAv4cR2zVj0h5V4IfhWUEVz1eNM5mRHm3TIdLc2lOGkLytinTa0u+NumidNc9ecV6abmIr80OG5dpg+/nq0JzFvx56ghJC8tQ/XVQ5ESAzJMGoyDqyMoNyDn056smxoTwbpZgj4cCOVqxyWRTPGbL0EfTi22uS5ImdE2UA/Xz1uDfeJueJlMN3JpgJdtUETNvM+yXgQ+G/m9JCXDQQF0nWuesy+Ut6UpgBvLdZf8h+o8H6fEEKR4GAoP3MT8B7y8eHqwajxccJDzbnidrzD1sQ97U98CLrbhs172kc9U2S/ClMGlyelMAZUkRj9ZjN7ASUGbyZdOJJTA2H0x3M/5rCd3ob4qISGS5HRaY8pYpE1ryG0oESPYpHHNHT70PFsTmLfiz5GUSO8bqu8mSs4V/6p2mylzRv3Jc/jh4pqWgznhokofix6xLnBaWncGh8kwjdm77uGu4h8/tnIlXEOH3mWVBaFTZ8OhPj0zWFc3i+FA+nFsfF/7LOtF4LOaa8/o2zAl4jlNobztOuh7kw5fS+k813Bo7xscr7Ht0xLYb0+CMmdorXxI1gN4efH0YJV4uPBWxJHhdc4djt4Jyniiv/2Oc7D6opd95DNV9osw5XDBqedTQN7yUqMb2+s07zXbFS5lMQhpM/vRvcYhzO9lOucWd3r3mxR1rf48bjU2EO+FdT4ydf4wdYavUj0ITmKfLV1/5q7ydDxbiJi34s/RvJC8tA3UdRgq72aCwaOrO+uhaOaOD9ejFJ/rb7we5gvchyWhXL1YbsdyyGkw1L2+LbwB1bY4hknXZN9MRK4oPh/pwGSEjMBJsGGonsUshgMRyU4omnLaZ1nPm8/GGLLDMuy7OfAcScoeo9GwE9qxEdJPDyXda9cc8p/V0FXzQGYk+f0PBcbuS4j/1Aoor6Xk5S71YJV4uJI9iLdieJ1zOYv3mN+fh/5222e97BufqbpfhOFYzgJZAO35mSG9E73N8mn1UEzo5K0lEJLXNIouUMICgVww3FfuCtYjM0FjBdXVuCLHGcD3zO8fQteKGoL6ujYixgQErO3ZgsS8FX+OaorP5/UX8U1ZTytE9l7DG7ZKztunJp3MU9vH5OCryA5ezbHqCwlln4yDxYLK1Y+wHw1LbdgLyXYge1sW9vYAVxbaPs1E7xmTd4p+SbWnp3TqZLr6q1HXdpa6QocZgyQnjC+ynjefjZSzIxjL44LoOqc8R+igMRoNO8FpMgjpolJGz5FTWYKHjPUsh+Tki5xfK4J6l4Wy8yu19cDLi6cHq8TDBQEbXZNRiMKDoyXhmJ37rpd94zNV94sklLMpCGRB/ux8ZGROcLv01Fblt2kNwkB46W/edYVH4Fz+ttDXXppBJiX5FFooa8L6JISzlfD7i9DfbQrrjBKLnokNNtIW7VQtHhoKmLdizNWHYK5+MpwEH4QIYT/sgFX8YzjfCeU+xpXpwdoZKn28k4G3VpR0JEr46rsymJ85tNdc6UTgJJQluQX1bGHs7pOuUpsyJIRXnVsG+3XsaiwFvOw54bdn0ihJX2Q9bz6bYjwXCqDjnPMc4Tqyxk0iTpO+qYjbAjsYxjZL2tQ5SxG7qRly2mQ5cAuvkZ2iymtZeblrPVgFHk7yxznuzy3oqyT0En67FmrvCxeE54te9onPVN0vklDWYZUyBpRIRmrCW9oB9m00gCNEx4xADdIoH/Unl5OzyDGKsOaM+80Jvz1PMwmCzWiiYRMhjLfC+iZt7E0D4/fo6lS6AIsS81aeuboVKs/NFGW3Qzrjn4Ms9edhCy2jga5c3YXK3JzyCEr2AjxnCD/S/rKUYz/WNdq8aajORfXvg5pZHXxPgkitusFxa7twZlNdLcHczBqs75Wp68hhXScTfrcT0lm3wmv8Xsh6nnw2UhYXONEtiK52ynNCv20o2cFnx3B/j0L1Dn0IwtDYb/dTlL2q/k4b1Q79Ny7Fw7PQcXZcVHktMy93rQerwMMFUaHGnb2KT3HykLC/jmXgW8KDfNHLPvGZKvtFMuhP7zIGlEhGtjXW3pdR/5OS5WncjPndfkgB7aWot+FK0WguxsWY34WT4F9r1slFMcSeWEeuCemkN5mUU+8l49jVmVQC254tSsxbeeaqJVSen1LnFkW2PkYinOL0IJe/9yzy99ORclsebmhNZRavZGRN59CXT2Ebf7PsV7ROT2OMiX0DfdhyZYQRL0iKwp81PD+cs/7NYF2SHJMmnfVcJNhWzG92Qw6oZ50144ms58JnU7ThvCC62inPSekA2zbQz0DmbiL7uRf5NTWiKn80+E+N7J6wDvrrAV+BQ+F2QtlhR/iTjkELXl5cPVgFHi6I/E0dgZ6B45xO8K90Qw7i1arpZR/4TNX9Ikxbvpi2rE0BecjInaZ9v2Wy8h3dCiNXf25T1rtv64pcQp2nKfoajjbr6G5Wis+T9jPhN+GrVUsa9e3a2ICYU5cPn6KzMW+lm6tpJc/bHDh55hlychiJShok3Ny4kxJpurobvpZ5OOUpInuEKQzoylrDYT82NNo3JOeCjoFep7XfiymrZbAfnFH0YHnO70wfSNDYcU5fkxHTu1zUrTKXP3shBVc5Do3/uy5/8kHW8+KzMeVxWC6InnbKc2KcbgOh3l/NqMO7kv28pHvtosZe+66YVDe0RrsxvGk68nfcDZJe+DfE08KpqLQfBQYvL64erAIPF9y8ubewvrlctHcx3KGb1rHqi172hbtX2S+S0A5JQOzsFJCHjHwqPZy4dvJ+UJTXdsQwfk1rpAoM7I6FgX4QhsBvU38fImOQ5oGCE0GdR6QcV2LGpWmwvh+VIlev+vtV2rjTzUUPFyXmrVzzdaahQIO+XxMZWSfis0fRF/2Yv11PqLcjIH23JB/DpKgKD9fQvrKDAe1bdUf90D1x/qT13EgoM3hk61zFp93qZjEUEhyk3BXkZobyTyc4VbQNBY06JddKVwzWx0Uu3Tju2xPdhjhQfz+M2VMpH9wsu6znxWcjbeBSQHQLpKOd8pyY+g+FctbXdSBSezsx/H51yjMIoqWj+2fAlzZpX2iQHjlV8Q/sxh6OCZx749+2KSr7J6KjYE9Z4uU52vXe8nCKFuewY2Ftcw7tIenRJgV8/GZ1Fvmil33g7lX2iyS0g0v98wHXcm4y0tVcc+28iJAyYTRRvb9M+ccWBjptbtdPlfIBn4xOnTSpXLgrUV86faGrh7cJJGHD00WJeSvXfM0oPie/LtgxV/LHD1TFnNnHER3ftxCx/eki0pEij7op2/hLBmKHvk8m+uXB9M2kUD+2mDno6+5z5Ax5zGN+BDqzZ9KRLjgQ2DFY12pKeQscSHNVlfW8+Gxk3+WiFC+qynMmtOFeo84XcsDNThj7BvXpNUbXdUzMcUH324bApkqrT2Yn1NmzxavAy0tr13vLwxWfbmFgg7tl8FucVl0v+8LdwRf+acc5U9f5FJCXjNxrysWOycqfUghmV2W49k0nNxyWLQz0eYq+vmW5uqD0Hif465TL4nz+SE5V1Z+rR88Jzo8Njxcl5q18c2Yyd/OTkj2icu+SZJZgDlbU31eRA2OkRaR2JSEKLEu09oaDfs0nRFWZwDcZTDUHa+SXIfE7gnKmaS5/J5RxbDuCXuBQuXC4HwyV2ccn51LIUMdEG8os63nw2Uj9kkfD1gqkr53ynIR2XKc80Bw7Gz4S9NqAooTrUx5D/f0YrAncJOkTxaccmaSj5ssir2Xl5XnqQV95uKCOV0vr+izFuF2b2F990Mu+cHfwBa0DrI0pIE8eomO/z5ms/FhTMN/Snq6H6jwRKIhaARbjTdYTN3LkfGnUGSj/Vob6uppzeUzj0qBvlU7hnhJOI5+yykAJFiXmrbzKNEukUmBYHEj1j5Jd7Rzj0PP1En1EqpMQ3bVAf/9pgFA6yYlKTtwbw06DPq3laYdztSAghB80P82IjgmI+92EKNQf+s2cgz5IHr1aM1gfZ1S+WOijdG0MyTCsVV3W8+CzmnLSL5Lh65rnMG05tBBl/KgcvrlQgPncVbL8t1yU7rYBWY/iSmXPDQ1eXg496BUPV39SKHA3tI4trekFjTUd7Ncn0Mt+cnfwBdEtuF/fD69LICMvQvk4sLHQpQJ6qszkGOSuQ91bHGzJieO7Mvs4wbZQkQZOhJWMdQ1DzoVDMvzHxGqHxj4t4Q2EdKtCCxPzVs55WyCCrjQ33ktdZxxFUv4I5MPnvGrLMVHX1xrGyCI55HoZyOWvcnSdPHCUamzYE6N5yDlcz1m/vRgg9k+ko1w65bnHaYweigtuFZxb6OMGs/8MyUhbgKznx2c1DyHuqsxzBG2ZpX34N+NecF2kSHjH87mWgv8oWjdt6ZoQcp9x5O9GGeW1rLw8bz3oGw8XBsMtWlzTOwI5+7QVmeqLXvaFu1eZL5C9mYSHKSBvGZkTHAbfWAnuoI3nYYKQBobhuU+RnRTF8BpSzr+08V6REWkjOrw5YXMfEinaNhC9MBcqc5UhO7t0/e2HOYF8oVPIpYouTMxbOectOCXcomuC3wlXRQNnXCsLoVd/Xk3vxMjHi06USYl1aZRon2QoLyCctymNxAfHfR9Hmb8x7e3T39yQUTxXsDmcp3Y9CYzCHyKql7S+pqcAm3OzTrrlNzT+r8TJliDr4LNl4Tma7amTfrkRRsl2aa/fVZ7nMdWc0zvmoLhP++1WGgeNSk5h9U7cCvZUDry8CHoQPNzoWK7SWv0K3UzskpN400X/fNHLvnD3KvIF0hNJ2McMFUJGZugWVz/m4K1lXV9RA5bIiFpTBnNCAv8/xrM0tuukVE1Gkc1RhEVL83cNas/4W4bixrx5Nn/RsZq3UEeNnIMNVY18ahcxxpKph8JmaE30NZ3aiznL2GpIxlbLuB5p7Bci62UJfAAok6yDzxaL5xjYW+NkbgGHatrzOtbndUNlT5ND7YT27F2Ht6XAy0ukB8HDvdMrXuhlX7h7FfiCSn6od6g8ffi55DpimWRkEToZAAAAKNImdeMihyAZYxcaue+uMDsAAAAAAAAAAADe2J5vZUrpBgAAAABAMQnFeQyR6Ng8eaXTXUmO7U/MEAAAAAAAAAAAgBe25zQT3LSFUQIAAAAAgCMUOzGEYugiJy1dC5Tk7UMOVQAAAAAAAAAAgPLbn80Eu28A2w8AAAAAAI5MTIcepAnj2WEblgQPFzYwWwAAAAAAAAAAAKW3QdsJdt8lRggAAAAAAI5MTHpd+tBxOw7g0AYAAAAAAAAAAPDeBu0k2H3LGCEAAAAAADgy8TSBSKw4bkfwUORvArHB6+QAAAAAAAAAAADltj/rlFYkDi8YIQAAAAAAJITitygR0QkvXf9ipgAAAAAAAAAAAEpvfyblz97BCAEAAAAAwJGJ2SKl+BjVeTOhLW+YLQAAAAAAAAAAgNLboKcTbL7P0VfDCAEAAAAAwJGJRoJDeyGH9kxyaJ9htgAAAAAAAAAAAEptf9ZGX2+CzdfCCAEAAAAAICEUSQ7tzRza8zyhLauYLQAAAAAAAAAAgNxtyPkgNUhgLwbvIGn+dh3R2QAAAAAAZCUjwYMcwwmkou24LcFp/U9MO14xUwAAAAAAAAAAALnajoG9dhmxH4PHHQ81yrgtSjAVAAAAAADlJiYfE0jFq+N2tCa0Yw2zBAAAAAAAAAAAkKvdeJlwu7cl+P0MOcCjeMToAgAAAACgS0yuEojJuqM2BJHiXzH132GGAAAAAAAAAAAAcrUZ5xNu9gboCso4i/ldP4+3mwAAAAAAKD85WUkgJi+O2hB32v82+mYxQwAAAAAAAAAAALnajHsqGUPm9/MTorNbGF0AAAAAANISlNsEcnJque64k/puQHowMwAAAAAAAAAAALnbi23Gof2Twt68xsgCAAAAAJCFoMySE3kSDk2/Ok051O5j6gpyei9iVgAAAAAAAAAAAAphL3IR2mcJv12LSVcS2HwzGFkAAAAAALKSlOXgZD0p/UjwNwbqmR59+xPqCvJ5T2M2AAAAAAAAAAAACmMrcjm05yb8rhFj970itSQAAAAAACaJSkA4Okm50ei62LYuCQkemBx956Pve0KKkW3MAAAAAAAAAAAAQCFtxUsdhza91fQV+bun0VfHaAIAAAAAYIOs7I6+HvfwBz3ceE051YKo61boO6KI605C5PcrOcdrGHUAAAAAAAAAAIDC2oh1ckjH4Y0CmIIAqSYFQUUjus9h9wEAAAAA4IKwbBEZ+VVmMCAH9ynyZAMAAAAAAAAAAJTKRqyNvgsm/UgUgf3XxOgBAAAAAJAHcQlO2k9G3yM94vHNvXRNf3dPpGcH+bEBAAAAAAAAAABKbx82KAXJpJu4ga14R1HbiMoGAAAAAKBwZGaOCE34A2kBAAAAAAAAAADw3x6cHX2r5LwO8mbPYFQAHfwf5myc5bpLd1kAAARcdEVYdE1hdGhNTAA8bWF0aCB4bWxucz0iaHR0cDovL3d3dy53My5vcmcvMTk5OC9NYXRoL01hdGhNTCI+PG1zdHlsZSBtYXRoc2l6ZT0iMjBweCI+PG1pIG1hdGhjb2xvcj0iI0ZGRkZGRiI+dDwvbWk+PG1pIG1hdGhjb2xvcj0iI0ZGRkZGRiI+aDwvbWk+PG1pIG1hdGhjb2xvcj0iI0ZGRkZGRiI+aTwvbWk+PG1pIG1hdGhjb2xvcj0iI0ZGRkZGRiI+czwvbWk+PG1vIG1hdGhjb2xvcj0iI0ZGRkZGRiI+JiN4QTA7PC9tbz48bWkgbWF0aGNvbG9yPSIjRkZGRkZGIj5pPC9taT48bWkgbWF0aGNvbG9yPSIjRkZGRkZGIj5zPC9taT48bW8gbWF0aGNvbG9yPSIjRkZGRkZGIj4mI3hBMDs8L21vPjxtaSBtYXRoY29sb3I9IiNGRkZGRkYiPmE8L21pPjxtbyBtYXRoY29sb3I9IiNGRkZGRkYiPiYjeEEwOzwvbW8+PG1pIG1hdGhjb2xvcj0iI0ZGRkZGRiI+ZzwvbWk+PG1pIG1hdGhjb2xvcj0iI0ZGRkZGRiI+ZTwvbWk+PG1pIG1hdGhjb2xvcj0iI0ZGRkZGRiI+bzwvbWk+PG1pIG1hdGhjb2xvcj0iI0ZGRkZGRiI+bTwvbWk+PG1pIG1hdGhjb2xvcj0iI0ZGRkZGRiI+ZTwvbWk+PG1pIG1hdGhjb2xvcj0iI0ZGRkZGRiI+dDwvbWk+PG1pIG1hdGhjb2xvcj0iI0ZGRkZGRiI+cjwvbWk+PG1pIG1hdGhjb2xvcj0iI0ZGRkZGRiI+aTwvbWk+PG1pIG1hdGhjb2xvcj0iI0ZGRkZGRiI+YzwvbWk+PG1vIG1hdGhjb2xvcj0iI0ZGRkZGRiI+JiN4QTA7PC9tbz48bWkgbWF0aGNvbG9yPSIjRkZGRkZGIj5kPC9taT48bWkgbWF0aGNvbG9yPSIjRkZGRkZGIj5pPC9taT48bWkgbWF0aGNvbG9yPSIjRkZGRkZGIj5zPC9taT48bWkgbWF0aGNvbG9yPSIjRkZGRkZGIj50PC9taT48bWkgbWF0aGNvbG9yPSIjRkZGRkZGIj5hPC9taT48bWkgbWF0aGNvbG9yPSIjRkZGRkZGIj5uPC9taT48bWkgbWF0aGNvbG9yPSIjRkZGRkZGIj5jPC9taT48bWkgbWF0aGNvbG9yPSIjRkZGRkZGIj5lPC9taT48bW8gbWF0aGNvbG9yPSIjRkZGRkZGIj4mI3hBMDs8L21vPjxtaSBtYXRoY29sb3I9IiNGRkZGRkYiPmk8L21pPjxtaSBtYXRoY29sb3I9IiNGRkZGRkYiPmY8L21pPjxtbyBtYXRoY29sb3I9IiNGRkZGRkYiPiYjeEEwOzwvbW8+PG1vIG1hdGhjb2xvcj0iI0ZGRkZGRiI+OjwvbW8+PC9tc3R5bGU+PC9tYXRoPrdHekMAAAAASUVORK5CYII=\&quot;,\&quot;slideId\&quot;:293,\&quot;accessibleText\&quot;:\&quot;t h i s space i s space a space g e o m e t r i c space d i s t a n c e space i f space colon\&quot;,\&quot;imageHeight\&quot;:17.910666666666668},{\&quot;mathml\&quot;:\&quot;&lt;math style=\\\&quot;font-family:stix;font-size:20px;\\\&quot; xmlns=\\\&quot;http://www.w3.org/1998/Math/MathML\\\&quot;&gt;&lt;mi mathcolor=\\\&quot;#FFFFFF\\\&quot;&gt;t&lt;/mi&gt;&lt;mi mathcolor=\\\&quot;#FFFFFF\\\&quot;&gt;h&lt;/mi&gt;&lt;mi mathcolor=\\\&quot;#FFFFFF\\\&quot;&gt;i&lt;/mi&gt;&lt;mi mathcolor=\\\&quot;#FFFFFF\\\&quot;&gt;s&lt;/mi&gt;&lt;mo mathcolor=\\\&quot;#FFFFFF\\\&quot;&gt;&amp;#xA0;&lt;/mo&gt;&lt;mi mathcolor=\\\&quot;#FFFFFF\\\&quot;&gt;i&lt;/mi&gt;&lt;mi mathcolor=\\\&quot;#FFFFFF\\\&quot;&gt;s&lt;/mi&gt;&lt;mo mathcolor=\\\&quot;#FFFFFF\\\&quot;&gt;&amp;#xA0;&lt;/mo&gt;&lt;mi mathcolor=\\\&quot;#FFFFFF\\\&quot;&gt;a&lt;/mi&gt;&lt;mo mathcolor=\\\&quot;#FFFFFF\\\&quot;&gt;&amp;#xA0;&lt;/mo&gt;&lt;mi mathcolor=\\\&quot;#FFFFFF\\\&quot;&gt;g&lt;/mi&gt;&lt;mi mathcolor=\\\&quot;#FFFFFF\\\&quot;&gt;e&lt;/mi&gt;&lt;mi mathcolor=\\\&quot;#FFFFFF\\\&quot;&gt;o&lt;/mi&gt;&lt;mi mathcolor=\\\&quot;#FFFFFF\\\&quot;&gt;m&lt;/mi&gt;&lt;mi mathcolor=\\\&quot;#FFFFFF\\\&quot;&gt;e&lt;/mi&gt;&lt;mi mathcolor=\\\&quot;#FFFFFF\\\&quot;&gt;t&lt;/mi&gt;&lt;mi mathcolor=\\\&quot;#FFFFFF\\\&quot;&gt;r&lt;/mi&gt;&lt;mi mathcolor=\\\&quot;#FFFFFF\\\&quot;&gt;i&lt;/mi&gt;&lt;mi mathcolor=\\\&quot;#FFFFFF\\\&quot;&gt;c&lt;/mi&gt;&lt;mo mathcolor=\\\&quot;#FFFFFF\\\&quot;&gt;&amp;#xA0;&lt;/mo&gt;&lt;mi mathcolor=\\\&quot;#FFFFFF\\\&quot;&gt;d&lt;/mi&gt;&lt;mi mathcolor=\\\&quot;#FFFFFF\\\&quot;&gt;i&lt;/mi&gt;&lt;mi mathcolor=\\\&quot;#FFFFFF\\\&quot;&gt;s&lt;/mi&gt;&lt;mi mathcolor=\\\&quot;#FFFFFF\\\&quot;&gt;t&lt;/mi&gt;&lt;mi mathcolor=\\\&quot;#FFFFFF\\\&quot;&gt;a&lt;/mi&gt;&lt;mi mathcolor=\\\&quot;#FFFFFF\\\&quot;&gt;n&lt;/mi&gt;&lt;mi mathcolor=\\\&quot;#FFFFFF\\\&quot;&gt;c&lt;/mi&gt;&lt;mi mathcolor=\\\&quot;#FFFFFF\\\&quot;&gt;e&lt;/mi&gt;&lt;mo mathcolor=\\\&quot;#FFFFFF\\\&quot;&gt;&amp;#xA0;&lt;/mo&gt;&lt;mi mathcolor=\\\&quot;#FFFFFF\\\&quot;&gt;i&lt;/mi&gt;&lt;mi mathcolor=\\\&quot;#FFFFFF\\\&quot;&gt;f&lt;/mi&gt;&lt;mo mathcolor=\\\&quot;#FFFFFF\\\&quot;&gt;:&lt;/mo&gt;&lt;/math&gt;\&quot;,\&quot;base64Image\&quot;:\&quot;iVBORw0KGgoAAAANSUhEUgAABbcAAABmCAYAAAD4W6xXAAAACXBIWXMAAA7EAAAOxAGVKw4bAAAABGJhU0UAAABOUUD+CQAAOehJREFUeNrtXS9UMzvzRlQgKioqKhAIBAKBQCAQFQgEAoFAIBAIBAKBQCB6DgKBQCAQCAQCgUBUIBAVCAQCgUAgKioQiApERUV+3e+d3t++++5uJrtJdpN9nnN67vfdS5s/M5k8M5lMZmYqAiHE7OSzNvkcTj73k0938mnMAAAAAAAAAAAAAD77gq3JZ2vyOSJfMPjMYmYAAAAAR/axIKY5P/msTj5t+mcLM+O30Jsk6CCQfTn5vEw+I/Ev5jBbAAAAAAAAAAAAXvmBe+QHPk0+/clnHPEDRwhuAwAAACXf05Ymn87k85oQ05zuZ8+Tzz72NTeFHJxaLEw+mxTEviCBDmLISxy+MIsAAAAAAAAAAABO+YFBxtru5HNMAeyHyedj8vkVfPQwkwAAAEBJ97ll2tvGQg3fk88GZtANIQenEV8ppxZcXHkwF8GVhAM6ydnHlQTIEAAAAAAAALwI8FxPdOAI+gsAAACOUbI+1unQNi6o/UyJvev0OUk51D2BxMuvkEd0tWz6+clIaLYcnoPa5HOTcL0OSgwZAgAAAAAAgBcBvupLjz4f5A9mwTL0FwAAAByjRP2cm3zeY/arz8lnJeE75yn73B6k756yBrXVzhSuog0DBXd4vFeS8Z1BKyBDAAAAAAAA8CKgIoGLoM72bRG+IPQXAAAAHCNnH+eppEhctnYz5XsPKeMaoAa3u0q7xqxJ03V4jNtM0rYGjYAMAQAAAAAAwIuAiuhSjZx5a74g9BcAAAAcI2cflxIqUgRZ3PWU73Hin9h7HFbe1yJqrFkc3yNzcT5BGyBDAAAAAAAA8CKgQvrUY+jSIfQXAAAAHKNoG01VKOIC20FVikXJd68Y49qDFrirvC8MAS85PL5v5uIc4woCZAgAAAAAAABeBFRInzjB7XnoLwAAADhG0TY6Zc86Ynz3hjGuTWiBu8ore2Dy2/F62yqYh0ZAhgAAAAAAAOBFQEX06V2iQ33oLwAAADhG0TZ60l4noR9faeVIQt/fl4wnyP5uQAvcVNwmQ2EfHB/jt8LibEIrIEMAAAAAAADwIqACulRj1B+9h/4CAACAYxRpo6nOdtJ+dcD8jRYFsEWe3wHKqbgbNmusFTTGLnNhfkIjIEMAAAAAAADwIqAiurRi2xeE/gIAAIBjZOjXu45KE5O/XY8JcAdB83NI323F7TDq6Mw5PsY95uLcg0ZAhgAAAAAAAOBFQEV06cR2Zh70FwAAABxDY59OMvzeHO1/txQTXYLk3VfcN4nC9jwYY3Dd7lVWesXluuIV0FPIEAAAAAAAALwI0KtLD7Yz86C/AAAA4BiK/en7mowL6FGSOqPGWseTsTboVCaK0eRzAfIEGQIAAAAAAIAXARXzBYcSX/AG+gsAAACOUZSNljwC2YO03FCo5eBj8PfbjKsGbc/mNChCf0BXDw5wygMZAgAAAABQXT4MXgRUWHc2i752Dv2FjQQAABwjpf20rO0A+5BS+ZXoeCotg22cS8hMcCozC2kAAAAAAAAAPvJhAKjw+rpg+IINzBRsJAAAQEE2blfyPmALs1RuAS6EXu8cGGznS0JoniENAAAAAAAAwFc+DAAVXmPvEl/wFbMEGwkAAFCgnethj3JXeI0I0bg21E6LUW/7FBIBAAAAAAAAfOTDAFDhNbbEKElyjpmCjQQAAChwn0qLWZ5glsotwMeIwHYMtbPFIDRrkAgAAAAAAADgIx8GgAqvsQP4grCRAAAAJbZzstJZS5glt4Q3b6itB4mifKPeNgAAAAAAAOArHwaACq+zO4kvGJS7qGGmYCMBAAAKsnWfKXvUEHtUeQXXiRHYi8H2viWE5gpSAQAAAAAAAHzlwwBQ4bU2kPiCWHewkQAAAEXZujXJHvWAWXJnkzJW54wen5BhG5IBAAAAAAAAfOTDAFDhtdZm+IJnmCnYSAAAgILs3Y1kjzrELJVPaGl1ZFYNtcmpsdaEdAAAAAAAAAAf+TAAVHi9naHeNmwkAABAiW1eH/W23RHW7ORzX0QNmcnv9iSK8gEJAQAAAAAAAL7yYQCo8Lp7kfiCP1h3sJEAAAAF2T1ZSZIR3gcsj7AWJ59XicC6htqu0QMhabiElAAAAAAAAAAf+TAAVHjd1SkwkIY7zBRsJAAAQEG271Ji954qNBeNyWd98tkLSkdPPnNl6tweI7gc4MhQ+6uMtjexpAAAAAAAAAAf+TAAVHztybCDmYKNBAAAKMj+fUvs3kUF5qBFdceHkbGPJ5/b4L8X2bngEcdHwUfLUD8uJO0Gk9XQ0E5wwrBED5asFTr58f0LrngtFNR2kDGxQnMTfJZVapxT9v1ucIJTcaMHGfov4wWyH9N5Xsj4O8F8z5XNDpVsrqdzFJ7vNZ/fX6AxL4bG2yadqzk4liYdXk/HEfzv+bKPhWzpvGabvGzyqiLtPcuhuZ6H/rvHhxX6G9jFeg7HZI30pWahr4XxIsU5+WdvzzrHwH8+V5STzqb8/S1j3TUKGAd4vYM20mceT3tkLedv1IiPreWZA9hv+ABVib2QXGTY93yuW4ya433rPgh17JqCxlz0DfbnzVSKPxnuE6rjFnfd7X3yObZtNMhQbdIL008hRRlYNAS7VC/tM0UXBpPPQ/Dya1qBfJrDALcVMqaQYTXk3CYZv6RkqwRzfBc4HglEpUOnnIFj8BH5nR/M8n9zFThup7SePhl71BftZVuu1jijgO8RrdEPybXsV3p8uVayMdRoHKe0DgaMA+sPejxsuQQBmA3qe5c4wSgr7yB+dZkgyzHZ60WNe8A+9XuUYJd2y+wUFa3/ZePDCRx2g3jsDfHlkepjbaTnZ2Qzx5Eaxqe65rRoXqTQxx1KrOkxslA/aI7mZ4C0eW3SWu7G6NlfPl0CV+oXve7A692zkb7zeErK2yV79UQ2O9PhQUi/uqHfidYLvi9zoNs3++2DD1CV2AvpkQwLns//E3MP+DCup6QMx9SpkVDHDxmRtE8nQ7/qjA3zMCPJulHYjN9MZAOSY7JJhuuKDFPa/N8Y1oNgvs8Z1yrSTmPuyajsEbF6CM1zx8OFDBlWb/Nskb3sZ5jf23C2AGXdoIZkOnG/ZAREOXvUpQvEgoL41znX8GoJxrFK++xPTtkFgZA9C/2do4OQM+IsgxSO0FH87SatfQ6/GuUttUYODnfN3EH/y82Hac9pUxB7yjN+dDxaRPu8bI3eKva3VLyIufZP6fAqD7q+O6+K81ojm/qsuJbG4Qw30icZbjT2G7zewZiBzzw+dKPmIHSQmcRPXjKs0yMFzhAEjDdKZGe8st+++AA+xF6oVnSP+eH4Oi8Kv9dziU8wHtOMYstUR2ZpMdvARYb+cWqszWdQ1CwG4yXrKUMo8+uKTnXfMxKCHYNK2ZZsbF+0oR+GyNGFZIONYs9hQwoZOi5DDfPbIOfgN2V+b4h8rpM8tklnwt95ntqSUOYM5vvvuV4hZ2wsIXAXlKUxvZ63TzL4TXGard/GYY55M+URph9yRk9p7R4T8UkLDqwXNI51OpVPGscNZQctE0FdoO9cM7JSljSt42m2E4cUx2FJob0snGOU5fEVms/nDPvScdX1vyx8mGzfAa2H54x89Zm5DlTGu+kiL2IE6e5S9plPGts+OW4LtMamN1EGCWt3F0Ht/63Tfsr6fIvw0YvI34+nt1joUEe7owxer8Yzyx4z8IHH09pZpjbPaL5VkztOFANSnxnkMyrBzTqv7LcvPoBPsRfiYUWi7pCsLhTH1jXVkVOLAtrP0L9bXVeb6NQz76acdXH0NM3hgiE92EnZ6H/JkNYkp4ycqwhthw0sZOi4DHM6aoGtHCbMSY824JqEUN+FvnNG/15mk+YqNtd12iDHkiDnpmS+FyWEvUdkdz7h07I45nWRXH7ri9ZuPeG7J5LsqKbFcaymEPMBjWNW8htzEjuUK2NI8MrZSLPOFHT5Lkc7qtmy3Ie8khzVZkFrvhT6XxY+LHi1hWU4Y6yzN8XffHKNF6WMv5kSFAkOEy4FozwQzWNSttZ2RQPbm7Ruk+z3VZK8yWbeh/7+nqlnmd5eAq9X4/Vljxm4zuOpfz+29JEC+KMc7TwXZGO8st+++AA+xl5EtpsduvDlmKyeSjE+OhXsSz4y/DJ+o5/lhI/R/j3zd5Y0KWgvx8nT9ES9QydBPcVN5cuQDqxK+rHB/J0anXanoeGwgYUMHZdhjrlNIh3fqtlCdPI+DSY1ZBk5FZzrL4kDe8LNuqYsjaFNW6843pZIzk4P9tUjzlhTsqQDnFoYR0OSPXOlkn3AyA4bZQ1wayKcd4x25kT+K7IDhXFdaBjXruX1Xir9LwsfpnFfU2bWHn3OJeNk7/mkm1n48NAlXpTCcY4T9oVfGkNd8TdfU/arpQrt33XJPhAc2swzZdQL2fo649Au6xsI4PUKvL7sMQPXebymg81vJse61cSH5mC/q+0D+Bp7ob2nz/xw+vOt8HvB58YxWaneGu0X1dEFRudODbXNqbG2w/iddoIhfKPTvQ450pxsrpHQ+1hRM8WwRnFpaKNIy97JUkqmmyfbzUHDCxn666wdp2xYryLbgy1zIUdNFpC6qtBcb0sc2EwZuxRYLV1wO4WgC1XHjvaxJLwZHkdbpF8938/4u3WRXo4h0IeVjLwi/Fml7CWVQPQOY43HzcknOcVPCtnjDcaYbhLm/oUcWG4m2IVl2+qU/hfJh0N9OGDy1NkUZzrzoYsrvChl7SdlgQ1yZHb9FHlIWqIAxCDFVm9lWGtTG3nM0KFjzeMBr3fURrrM40nvprwkyObdp2CeSjb3HSOwHacL78QlOorZshuw39X1Aaoae4npD6d0kNc3sSV6WJqbH9MMEhmWDbWdu962+HOlK7qpdeOcYvHn0RORt01DzoqRDYROwrSOlU6xh1UxsJChl/KclWS6XAvmY10Jv38fCkKkYbMi870rCfYF/20t42+rPnBhlNRS0DYtKzlwMJqKv9lJCwIbGkdNpJePCezHas42ZPyjLzTVo2MEE8K62FQMbL/QIUAt9HfrzAC3jOPcxPTvIhwUJ3v+xWjr1sJad1b/i+TDik7US8rcv4nsGLrCi2L60k4JYjyLjFe3hfwhuSo4tCcptuw76z4g/v+KMyewt2JgXOD1jtpI33g82W5uwHlTMbD9IeLfUzhntrcH+109H6DqsZcYmea+UeGBPFT97dOiOiqrFzkQhh7mYlyZ+ZB8P5oJOJRtMoL3qEIRwe1Rnk0443i/cvxunKG9r7iBhQzdkGVDcrXmKq/NE7y6hUb0xTHHeIrDnPIsRXBb/Kl/+amT1HKcEENr5FVy9U7Xw48y3ehoHNdZHr2grNivyBpOLKPDvMLXSGnvOsZJXcqxR90YXutO63+RfDjSD1mQ4yThew+RQ5BA3xeZiSTKWTZF8qKYfoxSAiOzBmVhJfhT0N49K/6ujx23HuZz/P4xUy+/Taw78HqnbaR3PF78qWUvw2/KrZ1aTFC1k8JP6oJXamEP9rtaPgBiL5nWZnemAhD8utuDwg7+GRkiXYNt97M6YpQVNYoYjAVGm695nE2NZMNGoGUpS/YP87eb4t8SAx2PFzNk6E9gOy2z7VYHMWcGE55nPAcze/VRQzuyutunlBkS/ixrHuuGxFH4zBoIiAStjGZtUGbyl4RIrmpsT+Z8DDU6j5wSNmcpjuNLhLitSNqTHeAPU74bvQr9kJbFTtebZegYXOvO63+RfDjSjxdJP9qSQMxv9CYMM0vvwAVeFFmTaddkX3MGRlaYTpx3vIn2gReJXV7I2Qb30OXO0BjB6x20kb7yeOKlmddChN+MOBnlgldDfQP2uzo+AGIvsf3gHHQdz1QADPs75QdLRXVwqShhiT/1pjJdvaGTsXAw44l7dZlx/W1oYKycU44TA+3umyJQ9Ps3VchegQy9ctbSapG+6Mo4YZLi0xmPQVmu34wslAUNbckI+oPhse5Jgvi5xikZ34fGcSwy5nJL89xxHkrc0tTWY9br75HvfjAP03tZHGO6lTaOZKHNagjc70D/y8eHFQNIv9F9irKKxqGM7bjg96xkHvuqiR1F8aJQ+/eSbN+5nL9/KHjwai8X8gdJR3E6ZjC4fWBonOD1jtlIn3m8+FO+L9MeLv4uFzMUzDI+DI4uTAWpfLLfvvgAiL0k9uMhq+/gqVzqlDARl1gW3B5ZLLJzxwUaNc5pTJNBui65Gxk57lZPgOhk8pfR7ryBOZY5u8M8JED8W8O87ekihgzdl6GsJm1fZKzpltAe5yrV8ozHEOk156a40NSWLCA7KDCwnSs4y8g+udU0Dk5g+8LA/HEyju81tfWZxZ5G+Ar7WinjRsFlzHfaEX3qMNt6K8LmeKT/hfHhGKchDU8xnPiHEwgUf+ol/iTsfyuK/SySF9UkzqaW2yXMbC0hPHo7gw6lZfvAgUXbP9bJzcDr3bWRvvN4xkH/KO4AMnIY/qti+xjj+xWaSz74Zr994UCIvaT2hfMuRG2mYiC+uk5rYFtHspqOTslORPoG25ZlNPUSNrbwie2dijIxN+ZLzePkXDPqG5rjW5MbM5FgqwamoHUCGbotvyBj7VniPK1oblNGqr593gjpdo1gEPWWpvY4VyvrBsa5yyC1VznbuDGd1Sx4DxK+CjO1RzcYsvvRNEaZrLoSx+VLIbC9wBjXtkQOZxqdgL5um+OL/hfNhxXXQyci93CpvRvG7wfB8Gvi4F3K+Ktn6GeRvEgWHNy1yf1M7C0F7duc68b3GjNjOcGnV/D6cvD6gmMG3vN4Bo+N4yeLoUN0pYfZA71g6OE77Hc1OBBiL+VaJ0B2gclqZ90YandWyB8xOI/5XvgKy63qpiJ4jzvtaB4r51rMraF5vmG0fa5pM/7xNVgHGTotuxqDkJu4dnpVhL6UaN7vba4ZBrnUfnBDAXxZQPEjZwbWvGSv/M4bcKaTd1lAY2TqmhmTwAoNV1TXGW0cxTiOo5B9bCm0x7li3Ix8J3zbgf0gFnNst9D/8vHhmH6cSPqxmhB8eRMWHyguihcx2n3Q3N67JKC2OuMBmPvAp85AvuCVpOqA15eD1xcYM/Cex9NhuNLj2hRLCd9G2zfAvS5gv6vBgRB7SezHtu11AmQXFqd21naBzuxqipJ3MwS2udcb5jSPtcdoc8/QPHNfem7kaGP6cvabx2sFMnRXdrJHtJ5MBPQZB2m7Hq+XJtPWrmpqr8UMjs5rHGOd4egJlSyahHZkdd72NYyFU0vOZN1cbnB73QJRnk9wHMeq160ZjvFniq1XvZV2xhjbLvS/fHw4pi9PnHIFdFV5ZCprsYy8SPz7kHwcF9LN4ecoQBGX8edFYJvGKTuQNpEZe2uLJ4DXOx0z8J7Hi79rZidhKfKdyzzZwYJXdqUN++0/B0LsJbUfl4x+bM4ApVCaYwaRaRhqW1Zv+68aTxGD+JmlX0wH+lvzOAutF8TM5sp1ZSYkywdP1wlk6K7sthiZECuG2paRnuaMpxC8R3gGGrOJVplrRGdwm1NP/C5nGzsS/X3LO4fMzLkvkzc6FILbuznbkT0m+VfZDirdkPlGFyML8iL0t+FA5btqdqTgPbrTgv6Xjw9H+iErndMN8ZLPorKGiuBFgvdAccfgeNcpqz4ITG76UopEIcjVMdCuzG4NhZmgJXi9IzayKjyesadGD8PD5TBes6wTxg2CkS4755v99o0DIfaSm1/PzwClUJyeiiG13HY39LfN0AYzyKpAzJNy3dd2ObVEXw3O86yQP2g1JSWLGdtYo+yLXU/XCWToptyaDCJl6gplXUJIBjMeg5mNdaOxvSOmo6irfME5o63fPBkodBXxx2QWHWViccq5bBrWlx2m/PZytvPNDSRESopcZmiLU9+7HbLxn6FgjmqGOKfM27tGeXmh/2Xhw5F+bEr6cRzDZwc2Au9F8yKGjH5sz4Mn+/UCI4hg5IBTZKgxDF5fDK8vwkZWhcdTIE82zrPI/jgM2f9WxnbfbK0/n+y3jxwIsZfUtSmz1V6/oeWa4owK2jA4jthR6O8fdFyPYV5v2Nc81itGmx3Dcn5kBg5efMpEgQwrLzfZFVvt198UNuUbz+f+haGrxxZl/T+iqamtNWZA+CRHG42Ea5Ta9irx70N0ieTRNGkLxmI6uC14D8Js09+2QmS2lzEjao2bkRjJnl83YG+0Zfb6ov9l4cMx/ZDdpFiha9bDPLcKXONFgle//hDMJ5M/xtkH1gy03WLYkj0f9NcHXl+EjawKj2fePlwNcbe3PJxBIRZzrGl83thvXzkQYi+J/Vi0nRgLZBfWMkNYW4ba5lxBXooxiJ0cbdaZxqipeawc0tg2LOstwccZVgdk6IHMtoucJ8YtkW3P579v01kWvLp3jxbtwW/WDBTKVJJl05xqGMcZ056sWNCXc2Zftg3ahP/qm4auIH5n5QRCXnqtG+JD4zw2iXkrbRP6Xz4+HNOXd8m81iI3YzIdvrjEi4i/y7Iav3GwbyyAYCp7msNr58Hri+f1RdjIKvF4Bgfqhw7DTzXFRTiH4nMaxuaV/faRAyH2ktoPTpnNPbCJcijNCdfRM9A2p952jU5Lplflcj0WwTTifc3j5GQljISFV26ZwSYrV9AdWyeQoXsyaxZNpET6IzRWarcWLAPOQWJDU1trzDVxoKGtY2Zb5xl/f078XUfX1DgWmVeinyzpyy1zXtdytHEt+e0e/d1h3owo+h3ZTbF9ypz6ystxhPzRq7EOe+eL/peJD8eMP8129qiExDjUrwXfeRHz8KszA2TZO8cM22HqQUeZPfkAry8Hr7dtI6vG4xnBzMuYNZs3LiINqMN+V4MDIfaS2z9ZnQFKoThPRTm1DKfvLtLHYd7TQ4Zj+9/moXGcm4w2e5bkfahAoJRrfnq8TiBD92TGWevHBttvSjbljwrIQAqNbd0xmgtIUCtnOw1mQDjTNVkqNzCQrGld2bddph1pW9KXHrM/rRxtfMmuxJJj8ZuXDwj5QzhjshPnoQP9uYxtca4WP2mQkTf6XyY+HOnHPkNHb3SXmikzLyInV1YPeiw0PpZaIa70YipIoyF4qN0nA693x0ZWicczDjUFBbXrIR7zm/dWAyOIeqNhbN7Yb585EGIvqX15Zch7dgYoXGk4JTpODbXNMeIHkdOxXQ3tfjAWyobmsXJOew4syv1FgUR9CjzMAxm6J69Fhn0ZmpwXIa8td1kBOcjI7EBTO1yyqYOkd5jr7iHDb59K5uxV1/Vs5hr5X5sW9WXEcexzOliyMS+Fgv4fecgq/VZqICBSjmQrR1ucmwvn0P/y8eGYvsgO6tZD81TYNW6bvEjIa5AHuIdnZyR4MBbm6hlzDuU2XNdfH3i9bRtZNR7PKL8yvc1+paskiuA9eL0J++0/B0LsJfc+1ZsBSqE06wylWTHUNqd2zWpokd9raLPJaPNX98mLSH/ldop5i3JfE2p4FBV//RUydE5enIzUM8N9uC/CYSuZHGSHibquO54xHfSFnO3MMq7IKstX/CmX9SbJCDjXuTcpZG1vW9KVBWZ/XnK0IattOghxk9zX8BlXuA9Ca6Sbsy2Ow7UK/S8fH470oybhG9/i71qrxwXadyu8iIJqnMPL3RlAVde+GPN6a7APawyfrOGy/vrC623byKrxeEaWenAYvhwKRj9qaHOHMcdN2G//ORBiL6n94Dz0ejoDlEJpLhknojVDbctOYwLC9RByOFsa2uQY8a7mcXJeV+0XIPt7RRJ1VeF1Ahm6Jy9ORuqCwT7MMshcswKyeDSduU2HlhzifKKhLe7V4T5n76SsOdmV7BvdukoZxZw18mHLeWYeeOfKPo6UcojNHAqRaR1Zzj3JYct5iGvlLbkmuzL5nVeWvuh/2fiwohP1HLqyXGTWtjVexCjTMl1P3u+pBdncRYN9kNXhfQavLwevt2kjq8jjhbzu+n4oADrUFBeR6dsL7Hc1OBBiL7l1eHsGKIXiyJyhrsG2ZUY8XG9oS1ObnNfADzWPk/PowG0Bsm8onD5OcVTRdQIZuiWvG8Y8PBrug8xpfK3I2jmSEVoNbXCuO77qcLoE/9GnTspv1IkofUiI/q3Bm1NnzHGcWtSVK2aftnO0MWAEgKdXvus5xyOrtz0IXXM8ztlWnXFl8g76X04+rLg230zx1bLyIobz/7+sRnh1yvPKKdPYM9yHL5s+GXi9GzayajxeyEuYicjhwqGmdmXBex1JId7Yb585EGIvqX3hvOk0NwMUrjSc2pPHhtqeV9i0nzW2a/16Qyj7PA17BenAJvNkPHwtZrGCawUydEdWTSGv82y8JIiQP7pTlSz6OUbQbS7H73Oye3Td/Gkz19g/9UmJzO6QXowlwdUz01kaCgS9aVFX+kz71cj4+wsKdrKtYTwbzLZy1fVW0M196H/5+HBMX14Ya2B6u7FWoG23wosU/AVcCVab13XmvO4Y7APnqveKy/rrC6+3aSOryOMZgbyf0Px3NSVrcGzrKuy3/xwIsRdpX95k1SbAKsqhNJxHRJYMtb2nsGmvaWqTcyr6oXmcnAL0xh5qYfbxRKjhU1SrdjNk6Ja8OHOhva5+hoDrRoXWkOzE+yDj79YZhGOoyzlWuC78SNlXbSKpbwzH9JGIb92CPFaZ47D5kCQ38Hybow3uddIHTWMynokeauuc0c489L98fDgmqMMNau0VaNOt8SLmdWBjQVCP92VOPeORYa4ky84dmOCq4PXltpFV5PHMQN5UL+c1tSm7WTmA/a4GB0LsJbUvnEdXryC1cijOLeN6blH1trVdo1V0bE81j5NDBnoF60FNqL3QHeC8QusEMnRLXpxrtleG+3DD2JAbFVpDLcmtmV7G35XtI0ONh6M1wavrPd07R4y/CYjyrm1dYAZCtVxH1ehkTbGVo40nZhuLmsbEeajtXVMGlsx5+oD+l5MPR/qxw5zjorO2rfEi5nXgMYICSnPKPUQx+ZDkLOM27a3r+usLr7dpI6vG45mBvCluNI5RVi7kAfa7GhwIsZfcfTmC1MqhOJ82spcS2u4zjd28xjY5p6JrmsfJqWvaKUnwSaXG20hUpLYQZOiUrLgZqWuG5SC7TlmJetuRedmQONPrmgO0A52ZIApXuNOCmIGzdCAKLgvEdBwDLFvsEyfwnDmLjxwTjvN4p2k8cxazto1nlfik/2Xjw4oBpFy3XVzkRUJeJz9AfwZQmVNuVvCWwT5wEo72XddfX3i9LRtZRR6vUO7iR2NAvc7gDXuw39XgQIi9pPaFk3yDm2MlUJrFosiz4NdfutXcrowgfOu+4sTIpgrQLolOtBUN9W1F1gpk6I6sOBmpRjPwmKUIKnPzIYYc/qYELhcYv9FgzPGd7kwIhRITAzpI7VAW5oooUQkgpkMzvfJbs9SnFjPw3MnRxprNgD5l48jwoSlrm5NVsgX9Lx8fzhgIGBad6WWLFykcEt3Ds1Oa1xfmHmCy7APnZkvDZf31hdfbtJFV5PHi74cirdwuZ94SauVswxv77TMHQuxF2pcHBieDjEugNJwT8wVDbe/ZdDKpzSXbhIAZRDBazy5DnzsKBCoY25Ln6wQydEtenIxUkzdSODX6jGZDOSCjJcpgSMpK2Y9bTxTUPpAcUgbO8qahfr8Xnelm2VF+tNgnTlbEKI+jxcwCedM4Jk4G7p5Fp6sO/S8fH470Y5k5xxdV4UXMg5vKHhhnnFNuSZJng33gyPXDdf31hdfbtJFV5PHMMQf8uKmxzQtZpjHsdzU4EGIv0v7Iqk10IbVyKI7sIZFvg21zCvL3NLfJcZ43Nbe5XZZ6QQp9Dq5uvyqQqGvP1wlk6I6sWkxCemSwD7dMx6M1U2GQjh6lBKp/qUzFLWVhv0kye7/p90xm8vwyZdso+dwfM+3CccmchrOcbXCyQHY0jsnaTTGGY9yD/peTD0f6wS0VsVTwfFnjRYJfi/94BuDO6YbtLNGM9vjcdf31hdfbspFV5PF0m50z5gvN45SVmenAfleDAyH2ktsm4XC9BErDecTj2mDbI5tOJrXbY1wpqGtuk7NBHpRQP5aYG+30JLnm8VqBDN2RFbce2oqh9tvMOX+bAcLzdimyIdhHnokE1Qz3kXu18t2B+b5hjmXTUn9WTJdhIPlxskDqGu2v0WB9xDEWJp1Un/S/THw4pi9PLsyxTV6kkLG6h92UPadnzDndMNQ+9/bumuv66wOvt2kjq8jjmeVBtCbFUMDOOAf0xX77zIEQe5H2Zass/hKQLihO7cltQ21zrkR/6ww00/UGWUD9zsBYObUT5x0nvwFWPV4rkKE7suJkvRmpi0VZNZ/Mub6ZAaZX8KPBnC6VHjmmIGyXDiZ79LfXJOe2zSvDCg6XC3UDn5hjWbTUnzvTWT2kU9bWJfMK96KmtjiOcRv6Xz4+HOlHgxlUOSjBnFnjRQqHceszAHdOu8w5nTPQ9ixTf4zV+wavL6+NrCKPF/J6vtpLBDEOmHSVlfLCfvvMgRB7yW2TkK1fEqU5ZAiqbqhtzime7utUnID6ruY2Odlofc1tXmk8PW8K/gvd+56uE8jQLXk9FpU1HSn1MCw6UFJyOdUpSD2OEOntEvf5gLmOXKgbyKntOLZxeMC8jvue15Fl2oYNjeN6tpj1dWE6SOST/peJD0f6wckOGoniH5K0youYGVy5D3AqtgdzHnIcWuBK1oJ54PVu2Mgq8nhmIG9L81hl5WFfYL+rwYEQe5H2R3YYjGz9kihOr4iNg9l2AN0PYZwzNuaG5jY5daZuNbZXC/1uw+IYtNcBK9E6gQzdkhcnaGfihsZiqBbbq5DXD65svW26Vvvh2uGKwtXKjgMy6DPG8WWpLxzHZy1nG7MMR/VL4xXumpDXZjyxaPeeof/l5MORflwz5vexBPNlmxchuK1XfjXmDYF3A23PC17d2gCnnuiv87zepo2sGo8XvEeEtd5iIJ38trGXexTc9pYDVT32wujPqCx9AZKFxCnRcWGobU697YHu60ZC/gjHm4Gxcq4Z7Wlsb073JsEMCni7sCFD5+TFyX64NOAoTh9G+iGimmbjBhXee1YTCLWRK6Ygtolj4QS3Xyz0Y1lYeKRF8B6mOdM4Ls71VV0lSTi1xPeg/+XjwzF94Tywt12CObPNi65QlkSr/BaKypxWKIcSYBm8vnheb9tGVo3HM0uY3WseLyczdhX2238OhNiLtC/zZekLkC6oTR3Xc7M4Z0yn71zzeDl1DDuM32mq1PcR8sc3tF4vjdREO9b4u3c2CFRJ1wpk6Ja8xraJR4S47TBs3EOFHeqfsmYjaiS2Zw6MhXMl/dFCP2SlO96FnpqPlzYDKYybYh8as8Q3GGOb46zPquh/WfhwjAMl27+M1SAuOS86ZeoeHEx1nmktOzaUjffLCMxqT3ICr3fDRlaNxzNvs29oHq+sbjvrMVJOTMQX++0rB0LsRdoXzuPHS5Ba8UpzmVdpxJ/agGPV01qG06f9agpzY16R/EZwqvtEGW8cY865ZtRj/E6LNj5Om7uh3+5qnD9O1tulh+sEMnRPZlZP1Wlep0T8ikkaj5k2q+XZekrLSuw60P/9IgICjIDYbIbv9Ww4xTlt0rfQ9yCdjCh/aB7bqy1by7A3H4zfWCHed5nk0Pqk/2Xhwxnm96EEdrAIXrTH1L0TS3NQL8MhQ47+t5nzqbM0x0qo5EOHEcDsMn9XiSuB15ffRlaJx1NsQZYVP9Rtb4KbeXnXfqiMy34V7LevHAixF+nvyG4esA6CAPOKI6tn9cpYTEPaDFYV235nKIluI37F2Dhqkt+YvvY75pzQMI15h7HpvXAJSuRU8VtjZhjnSsaph+sEMvQzuK2rBuFmiJQGNrXODGwtS353g37325cAN9MJ2yj5GDaZ+vVqqT9rpCPPqntm0Tc5iHSmXT0ea7y+vWTT9tENL1ngZlVjezJOdSX5fnCz7TPEvxq+639Z+HDkdzjXcHdLYAeL4EUrTN17sDD+OiW6fOgqLVTi4PaDAXsfHHKvMto+YI5jRElHsyXWX6d5vW0bWSUez1yLdwZsmCygvsfgOVPe8FQF++0rB0LsRdqfJ9zGVpqvBt182SPff85Go608JTrIMLxxnKaY73LqbT8aGPNnnjYjp3VHGoMHsmvAl6HrefUMba5pnEOnA1MZxwwZuiezsQ0CRSfLP6Ertosh+zjOesIbyW66rthaGtHNnnpJx9BiEtux6c2csorGoWBBQ/H7HdsOVaT9R0nb+xrb4lyJXdTYnqx+prbSEoJXcm1b4gCES8OsV0H/y8CHY7jxD2NemxXlRZxgjKAgZ83g2Gcj66Xww4aM41hlruUXTXP2EtLhICBzoEGHlkJr5qTk+ussry/CRlaJxzNvs+9qXv+cIG2LKdOhbL/3xX77yIEQe2H1R1ZCy7vkzhx7xYP498HoQE9vjSbrMTPo2infv6W/+cqQLcapt72jebx1RptHkk1qapS7XMPLyKbqS75/FFKKdWabzwavPue6kuboQoUM3ZMZ55X1j5xthAlxINut0H+T1b/tMX/32adrTky5hB2HS50OoMZxDJhjODLUfiuSRfCZJeDFzBZ6MTSGE1vXjam9N5P2IKa9rmmnXJHPNVK+H77VdlYV/S8DH478DqcGcrckNtA6L6Lv9Zi6t2Jo3I3IVf6rGUdBWZcc/ObU61rkRkKHGbz4lvzuvPj/R5HfVLgSeH35bWSVeDyjPIjQfajJKLnyJfn+I+dA3Ef77RsHQuxF2hfOzc/VmYpD/HlT65txeDVvqgPnjM1wVuKUZrp+KXiPOs1rHi/nhHIt4btzIQL1zT39EbwaWtcp398RkfpfzHajj4QNhJ7HuGRE+NHDhQoZuim3eybxmMv4+6uRDLuTyH+XZcReMAjxh2+HRYL3gGEcAv2/IQerDFmLl8x+/xhwSNoR8tCXZS9I7JssU3RgYP42JBlRugPbsgysAOca2+PcTtvT2N5FVic1kj3JOrj3Rf/LwIcV9w2ttxlc40URh1VkbT9nYCR8SHbr+uGzQpBmK4ctDB/0vU7njBG8vJfI4jPkl82VXX9d5vVF2Miq8HjmzauegbUvCzTfpHz3RDYPPttv3zgQYi/S/nBuYla63jbJ7JW5Lj6MzBeDVHQZCnOcsW1ZeZAPA+O9YEz2bIIx/AptzCsKbXKK4e8lfHddxNT/yuFUH2iYQ1lW0Y6HixUydFNu3Fe5zzL89l5EPucxfyPL2jyM+c58yNEc+EZWaIxnQg+C9XQsCqp1SnZhzOzrg45NnAK0ZxHd0xHYu7Z52Cz+PD401LkmmWtWhiWN7W0w2mtqbE+WlX7H2KM+uYdpPul/0Xw48nscx2CuBHbcOi+KcHLO1faRzrmiJJdP1YMgB/bkLnMdP2X47VYkgPbX48Ax15ajOE6xBa8hv2yt7PrrOq8vwkZWhcfTHFnPABbyMgsHKXM3lemT4o0JL+y3bxwIsZfchxnPMxUH0+8xF29inhLGGfrwgwsPGdteYAy4Y2DSZU7DdwIZec2aMcMU9JJkYQb/XNYwv18if72htMDUp4+nVpChs3Lj1pIccQ+syG7eRje0uDljZMOux2zk36ET4JUZD0HkrC/0oken6g3LY+kq9PEu57XudkzWl5arXRRslvGBE01zNieR/6EhWcmuvw902j4GEX7T2FaNIb9DyR41FOqPKvmi/4Xx4ZhAoKwfryWx49Z5UeR3rph6pyUATeP9juz7XjzcxchIy3TbJMj0jmSFj8K8h/YCGQ4S1utLHn8RvN4NG1kVHk+3EmVoaV73nPXXlqyBgchWDs8L++0LB0LsRUsMsfL1thXWdeYDc1kHOHX9riLf2Qudsn9lzToSvAdEVg1MOuekcD7iaLxkuXYTmTOlxRmZZ+WryxLZnuScww+VTdCTxQoZuiu7d6aBHaZduSUyfBST5XCXcNtjVuWK7+R/70b0ZdPzDXBZyGtyZcEPZfrMWhrHkkLmhqD9ZEGxjfWEq6M9zVktsptNuYO/4u/6qHFX+nYNyanOyBC80tymLMtNZwmURYbunUa+cxQJbK9UVf+L5MMxwUDr2Xuu8KKYPfmHqXeXIvvV8xYFwsJ6/uRLYDtkH4fMuRyTD1eTBGF6Md/bjvzdCqO9xxib8x7hYDUX9NdlXl9wzMB7Hs/gC+8G1n1bdb+hg7Awb1iosv32yQdA7EW6R8piiOszFYf4900JGfq6O3DI3CiOiMg8Rf79Uo62Hxnt1jSPd4450e803k7E8D5mJFC7HPJGJG8tZm7ONLc5yroAJTpz7vFihQz93hyj6z8gUvv03RMiRkOVa2YUxJPhm377PYkse74JLjACjlkxiDrSBsfRUezbmGzEDs1BLYb0r5LuJQWC73UHV8Tf5beScJzj99siubZrX1d2RYpzIMOmxvY4Dk9bY3ttpr05osOf9wjfWqmy/hfJhyP94JQHmiuJ/bbOi2L6sK+gd88qmY8UFDmN2aMuPL2heJWBK51SZm6bDmYuUgKR2xnt1lSPOhSE1BKkAq93KmbgNY9nHk53DKz5NaZMj0n+Lzo5ky/22xcfALGXXBx7LDx7zNPV4Pa1yIZgA97I2XZfdg3FwITPiey4zXFquJ6j3awB9RPJ7wbGXrU+3VrKqdWt8LiIPmRYOWPLwbkkc2k+4+/uz3gO8aeEQjR75pd5s0YVAQGsWxjPU44+/tKe2GdksgyFxkcIE/RWtj/vZvjd44SDjDGtpYZhGV0yZKAzWHrC4FENje2tZNS9XIFtX/S/SD6syI3fS2THrfOihH6cK+raOfW9HqPHgf3bpn3jN+a7hzOegoJBQwN78G9SEEwhuJ3EWWdd0l+XeX3RNtJnHi+Ku83ezDF3+7Df/vkAVY+95FijbzMA921Dc/HejBvVWMNJHafe9pGhSf/JMOY7ke/BgTmhdmUl3G49Y5s3TFkey8ZGRvskJcPyWnj+Oixk6Lz85jOu/Tj8cGyg+HOFSdUB8J6wkP1/i+jwGc1XnU7qHzOut7QsnqbhcQXXV7vCLO6EhZrilHUsy+C+4Ng2Cl68pchl1ZLeyYKGd5rb60nae9XcXiuDPg2Eprr+rut/UXw4Zt3JcFoiW26dF0mChuOMa6Av5CWyXoXGx2ZLvD9vat57v9LmjZmxaiRoC17vlo30mccz9s4fUz6aSL5NlybTHdhvf30AcIzYvtxK2uwgtJ2pTM+h7g7sZNgM1jW0e8Roa8HQpN8qblIHmtp9UZzrS5EvoK5ywt2nQMUmBZ7mSTmDK4ZXKRtfsJlsVWjBQobuB7i/chKLgLjMKbQ5sGlbHZBBNHt3mJSlJP5cywsyMB40ZXQHsm9ZGOOhgQz0ICNk2bKsGuLfK+BxentFdmeJ1tgi/f8guyaphmQQ+N2wdaDGDKDsaJ47mQ6cGRjnq4JOPZo48HFV/4viw5E+cLL3lktm063yIkZgdqBZ936EpL60h/v0uoYM7jFx0gYjIKTS1i/ZmJqL+usyry+JjfSSxzOCs9cG1/uBwtwNTfkqvthvX3wAcIx/+vEpaXdtBlCNtQY+y6zuxmsKztC90Pdwj+zqxrdB8jvHyOCabn4LGttdYRq7YNPe1tDeV4gIBieiy0QKVokY3eY4AQ82n06VTg8hQ29k2BLZro4Fwbi2IdIY2Jp5z+d9Lsape+PuKeQA71BAbpSTINYsjHeR9sxxTlJ+XXS2INm9Rw1kvU8B76UCxiCrhzgWekuEcB4F3DQwzg2GzmWyZb7rf1F8WDHwNRAlC7La5kXMveJEQ5DkjRJxKllDk4KoWcpAjOlAekmjfQ7brgWX9ddlXl8GG+kjjxe8utcbhtf7PaMPz6YSD32z3z75AOAY/9kcWaJPbQYIr+MuY7+aN9WBBi2eUcIJebA4Vzyb9KDG1BkthHFIMXv075cMLtBezAIZ0b/XmY0wljnQRFQ2KDuvLyGrX6QnG8LzBwwgw0rIMSiVcJMyZyMiR4E9WMzZ1kEMURuSbd2owFyvxWSl5HkEavra/WdGwnhgcezBXrNPm7zMYe3T353RnJUtiDUtGTO1NWPJrac+yfmYiD6In709qhvKhgz++U6Zfm3LfXFK/6vIh13jRRn2nkvS/xEjkPBCB3DLkOp/c7hMXOkjxeaPQra+mbGd6xTu2jWZFQde76aNBI/XPp8HtNZ+Q+N7Ixu6UkB/nLffPvkAVeYYQv42xCWkFLuPHcTctPklf6RloxOz5IC26TMP0RglB2s0z8Gc1w3IMji9V33QokUGZKoDa5RRMAupQYYey7IZkmWbMpZqhnRm3opBL8/cHseQ0q4ufSSHTvXK2ldRpJHW53JkfS64uD7JRk0zzqbjWaF/B1IOOKv/4MPl5EUa+jcX0b9pP5uQHmv+6jH2vq7x9xcoENSh7M22TR0Cr3fXRoLHV8L+OG+/ffIBqsQxKHiOkiT59nbtnAEAAAAAbG5mpwl1fk04HBuKdRi3ICEAAAAAAAAAAAAgwcd8KKKUMgAAAAAA5SACBwkZ03WDbdbpGi8HV5ASAAAAAAAAAAAAkOBfpj34eoMZAgAAAAB/ScBaQm3OXUvtn3Iem4GkAAAAAAAAAAAAgBifcl7iT+KNDgAAAADwmAj0E15Frlnsw6Xs4RZICgAAAAAAAAAAAIjxJ/dSfMl3zBAAAAAA+EsCtsrwkjS90vyB4DYAAAAAAAAAAACg6E/epPiSh5ghAAAAAPCXBCQ9urFbQF+OUwjJF6QFAAAAAAAAAAAARPzI2ZR626PJp4FZAgAAAAB/icAggQS0C+jLckpw+xnSAgAAAAAAAAAAACJ+ZDvFj7zCDAEAAACAvyRgNoUEtAvqE0gJAAAAAAAAAAAAwPUhOwk+5HjyWcAMAQAAAIC/JCDtRen1gvqUhG1IDAAAAAAAAAAAAIj4kC8JPuQ9ZgcAAAAA/CYBacHt/QL6M4c6aQAAAAAAAAAAAJXzTQNfsJ7he0uUoY2sbQAAAACoIIGopwS3rwvoz3pCX24gLQAAAAAAAAAAAO980tPQO1BBUtPT5LOo8P2zBB/yErMLAAAAANUgE18JZOCjgL484MQdAAAAAAAAAACgEr7oXYIvOgxuGTO+X5t8fmK+/42bvwAAAABQHULxkJK9vWqxH8sJ18lOICUAAAAAAAAAAACv/NC2SMc14zf2y1JiEwAAAACA4kjFZgqh6FrqQ3Di/hrT/lvw3yAlAAAAAAAAAAAAr/zQS0lw+4PhQ/bxiCQAAAAAAAEx6KWQii3DbQek5Cam3aBcyhykAwAAAAAAAAAA4J0P+iwJbn9Jvn+U4EOiHAkAAAAAVJBYLE4+vwmkInjUY9NQuw16MCSOlKDONgAAAAAAAAAAgJ8+6KMkuH2Z8t2lGP91qPIQJQAAAAAA/pGLdUmA+0RniZDJb+0mXCPrTj5NSAQAAAAAAAAAAMBb//M4JbAd+J+thO8FCVKfMYHtVcwqAAAAAIBgrNPL0knoU5C7mfH3m5PPYVA/LeFF7D1IAQAAAAAAAAAAwHvfs0k+YBwGCd9p0LtMUT9yBTMKAAAAAMCUMLQmnzvJFbER1ekOAt0bQQmRaMB78v9nqdzJ9uRzShnZo5jf+pl8zpNO5gEAAAAAAAAAAAAvfc/gNu84wefcjfzt5uTzHn10cvJZxkwCAAAAABBHNILA9DUFn03gnR4BwYMfAAAAAAAAAAAA1fQ7t1PKYwbB65cYnzQIiF9OPnXMIAAAAAAAMrJRo3IllxSQHmUMZgd10W4nn3089AEAAAAAAAAAAACQzzlPiVVjiU85JL8U/iQAAAAAAJmJxyy9Tt2efHaohnYn8jmi/9amDHCcqAMAAAAAAAAAAABpvmZQh3uLyl/eUHLUJfmcQTnMWcySm/g/CV203IAxmqAAAAQ5dEVYdE1hdGhNTAA8bWF0aCB4bWxucz0iaHR0cDovL3d3dy53My5vcmcvMTk5OC9NYXRoL01hdGhNTCI+PG1zdHlsZSBtYXRoc2l6ZT0iMjBweCI+PG1pIG1hdGhjb2xvcj0iI0ZGRkZGRiI+dDwvbWk+PG1pIG1hdGhjb2xvcj0iI0ZGRkZGRiI+aDwvbWk+PG1pIG1hdGhjb2xvcj0iI0ZGRkZGRiI+aTwvbWk+PG1pIG1hdGhjb2xvcj0iI0ZGRkZGRiI+czwvbWk+PG1vIG1hdGhjb2xvcj0iI0ZGRkZGRiI+JiN4QTA7PC9tbz48bWkgbWF0aGNvbG9yPSIjRkZGRkZGIj5pPC9taT48bWkgbWF0aGNvbG9yPSIjRkZGRkZGIj5zPC9taT48bW8gbWF0aGNvbG9yPSIjRkZGRkZGIj4mI3hBMDs8L21vPjxtaSBtYXRoY29sb3I9IiNGRkZGRkYiPmE8L21pPjxtbyBtYXRoY29sb3I9IiNGRkZGRkYiPiYjeEEwOzwvbW8+PG1pIG1hdGhjb2xvcj0iI0ZGRkZGRiI+ZzwvbWk+PG1pIG1hdGhjb2xvcj0iI0ZGRkZGRiI+ZTwvbWk+PG1pIG1hdGhjb2xvcj0iI0ZGRkZGRiI+bzwvbWk+PG1pIG1hdGhjb2xvcj0iI0ZGRkZGRiI+bTwvbWk+PG1pIG1hdGhjb2xvcj0iI0ZGRkZGRiI+ZTwvbWk+PG1pIG1hdGhjb2xvcj0iI0ZGRkZGRiI+dDwvbWk+PG1pIG1hdGhjb2xvcj0iI0ZGRkZGRiI+cjwvbWk+PG1pIG1hdGhjb2xvcj0iI0ZGRkZGRiI+aTwvbWk+PG1pIG1hdGhjb2xvcj0iI0ZGRkZGRiI+YzwvbWk+PG1vIG1hdGhjb2xvcj0iI0ZGRkZGRiI+JiN4QTA7PC9tbz48bWkgbWF0aGNvbG9yPSIjRkZGRkZGIj5kPC9taT48bWkgbWF0aGNvbG9yPSIjRkZGRkZGIj5pPC9taT48bWkgbWF0aGNvbG9yPSIjRkZGRkZGIj5zPC9taT48bWkgbWF0aGNvbG9yPSIjRkZGRkZGIj50PC9taT48bWkgbWF0aGNvbG9yPSIjRkZGRkZGIj5hPC9taT48bWkgbWF0aGNvbG9yPSIjRkZGRkZGIj5uPC9taT48bWkgbWF0aGNvbG9yPSIjRkZGRkZGIj5jPC9taT48bWkgbWF0aGNvbG9yPSIjRkZGRkZGIj5lPC9taT48bW8gbWF0aGNvbG9yPSIjRkZGRkZGIj4mI3hBMDs8L21vPjxtaSBtYXRoY29sb3I9IiNGRkZGRkYiPmk8L21pPjxtaSBtYXRoY29sb3I9IiNGRkZGRkYiPmY8L21pPjxtbyBtYXRoY29sb3I9IiNGRkZGRkYiPjo8L21vPjwvbXN0eWxlPjwvbWF0aD65LsjQAAAAAElFTkSuQmCC\&quot;,\&quot;slideId\&quot;:293,\&quot;accessibleText\&quot;:\&quot;t h i s space i s space a space g e o m e t r i c space d i s t a n c e space i f colon\&quot;,\&quot;imageHeight\&quot;:17.748},{\&quot;mathml\&quot;:\&quot;&lt;math style=\\\&quot;font-family:stix;font-size:20px;\\\&quot; xmlns=\\\&quot;http://www.w3.org/1998/Math/MathML\\\&quot;&gt;&lt;mo mathcolor=\\\&quot;#FFFFFF\\\&quot;&gt;&amp;#xA0;&lt;/mo&gt;&lt;mi mathcolor=\\\&quot;#FFFFFF\\\&quot;&gt;i&lt;/mi&gt;&lt;mi mathcolor=\\\&quot;#FFFFFF\\\&quot;&gt;s&lt;/mi&gt;&lt;mo mathcolor=\\\&quot;#FFFFFF\\\&quot;&gt;&amp;#xA0;&lt;/mo&gt;&lt;mi mathcolor=\\\&quot;#FFFFFF\\\&quot;&gt;a&lt;/mi&gt;&lt;mo mathcolor=\\\&quot;#FFFFFF\\\&quot;&gt;&amp;#xA0;&lt;/mo&gt;&lt;mi mathcolor=\\\&quot;#FFFFFF\\\&quot;&gt;g&lt;/mi&gt;&lt;mi mathcolor=\\\&quot;#FFFFFF\\\&quot;&gt;e&lt;/mi&gt;&lt;mi mathcolor=\\\&quot;#FFFFFF\\\&quot;&gt;o&lt;/mi&gt;&lt;mi mathcolor=\\\&quot;#FFFFFF\\\&quot;&gt;m&lt;/mi&gt;&lt;mi mathcolor=\\\&quot;#FFFFFF\\\&quot;&gt;e&lt;/mi&gt;&lt;mi mathcolor=\\\&quot;#FFFFFF\\\&quot;&gt;t&lt;/mi&gt;&lt;mi mathcolor=\\\&quot;#FFFFFF\\\&quot;&gt;r&lt;/mi&gt;&lt;mi mathcolor=\\\&quot;#FFFFFF\\\&quot;&gt;i&lt;/mi&gt;&lt;mi mathcolor=\\\&quot;#FFFFFF\\\&quot;&gt;c&lt;/mi&gt;&lt;mo mathcolor=\\\&quot;#FFFFFF\\\&quot;&gt;&amp;#xA0;&lt;/mo&gt;&lt;mi mathcolor=\\\&quot;#FFFFFF\\\&quot;&gt;d&lt;/mi&gt;&lt;mi mathcolor=\\\&quot;#FFFFFF\\\&quot;&gt;i&lt;/mi&gt;&lt;mi mathcolor=\\\&quot;#FFFFFF\\\&quot;&gt;s&lt;/mi&gt;&lt;mi mathcolor=\\\&quot;#FFFFFF\\\&quot;&gt;t&lt;/mi&gt;&lt;mi mathcolor=\\\&quot;#FFFFFF\\\&quot;&gt;a&lt;/mi&gt;&lt;mi mathcolor=\\\&quot;#FFFFFF\\\&quot;&gt;n&lt;/mi&gt;&lt;mi mathcolor=\\\&quot;#FFFFFF\\\&quot;&gt;c&lt;/mi&gt;&lt;mi mathcolor=\\\&quot;#FFFFFF\\\&quot;&gt;e&lt;/mi&gt;&lt;mo mathcolor=\\\&quot;#FFFFFF\\\&quot;&gt;&amp;#xA0;&lt;/mo&gt;&lt;mi mathcolor=\\\&quot;#FFFFFF\\\&quot;&gt;i&lt;/mi&gt;&lt;mi mathcolor=\\\&quot;#FFFFFF\\\&quot;&gt;f&lt;/mi&gt;&lt;mo mathcolor=\\\&quot;#FFFFFF\\\&quot;&gt;:&lt;/mo&gt;&lt;/math&gt;\&quot;,\&quot;base64Image\&quot;:\&quot;iVBORw0KGgoAAAANSUhEUgAABXYAAABwCAYAAAC6qShOAAAACXBIWXMAAA7EAAAOxAGVKw4bAAAABGJhU0UAAABWQixmXwAAOaJJREFUeNrtnS9U60wTxhEVFQhEBaICgUAgKhAIBAKBQCAQCAQCgUAgEAgE5yAQCAQCgUAgEAgEAoGoQCAQCASiAoFAIBCIior9mu9O7xtym+TZZDdJd5/fOTnn+95Ls5v9MzszOzs7NkYIIYQQQgghJBNKqfH+M99/mmwNQgghhBBCCCGEEEIIqRjixF3qP9v957z/PPefrvrDI1uIEEIIgdfUyf6z1X+O+s9N/2nLcydr7Gb/mWJLEUIIIYQQQgjRMTTn+s96/znsP1f956X/fKtkLth6hBBCSOIa2+g/+7IxivIabKiy9QghhBBCCCGEhA3MM3HcPojh+K2ys8UWJYQQQoautxP957j//ORYZ18YwevfwFkOds5FUbvvPzvBYGLLEEIIIYRQtyNEmWWS454QQgj1oX/qu9h/PmPWziDtwloQySt/OyHpGeIcwMEG7BxHgfuDvN5/bhMGwRpbiRBCCCGEuh3xfmxdythqSyTQZ0an7ivHPSGEEOpD/9Q5zknbCXLWJ/zuKmHN/eAGp/uDvZ2iePX6zwJbihBCCCGEuh0hkfHWkOihNw3H7hnHPSGEEOpDv+p7HFPPt6RTLv1/q/Wf95Rv3eeIcHegr4PK16et41KEEEIIIYS6HRn5sdfScOyuctwTQgihPvS3vicJTt2plN9uIfl2OSrcHez3GgrYEVuMEEIIIYS6HSEx4w+hZ/pIKMc9IYSQUV0XEhyz3f4zC/y+jXwkR4WbA70mAwXlja1GCCGEEELdjpCYMYjwzHFPCCGE+tD/6zqfUNdj8B3vwDd2OTLcHOxNzUsOemw1QgghhBDqdoTEGNIIJxz3hBBCfNeHgtMrcilaXIqICfA9SMRumyODg52h24QQQggh1O0IiRt/s+CwW+G4J4QQ4rs+1C/2JqFK2xrv2Qc+cYMjw90B/6Mx1jtsMUIIIYQQ6naEDBl722Xk1+W4J4QQMmrrQsrlbkG0bk3jXeMJkb9KHMg1jgp3B/uDxmA/YYsRQgghhFC3I2TI2Dsr6ygoxz0hhJBRWRckdVFSXtzDDO8MopQfZQN1wLdE845zRLg92JfAgR7sGDTZYoQQQggh1O0IGTL2XoBxd8hxTwghxGd9KFgLU+o0kePdTYkGXrVxQoZUd8DfpN2e138W2VKEEEIIIdTtCIkxJHuAAb3IcU8IIcRXfUguTPtOqNM9e45kGVhBGPhxTA6SIE/HPFuJEEIIIYS6HSExY24DcOoGBnSd454QQoiv+hAQrctLzkiuAdboP2v950CeFZvKFyGEEEJIim4SRDUs9p9JtgZ1O1LpsXZTVn5djnvKZEIIGYV1QRzNHwnr5A/TJxBCCCGEEJeU8E9RdC/ZIoRUdq4GhuoX4Ng9YGtRJhNCiMdydCtlnbxjKxFCCCGEEFeU3yveYk/ISMzVefCCmgW2FmUyIYR4LEffmIaBEEIIIYT4oPhuRxTdJbYKIZWdr0eAU/eb6RAokwkhxGM52gLWyiZbihBCCCGEjLriuyCXLA3oBUeA2TKEVHbOPgLGKo+XUiYTQojPsvQ8ZZ18YysRQgghhJBRV3qboRyOAx7YMoRUds42xNGXxg5bizKZEEI8laVILvpjthQhhBBCCBllpXciJvfYHluHkMrO23Uwv+4sW4symRBCPJWna8A6ucKWIoQQQggho+xAeI5RdBfZQoRUdu6eA8bqF1uKMpkQQjyWqdfAWsk89IQQQgghZCSV3UbCLcHBsbUaW4mQys5fJL/uNVuKMpkQQjyVqfX+85OyTr6ypQghhBBCyCgquzMJDoSAK7YSIZWdv2h+3W22FmUyIYR4KleRNAwXbClCCCGEEDJqiu48cJEEHUKEVHcOo/l1G2wtymRCCPFUtiJpGDbZUoQQQgghZJSU3L3+0wUU3Wm2FiGVnceXwBzm8VLKZEII8VW2ImkYAlpsrf+3V63/zMnG8WaQ073/jLNlCCGEEEKqo7A1+889GOX3whYjpNLz+QOYx2dsKcpkQgjxVMYiaRh+eHHa/9tqu/+8D2mfb54Wyd6o9bIT4wee+f4zFXpqGd5REy8/d0Cyj4OmtH/dwPuCG3Yn2LKZ2m4y73xwqC0aoXaYdGy+hft4YkS/Y9xSf08U/R0uzrey5o+sx1uinKGcVW2OGmiDZlnH0qug21Hej0x7N4C/bYHzeIU2TfVsGhdksm92jOlxHGqbcUflmJPrBtfF0VoXgrzkgGxtsz/UHdBOd3SApzuMVvrPbv+56T/PchRnp+B6NOUYUNBhnZjLGL7k3w8kD1Qt5Z37TPSvtUgE4e7nwbG5mONYH5IjZj3hPVOyM7Uv77qWMTXI2dXlhITm43H/eZBdq27CzcRPgaLdfzYcVMwCQ2i5/xxKNMlbjFzoyRg76T9LI/JdK1LfO5lvcUd0eiIPLwKZXLUjkCI3FkV2X0kfdfOMRTGctqXPP4eM+dtA/lv4lkG57SE5Br/lyPEC50+muixKGbqslziu58TpcS6yOFj/HjM6TzZlXIXn+Zv895qlb6iEbqdR32mZf5dS14+Y8fotbXcm45v6RPY2XxDZfR/T3j0Z++vD2jmkYyfRK3IjgzaNmzLZNztG1u9WaA16kfXj0MCcP5bvieqd76LHzY+QDHN63XDVDvLJ1yU64BcgW08976MzjXXoloP6j3CYFwXtSJSJz4RGmy+oXmuiOPYyKBjfsuAGC9/sQCkSheoo9M5jirWhbV+XtnvK0P7B4rI85J1piiKPcQ1XIoPF5lHloytOr+URl1MDp143YzsE43mmgt81cO50c/RxT/p4tQRZEYzTJTF2bmKOygTc52ijQ43ooUND39Yoo1yX508oP9a+GNhZOZG+SXr2c47rQR6vQ9GLPkwp3jLnOynf+JDHuVtV3Q4cI6tikH/lGCNf0nfMv4a1+6w4ij402/klurEosqKUKCTaNG7KZB/tGNlUXhY74FL6J+5bFjKWsQGsRWEuquj89GHdcNUOcsnXJXL0EHxQh+W9xjsHz7oj/TaXQX6vuD6YB4b3vAi9YKf4VAbKu67AK6C+TTDk+lMEVDtlseMtg3qCbydFse9Ku9/IAnotin20/Xcjykla/9DJ/l97taRdu4Cy/yQ76Zfi2EszygLFdG7EhPpFSlt8ivP7EUhCH4zDxQp817Qs6t8J9XyUfj2ShfocNFICmThlST6EoxWfNZXLo4xGx2cG2b5nwAj/zlDuNudPbF12MvZlVt5A/WhaIjYGDtyXDEbTKtgGExo5KxPXxVHT7UDd7zil7t/SP2G5eCz6SJwx/z5KkWYltPsKuHnckbVlmL73GnI21sH5c5ixvrRpDNk0VZTJvtoxsg6tiYP8QXOD5Ut3E1DsjOeM/XhVIfnl/Lrhqh3kmq9LZERVOHWkX88yfLvbUbuGB8q95boupey0fYlQnkn4/ZWGQrQwRgZtt53iyLgTh85EzO8nZQKG23451C/si/Q+mBFFI238XsmxqdqQd9TEUHtJWdSPqnzkSI4DPqZEVATjcXLI96c55X5USakLpI9vE/q4I3OxmWIA3ABO/9WcdZ0WA+ky4fiiDgsaZY8rLPdU0hifzPDN40DbqpSxNcn58099TkpQbO9T6nRvYEwPnATjQBvMakZGDd7dGHXdDjDMTxOM0S/ZSFpIWrPEqLpOkAduR3Hot3srRUZ8S7svRce3rA23kb/fl39bBcdc1ogo2jRm1tjKyWRf7BhxQq1LHzzmjDDVcrTKGn+SceMgzHrJ8sv5dcNVO8hVX5dE11eFHUf69SnDt3/TsYuzZVmAJRlZLwrMxyXvQnZovL+wS3a4HlIUoTmN922GFIYPUWAOAGdI3fN+2AN2WV9QY0iUlbTd+A9x2sU9JyW0Q0N2pnsJu9JrKj3n3HqVdvSkP5J23L/FKKlpvHMHUM7zHEc/NLh2fKLfJg6wVwNl7mt+70wZ5fowfwwYkVk4TqnTu6FyHoHvXwLkexxro6zbpTgYDlMM822lcSRW9I2fBCe595G7IiMuE+ZkV5yNE5prREf+2wUw3t5p05Rr01RRJvtix0h9TbKmIR/vDJX5XJL8cn7dcNUOct3XBciIImk50q+Z9HRflLkJWUwGeeMuMxgaU5bqNqmSjwN96UZByW7eh7cefayNthPGwA+qLKQIt0E+oCQuPe6DiRSFdMCZ0sz5JI6qPMr7e8FtsZESuXCvIweAaLxmQd+1liLf2lmjPGW33srOrfov92/4ecs4pi7AMucMRK8MeND41gWD5T6VJEsqO38UlncM2Zn/VHiOsXnA2ToXdq6ILrIqYx3lJKWc5ZyRwQejqtsl1HleJZ8qOc+68Z4yBzqqoNuuK6pvpK1F90o/Gj+s383KGmFkPaBNY8+mqaJM9sWOkfHRlvZ9V/lzwtbAMp+UWca5btAOoq/r1/qKykJ0gyVLft1DV4LlMgbbdH127K1UwcmTcAxiwG7G97YSnBCvHvf7eIqS8p7niIa8f3AE5AFYWDY87Yemwo7m7uUoI8/u/HtB7TAFKM1HSj+HWJoSu17APEuTbcd5FUZwY2DJ4HcFitOuprNqG3jvWowCFjgKTsWJfaqhpL2B37Ma8y3vUl5g1J1ofO93wXLEifmjsDyfFwW1aU3DubuQ8J5FlT/dw+Go6nYx7XqY0CYfKkcOeIl0Ujb0yRHXNeoqPVfdfpa1KLKBfAqOuQ1L30mbxlGZ7LodI3rVUkqk5jCuwTn6HhM1vifzZlX9m4YijTmuG9Tj6OvKVCd0rVwe8xhxzI9EcE2VlL2yj9BMpywkvTy7giIIMy2Gjvb5dEpEBXw8LKWcm1D/pdH0sB9aCru04ihnOTtVduyKMvmRMv+3M747zTFzYLl/046QbBssK40P0zu44ghAmc7g1O2IQlaL/O26qfEr4683JAJmL9peUsdKHQNyZf6ILoJcVrdVYNui/T0e8/umMnMx0U7G9ixVt4txXDymREU1cpZxBHxvKUeIS9Q1mio95/6mIQcguonRtPSttGkclsm+2DGymYyyDsz/qC4apGlbzCFDByxy3aAeR19XpjqhFxc2xjxGIq91T4lu+9xg9bIFuESs5Y66SlkUPk1EwTjQ34sphuaLKSEijhGEjof9gBr8NwU5/Upx7IpjsJdHaU15f9pO9aGl71oHokq3DJeJHFc5sCBPEF4ApbY75Ehd0oUXHQPlLg8Zf+24Y24SNYIcmewVJEecmT9yxLJSSi44vp8T9I6o4yFwEsyK3qUThTCfoe71ihnnaRfHvRowzifAaP6e8iQdg/qTYuYzpS2WDZSjc3N1x+L30qZxWCb7YsdItLACZdlEiq0RlbsnKbpVQ8ORsmi5r51fN1y1g+jrSqxPDRxzL2NE96LPN+XznU3iCUfo2mooIKqtbaCMo6KOglW4r1dToinelcHb3NWf/JwIF571Q11hOei+TPSHKHapR8dFWY4+85baoAYeQ9nNWU6aE27PwrftAkragYVyT8B+rhssE42cPUp4x1JELnUR2aywY/LXKUZrN6K076n0yyiQDRnbGyLOzR8wYuatYFmNOHYPYn4bTYGzP8RwRzYnMuX2q4JuF6pLK2UsBXNqypCBjOL8KSGF5XY2dWpE56LNQ4vfTJvGbZnsjR0DlvuY4rB8yTLfFX5h0bTFvnZ63XDZDqKvK7U+C2B9rujW/es3uUdsL1XwfRFVbCz0uEfbUvnTeRaunOUsedTPKynOpm/TC7SGQuSbg/2y6HYBy1sq6PtrCsv7e5GznEmgjDXD33ZQhgEQMngQtgyWiRrz8zG/n4kc9fxGxyG4OXKQMDY+Ik7dFaDMiTLXS5fnj8IudTkpWFYja9gCMC92ExzHViJ1ytbtNIzzIGplxlBZtxoGutPKv/qTRiTNqXtcwlowdM7QpqmeTVM1meyTHaOwnK+JQQIRPaGL6Dih336UefLB9XXDZTuIvi6j9fHy/qGEOXOYEOl8a3JTb5QbCk3evG+pfGTX4stQWZ0yjw9VXMFftlDuFiNn/mmTJfCIU9ukwgT2w2kB318HlZl23l1TiZwtcvcdceo+WYwSmgb7+cFgmddAeUN3wMVJ+h4xyuY0xhEyjxZjfvsUqd8CWC66y37G+aNV1rjCcnOuFCyvjwDDdmKIjO+izrOUY9unOepeqm4ndZgFooVMbjShF4V+K4dTMSgsFdC1YR0Ddez+2IyIok1j7DsqJZN9s2Mk2h5hNub351n7SePY+rulvnZ63XDZDqKvC64PmrqoRZfu0LVpRWzuQ3GST7Fl/muglzKjGxR+OcmMgbLCC92PR47En5IUXETRb3s012rg0VvjCmreI10G63GDGD3KTAqKtIjOjsHv2gcN2hmLbYtGkxo7aqSwvL4PMXPhLtI2cxrlIseqejEO5YtIuQsa5aIXEa5w/mg7opBxO16wzE4zvu4jfz8ZMUihDTr1JwXIi3xjMCaDG9hXR1y3mwKO856XZLydjjmKzKW0Ta9XlZCX07Kh+mD5+2nTOCaTfbRjwPnUifntdh4nqMhuhGsL3+38uuGqHkdfl9F+CfhUntwFQMwNrEkw6undYh3QYy7HBsoKKypPHvRvS6XfaHtr8SgNkvPzwKP5huYjfbEwz1WZ81zT8FszUNZiUWNPUiAgcnSrgDGGMmugLDRqdifFWOoqzcsKwCiE55T1Bkq/kEEht3IaxNX5o7FW3Jcgs9PyKR9F/v46opQ3S1prStXtpPy0TcyOaaeQwm5P/nY1ukPmbVpUY09nE02j7EtQPu26Ou5dsmmqIpN9tWMC/QUo93zI7xYiMmA/Q9lotPAm1w3qcfR1WbOdHsYIseRourRYB3QBec+7cEeOKl873rfBhVlpOZKM7Agm1OEK6NcFj+ZbGxzrO4bLnS3bsavwywkuDJRVByJJv01ELIlCiBxXfCxi51XDsbti6Nu1jyiq33lFe1kUWNCJcBr5zUwk6mczQ7nIxWltzh8rRuxewfK6BdRpKfT30Ui91RLXmtJ0O4nGfyhr7U9JbfHh6tFG0W+/itYvQuXfg2Ou4eK4d82mqYJM9tWOkahVxPEzN8SBFdZRblS2izf3io5u9GHdcF2Po68Lrg+a0s2bwDdibnCdl7Erl9HplLsesnD0TO2WV7xvESV73XIdHoFFpebJXEOjZnvKfK6ulTIduxoRrUYi3FIUtAGHBsqZAFNr9ExEyBp27O4YKAtJS/A5xFD7zGsYKuzG5pWI7H/NEy2l8BzGx5w/WuU1wO9rFSyzt4D1qx76hs+iDYQq6nbg+LkooO8eQ5tuHTGqnTRiQSPe6gYjuBa+0qapvk1TFZnsqx0DOqI+ouVG6vqaNbIVdGa/G/5mp9cN1/U4+rq06oNunCyNEaI5uJDoo65tZVhht28OdmYncpb1UtSx6BL7FckJ9VRAPdIiGe88mmto3rVnC2Wju8QdC2WPg3LGyKIqUZlpytObiaNcCrs4LOCkoDE2qWFQmnBsI1GzV5HfhHOWnln+zvHQb8LH3zJdGqTwW2znOH+MG7GF5xoD0m7cxxjCH2U7EMvS7RR2OeiP8ujC1IL6+xLs7ymLdfgB6nDm4rh3zaapgkz22Y5RWMqn04T2+skTTABuEl0a/F6n1w0f9Dj6uoyv1z2bp1uImwMd3VVuF1CXKw2HxHnOslpyFLjhaL8iC6T1FAjg+Nr1aL5dlOUE1JhfNo6Qo8czXw0cS5wAFNKuibGv8Eu0PgtUFqY05KgJxy6i/K/GOEafsvY3GIH+FPr7hZBMzJyfDTwm+KXM3jTv5PyJlIvknLspwRBLM+gP5G8XI2vuZslrTSm6nYwfJJJ+f4yYbHc0p+u+xTo0wTqsuTbuXbRpypbJPtsxEoWNOKKWQ7+J5ojdyFE+mo903dD3Or9u+KDH0ddl3NH8MkaI5sDaLcoBANRlWemxwh6MNUaRSIGrAuqCRKjOetQ3T2WNbYXl3TN+zEnD4AxYzFlWHWzjVQPfNaXSL/PIrWBnqNd8UY5d0In8dwdc/c5v+5XHCFXYZSbbISW3kzeKRYyt7yKNXVfnT0Yld7NgeY1cOjIvf/taxFH3qut2oDMod4Qi+UcO/4AOg7rFeqDpnhqujXsXbZoyZbLvdozC7i7oqv/SAEXTTJ0V8M1dU/LE9XXDFz2Ovi6jtpP1tCPEzcF+V4Sg0TCaPzSEX2BgT7IX/2nHUzC8f7aAuqQt1p/Kk/y60h7o+J42XG5LY15tGiy3oXH0qJ2zrDq4I75l6NvQ3fe3Ise4hnEdsJOzLERZfY4xPPIqr0+osaV+59ZaK2AebXP+WFFymwXL6yNk/Qo2biJr63QF1prCdbtIVDx8fJjkbvdHsK/XS54v1o/N06ZxQyb7bscoLHVaOA3QdWQDZ8LyNxuLbnR93fBFj6OvS6s+6EVuXvUTyT+w6gq7yd3YrhxQp0Olx21RdRuRPl0q4tiXRn3SjtZcetY/PbB/aiXNK6OXtik8Wf2vI2UZygmiO9rAt5ly6q5rfNdGwWNsV6Nu6znLQlKLHMnfHkePr1teuz7EsF4JzbubPHNLI/XGNOePVvlbwPe9lCCv09Ju3MsY61TJ+CxLtws2ccA1hhvyxc6dolIPIMbzIW2a6ts0Zcpk2jFwyqedIe31bUL/ADeLDg19q9Prhi96HH1dVtaF1hghGgNrERxY1wXWCT1+o0wdOXGoPwMD8wVcIKcLqA9ye/ymZ32E8FGCYvrXqDBY5ryGI7ujsudanQQUw+/BkWlDSsJbFaN1NZytv46R5ygLya87r37nfst9TB1MN3EqKRgGkRLBHBjPWe61zbHsw/zJMWYvC55HyI3wu5Go9cIu3qiabqf+3PaNcDNGTLX5hMJTLM1brguapmbOpXHvqk1TlkymHfN3zCBzqSnr1LvJ00IiVxDdY5HrBvU4+roy1akN1OdLeXSimZgZWEfgYN8suF47Sp9N9id8W/t1hfpxzrM+QnYNnwyXuaQxj5YNlnunUe52xjJWAAX4yaQB0H/XXlGpDiwqDAPy5LhFlP+PiKGW65bmUNnHwLctRI4TLuQssw4epzvl/NGux1cF9ZANcNOiYyoSfVR1uyFRy6WlA/BMnzgF2/yuIsbzt01DlTbN6Mtk2jGws/NJ/jbsgL9RZjaVkXReuaMbfVg3fNLj6Osy7gt4oJZDdAfWMzjYpwquV00jIi68e7vocV+iTgelCrqsDDjKY1XJr2g/IeO6XXA/GC9X4TmzMkW5qT/539KiJ3/ESKgZ/K5xjQipn6Kj9zSipv5fv5xlIUc1zyOO8K2CxnRHHA2DMXhSkOMiYIXzR6su6G3FRefXPQPaJ+z8/cwbET6qup3CL4n6YASKsT6e0ZARCwXUBzGeL10a967aNGXJZNox8NqjZG1eCsmAT2XoUkKw/GsD5Ti9bvikx9HXpd1vCAdjhGgMLPSoxXtJ9VvSEIjhsHVfd6TQiIB2gYIrrf9uPeynhyL7KOLcKizqQHOX+lrjvcHRsxOVfgP4jY1FWundbHtewvjSuSTvLmdZV4hiEnI0tw1FkyBr13nIkM6dgkHKPQCV8wbnj/F2LSO/7ifQRk9VOzVUhm6n8Iskvcqpb7mfb8A2fyyoPsjx+XWXxr2rNk1ZMpl2zN9ykU2A6UgKhpWCy980UI7T64ZPehx9XVbsyJUxQjQG1lpVnROhOl4ofTpViZopsJ1qGrvcqwXVCUkMvu3hvDspUmHWUJyODJY5o2nArALvnBclJe29DzajXEDjdcBMCeNL51K3vZxlIZHLzyGH56yhb0SOKT6YVo5AJf2R88eKjDopuE5IDudwpEzhubSrotuJgwEdr8tjxNT4RNt8o4D6NMH6NF0Z9y7bNGXIZNoxv+ZSqo0QsSWuDJaPRhNO5SzH6XXDNz2Ovi6tOiGX6VXivgYyWoMdvaVxscQ6BjstrxkUoWufjh1oCK7CEnEr7LKuKQ/nHRJR+V2gA2yQe8nkzehnmkZLLeY9DTnu305RZLqi7MxZ7rsVje96KWl8XWrUcdbyOO6F+m2/wPEVLvfBYLmII/uA80fbmO9WTQ8BI8fCFyKt+arbBXMbLO9HFXTjtAd6xLWGzjdeQH2QvPOvtGmqb9OUJZNpx/wtE0lxdRda079NpWCQ8pFowncD5Ti9bvikx9HXpV2ndtnrJXFzsCMLVrdsgSoOhJ8MitCuR335ALbJSUH1WSjKeTmi/YXk+2nmLKMBRj98mIyiUX9ypH1nnacSrbAlESNpxsWrKIfNgvrtXOO79koYVzWF3779nsc4UnoXyHUMbxy8axgE04bKRFNczHP+aH3vXBUNO401tbRNnKrodpF0FIlRRNS8jbR3Q0MnvqiQTnPu0rh31aYpSybTjvlbLrJp07Ola4LBAZcGynF23fBNj6OvS3tsdKuydhN3BvoMKGzaFanvXgYlyJhRX/G+nNVok1ZBdUJyb954PP+QyM/tnGXcIkqpMnwBhWZU6/8vBxEF5hqMiOzIEbSFIqPyld6lZL0yotHVnxx+KIcFjC/jxyYVlvNuwJnBco+B8j7zjklX50/Odn0suE4TSu8I5UaF1pZCdbv+eyY12ooXgZhp832NsblcQH3mwbqsuDLuXbZpypDJtGMy6Zn/7wdl/uK2T9tyxfV1wzc9jr4urTqhlzBvsgeJzsDaKcL4N1zn2wyK0J0HfXkEtkWnoPpMgdEI257PwTSl8S3Hu5GLLz5sGAmgMqxrzNyLzJoqsb8WNOr8VHFZEDCTsyw04ujZ8DduaoybSYPlPhax3rg6fxK+FzmSVnR+3UWN9q3Ubd1F63Yax6cDFqh9G2nzN7C9CzmyrrB7AwI5NOHKuHfZpilDJtOO+VvurOZ4WCih/NzRja6vG77pcfR1adVpuwgbjfg32G9GbWD16zKuodAWEiVQkXZBLxs4K6g+p1Xada9wv43LrmsS6xneizh127aO7YC7zUk71++ya70vztR6RfrrQOM7DkqqI5q7r52znMWy5K+GMXxssEz06NQm54/Wt6JRO4sF1+us6nO9Krod6NQb0Bgjedt7WqO9zwuozwQYYXhLm6b6Nk1ZMpl2zN9yDzXGwZWF796zrT/6sG74pMfR16VdJyTVySd7j+gMqhq4E/lewbrPKP3cVK+uHlXQ3N2dL6A+6DFpCq3/lOinlJ3xefBd48CC0RPFsWbpe5qaysu1KHjb4iycqHBftTW+baHismAjZ1mHZcleUGHuGY7WnQO/d5LzR+t7kaidMvLrok6Gnyq1eRm6ncLzYnLNL97xs1pAfdCUAju0aapv05Qhk2nH/Cr7SaMtWhbKvwfKPeK6QT2Ovq7M9XoH6sT7CIjWoEKPFF9WtP6bSp9NR/tyr0qLo8Ivl7rjTPy1+JwlKJJd6ed6wu+3VfqlWc+2lWLNuXk7Yn3UBb/ru4yNJI2I4neVPw/sWxnGvMJzOV6X4EzpcP5YWS/uCq7TVJUiIquu22k4wZ/GiIn2fgbb2/plMErvss5pl8a9qzZNGTKZdszfcusaeqaNaN1xMPp+jusG9Tj6ujLPcYQ99iAxbaRW2hkKhrI7b1QEigX4/Q8F1GVW4cnwKbT+bb9Wyi72jxwrOZY5fCa762kRjC+iaBSRa+9cY06ujVDfNKssazQN7L2cZaFHNY07FjTyZS0aLheJ1j7j/LHipNopuE46lxrNVqw9C9XtxBGAcs9VPnd7NzR0rMcC6oM6MDoujXuXbZoyZDLtmL9l6+SdnbPw7cuIc91AYIDT64Zvehx9XVp1QtPYLbEHic7AQo56BAtbs8LfMKGx41e53FqG2kBnd3evgPo8lKmUONSvLQ1FN2n+3qric1PqjIHGCPXJksZ3XZRQv2WwbkG07njOstDE/2cWvhM5JvhquMxxUM6ucf5ofSt63HWq4Hqhsve5gm1aqG6nGd18OUbytveqRnufWK5LsJnYqcKaSJtmdGUy7ZhfZaO53W059ZG8t1eGxpmz64ZPehx9Xdp1QgMHxtmDREd5QBbu9gh8i+7xpUPH+lLH2bRouS7rGnUp5aj6CM3Pk4ii+yPOhmsxpHox0ZFtieZdKUtZAHMH/X8MjFi/7GiM7+0S6tcG67ZhoKzLkowedO0yHUWzAn7vJOeP8TXjs+A61RWe73KnYu1ZuG6nkRrFuqPRE/1A5wLPVct12axCXWjTjLZMph3zq/xOmTomWP4u1w3qcfR1WbWfmLaKWFm4TCsMUxKCPm34vc8aC8StY32p42yasFiP8dAxcESQMin48HbcHpLf6nrYzp2kBpiSp16hb0CPsL2PWN/oXFizXHDdWmiUh4EjdDWFXV72ZuE7kXxZRi9Nk3L3i4oSdnX+xHzrNfCdRefXRSPfK3VpWlm6ncaxQuc21is8Zwa0LNZDN7q04dK4d9WmKUMm0475W/5MmWuPRootExvYTq8bPulx9HVp1wtZN8/Yg0RnUF2Ag33eUrlXht+rs0C8O9aXp+B3fxVobNzRwMukUA07utOuktMW/A6UxxHrozONb5sruG43oMNzxkBZ6GUERxa+86gMRyB4nOuY80f7e5ENgqLz6x6P6iZxGbodHbuF9/GbRnvXLNbjRKMer66Ne1dtmjJkMu2Yv+WjKa4uLX0/4mB/K2GMH46YjPZKj6OvS6tODbBOzLtMtAbWCzCobFx6c2crL10gHFEp6lhf3paZj0nqED461gGj2xY4E/+232yMMt2tcj64mG/RyZvVHrFvu9T4tokC6zUHRgccFGzQz1r4VmTt2jZc5gSY/2+e80db7iFMVdRxtk7dTmujh47d4hxvAR8W69BSeE5U69FHtGlGWybTjvlbh3uwHZYttQESrX1iqCxn1w2f9Dj6urTrhG5oNNmDBB1U6FGPBwtlP4cix0znJVovWgmqSH+iyt+NpfInQ6kDepI3CYkeZLL4/xTpnyocQaZCk/ptl1WUMaAMeDElc0HH13NJY8tGGgbksqIfE8qhZ45dJJdkp+A6oUdRf1TFLrYoS7cLjqG7nCuxgvMG5cVS+XXQYC4k+og2jVHHbikymXaMVoqrTxuR+DKvv4Hyl7huUI+jrytzvZATYV/sQaIzqLZMHqPViUyL7PDPGv4u9NZy1xy7aKL9Swtl19XvC5t2QOXgmTPx75GMzyKPshfkGHE1FcM5+F2fBdYJkeffpuSthsJ6YOFbd0oy3s9MlSvRv6s+zp8h34ocdT0D37VkIv2JxlHYuwq2Zym6neaYvRojRa2vbUt1OAs5wNAbxxuujXsXbZqyZDLtGK3c7meW5hFymdkP6lSWDfGaj+sGUzH47esyIGOv2YNEZ1ChUWdzwLvqsmN9mRatJAat1bx54K7vl2P9+V6iQhQeS/ey4zxn6lhN/+92+8+Gw3Px1kXhrqHQGL9RGKzfZhZDU+GXp70X9B1pGwMDVgyWuQe2wYyF70UUot2SZOwe+K6btAgUV+fPkPf8mBi7oVQ2gQNpOmedUP1olbrdr79H0wM8lNAu02qE8tSnfEupkWDBfAxFtJ+BsvFJ4/2BU22TNk05Nk1ZMpl2jJZ+aSsNA1L+PfiuNen76xTnrrPrhi96HH1dVuyJfXoric6gejMlaEITp5u2eA/Jp2Pjgptzk0qmY45d0zfnboYU/I/BAiFKjAnFMHwkbNHBeYjmRV0dwW/TuSl7puC6XYRSE0xkGPNVcuwi+dAODJeJOFdfLHxrHYxeahkuFz2a3wLeFc5NfOrb/Im8Zx78PsS58mrquCbY9r0yDLGq6nYaDihjKUs02qQlzoOOC3qEpmP3xULZg/nxpnGU+gB8/3pI1s5Wfdy7ZtOUKZNpx8AXtFpzAobSiuTawBbbZrBB8J6kJ7i8bvigx9HXpV0nND3E3BjRadeGbCbtywZVIHebvnw8erTnCnjXRmhBRIT9mm1BDe44XjvWp8+goHg2WOZqxNmxrOn4mQHePxin11U0og204ZFOfqlRWnzBMTBgu6A6TarfF1M86MofUfYQPgr4ng1E1pmcO2KwIU7OQwvfi1w40FHl5DlMzXkXMSADo3fct/kTeR8S+d0B3vMQatOJnN84U4ZzYdR1uwzr2UJBbdIKRYT1bEW6lWDAwJFglpy6PTlmv2SqvyPOoHPaNMXbNGXKZN/tGI1xfGlRriC63SygJ3yE5YSv64YPehx9Xdr1WgPq1HXR52Gpn4OAn+OYkyY9+be6642A3sa3lvKepdCkgS7lUcPzI64Y/j5ECdp1rE/RxePLhLCQPFDdYe0pR5jSjnJ9pCg4K5Gx5epu4q3S41uEVKvqQl9huVALyy8lcu8jVOZb1nGFHh0rQDlLy//2oAxf7gQqJbbSMJwC5Z6XVO4NYCj8hObxtK/zR3PdOkt5x0FIgTORX3cfbPONCsrc0nS70O9QDgtoj6lIxNThmCOADpgBTQPlNSMRlafy33dNGKnSV1+hzbmJURj3rtk0Zcpk3+0YhV+Ut2pJpiDy+z3lHbWI03DH53XDBz2Ovi4r8pyX6WFtOQFuCL64nHIETSadeKt4RAn7QY9MxRwpujf8fYgRPuVYn55oLB6tnGWtR5Shm7CgAyMa71IcIN8hxWnS4bn4oLLzLAr0QhV3ozTSTPwTKWGhLgeRurznkQEaDvmmpe+pAUf2rOzCKyxnVcfSdz+XYfQo7Pb37YTfT0c2A9Z9nj8ahnOikyQSbXVcoGOjW0VjqEzdTn6LpkoZjKGaxbZoRYzzC8d0hxcN2bCds6yJSHl/TxuAaQLuAadxJzQ+F0Zl3Ltk05Qtk323YxR2Qau1tUeCRnJFC0e+4dL3dcN1PY6+rkz1QtKtHNJtC7XltcbcenK5IRAl4TlFyXvT2ZFLcYj0TDpAAKfLg4N9uqkxuM9zlLMdWRhuo84jUJgeJiyqYSHaclwoHSgzBG3Vlt3hmapE82ocrRscZZ80XP6k+n3T8UDJzuuUWjGxE2zRuWrLqVsDo5WPLJQ9BSjIxo0ejeOJLXC9PPN9/si7F0Ajtp6wVgycEI8mItM1ju7dVnQ9KU23y6hor1tqh5WIg8q5o6agQ1WFImBrGctpRSK8vsPGLWikHqfImJc8kae0aczYNGXLZN/tGIXlY721KFPaQPl7Cb/fH7b54/u64bIeR19Xpnohm2fLYyStHReVPhuuNgYSJXiRICCe0eOnQ37fsX18FnA8LDjYp02NXcFAMZvXfP+E+u8m93Bo+/iQvz3LsjDLsagf206xivVbQ+E3wurwKsc9miV/35ZmvY0dlxAn9/eQ3f5pA++uJcgylVU+gmWnHeO5teXE0FhIWxbKRnL/tUv65qFHjYccE9LKd+zq/JH3I5taL6DhPFPw+N6o6HpSmm4X6ZuehhE7YfD7ayIfw+U/KTfzB65qyobtjDIgaoRuRv7mGyh7ExxzV1kc0LRpzNg0Zctkn+0YhV+IuGtRpiBzeSnBKd8Lbf5Mc91wX4+jr0u7Tsg87ylH02MY7t9Lpc+Dq43xmmUnUgb6W8R51NAsu5swkFsGvm3Jy0798+33GoP7A1W81J+k4e+R3z/G9T0oTNciv1mPKEPbHgmnJc2jOjr0RJFdKOnbaqC8iTql89w4uhhT5ovhKJoN0PgwqYCmHZU7snxMDTmq92WjDkMMsmEcWCgXcSh/DPnddCQS7TlDBJPL8wfpz8cUB4JRJytozPdURXN1lanbRd6nkzv+RpnJlzkzJHq0rRzNq6ZxeiK8Fi2D756O0eMOIn9XB8s+jCmjE+mr+qiNe5dsmirIZF/tGFDPUMpeei/0QsbVmLr3QuN+ieuGH3ocfV3addrOE0VMfrXls9Lnx9XGeNeNNJMjCuHjWNq5RmS3NG2XKm9S6ocUJcDlfK3rugNcduibMX21IYpPlKckIRcRiHG8ybGvlkRphB2bRx4KqFVwtzwPD7oRDoa+bSWD47orTpYmWMa4jNd2ghI4buHbECPkyEA5tZRjRd+2jqdF6oFEKV9aKBc9Ir9goewzcMzOhvpqKzKf37Iqhq7OH9Ap9TNoN2nXjcjvjgzXCTEEniq8jpSi2w2pRxM8VhyOZK/nkA2HQ+bIvXL5sowx7ZykA6fLcZxcCPQDmevD5M3JkL9Howw/B7JZjOa9iHzMu5FAm8YRmeyrHaOw3O5PFmXJlIYdUQvN5StTEcUurxsu20HUh4zbE2djxFT//oPPuxgDIXCshufQWslQLpK/6VJlzwW2Y/LYjkc7GIOjGY+yIHRUfA6Y1JxDWSdbnPHgiYCazdF32m2sCj6aKpGkWSOOA3l1Ls6yxdCzLu+9SXCK90R5q1n6rumIEqB1fE3DeHxKMS6mC+jD6awRHQbKXgINvLIuixs419tDxmLuCAnX5o8YcDrGzeOQTYUrk/VS+DHggwqvI6XodjF1WdU0ZIO6r6F9Ko6Iw5ixe64qkmfecn83c2wIP8kcuhK59aWrl2k4g5TN9Ys2jVsy2Tc7RiLfkbybexZlybhmOz8N2Ww/4brhnx1EfUirTm3dkwDE6Drx7Wpj3ORUxLYylrsGvv9K6R9ZXU85ErXmyUCfV/aO9V8gjhMwqo+7VP857Y4jfdaR6Mw3ZY/noo/jGJA7ugQOtVYB3zULRBkECtdyhncvJRgY3xL5VCuo/3ZBg8+GcxW5BOHa0nef5BiDD8rcES5n5g/oEElrV9MRxNtg2XPU7YzKjGGG+pEY+NNiiAfPnOiQx+K86cVs7nhlFCksJVBWekkReJrOwDinbnNUx71LNk2VZLJvdoz6k5cXYd6yLMnjzD7juuGvHUR9CN48QeRaY4wg7XmWZZ1ytTH2yhjoCkvMHxbSi8A7p2QXK26y/D0C5tFg3zWsFP3o9Du4IxXFam7QivbT8pBoz+Ow0ikK7oGlaN5AiZsq8HtrolTbZnA0r17gt02BhsAJYvxIvyelebgrwTGP5Jy7sVQ2cjxv21LZmxnH4YXJMejS/FF/jq5WxqkrdUJu5f6s8jpVlm4HOB5/Chi3D8qT3IGGDJw0PhBHksp++eudwU0v2jSOyWSf7BiF3V3QqbAcOVPmT/U4uW64bAdRH0qtz5y3jkc7/TujsBR9YTZcbYxmhgXzO++OligrWXb0j2XHbXD0IPjf+7LwdlPC6xueDvgdA4vi4OIt3dtNTzXL2PCsb8aHKFCpyroo/Lsy7k0pvIU6d+U7tpWdfMJdkRWTJfVrHRz7XXEibYtzf1EiczdlXLwl/O68jN13jZ1mG2kY0OO+tqJLG5qy9DNLdLZP80fpX/yUOfJNoz5IH59St8tUryCC6smSARusYetjnqOpd6XpZOeoHMgQFdUTh0Nt1Me9SzZN1WSyT3aMwk7nnRYgQ2Y027urLF507fK64aodRH0osT5IkMgOXbbWnPdtpwMINXea75SBHI7q942Xwf+eVf8lYQ8m4IrU693AIr7AAf//3aHnjG14mbXPNZSDZ9+OiEgk5uuQozJNzfc0xcn7YkAReFUFJ9RXf1JQHBnakX+VtpisSB/PiLFjSml7EaOvWeI3rYMK5YSFsvfB6DKbudF2wO8/K8gxOvLzRwwbVOn+EKXYVq7sObAei9TtctVtTenfDh6nozxIVJe3EUlD2ndJ5UvhdKerk6k/R/jReRzofLOujHvXbJoqyWRf7Bj15wIypM2XC5IhaKTsiyro3hpX1w2X7SDqQ0PrgpwKm2WvabfrBSivGj40RtKOUVeUiTmD5XVCk6eW8Hc1iWQ7A4V58A2PMoGnOcz/acsNafMfYMEzsjCIsv8SU86j1Mm31AsbQ6IxHvK2txyhO88ZxXtYUpsEUa5bImvQaJGOGFHbqsJHbyXSc/Btb2D/dEXmXYvRRHlWnf5cEyMu3I/BmL2XXeMG5492/VdT1viO1HOcI7C6ul1Gp8kpEKEYjYS/k2+j8Zru4L0BNhe7JnRncWAm6Zf3otPXXBr3Lto0VZTJtGMKlx8L0o7dITL4UuZ7rYR6ObluuGwHUR/6VY802f/E3srctptqeDrEH5EZ4z41Rk0cQ+vSMKuyQ1qzUNaZLApTmr+blIVmUMdN+d+LIuhrHNZQO45LxOigHTfEAGhZPEo1KWUuSjRD3cN2r6nhuaselNkcnEGEyEnGSNGfKig9Mp8XI3N9ME5HevyIo3dOvmUjIsuWwtE+pNL9OCHpISYrWLeRnD9St5VQnZdorIyObmfAqB02bjfFGTareJlInjEQnVub8v+nTep9outtySbzpRhTGyU4JmnTOCyTaccULpsHl5DVK1g3J9cNl+0gX/UhGa9pmxEH7Knc7dwK2dfLNk6REkK4mNzF5HqxpYQ2Mkbw7rHHCCGEEEIIIYSQ3Hb5MtMwEELI6AvzYU7dr4LycM5qXjzA2zgJIYQQQgghhJD89njaJV8vbCVCCKm2ID+KEeBbBdahpnG77zd7jRBCCCGEEEIIyW2LXzMNAyGEjK4QX4pJhfBa0qUDF6Bzl7mbCCGEEEIIIYSQ7PZ3Hbj7hndKEEJIhQX5W4zw3i6pPjUwLcMUe48QQgghhBBCCMlsf8+l2N13bCVCCKmuEJ9PEOAzFV5c6NglhBBCCCGEEELy2d47KXb3KluJEEKqK8TPEwR4reS6vaQsMA32ICGEEEIIIYQQktnuTsqv+1K2X4AQQkiyEI9LefBRgbodJywwP+w9QgghhBBCCCEks809HtjWCXb3DluJEEKqLcg/YgT4ewXqtpmwwDyw9wghhBBCCCGEkMw291KCzf0ZOH7ZSoQQUm1B3osR4l8VqFuSY/eQvUcIIYQQQgghhGS2uS8TbO49thAhhFRfkCdRL7lu+wl1a7H3CCGEEEIIIYSQTPZ2XaJyh57gLdsfQAghBBPmSfl05kqu20VMvZ6ZwJ0QQgghhBBCiIc2fJAX9zSUVrEjl6I3NN+zluAL2GBLE0LIaCwKz1U8ehE4boN0EDH1WmPPEUIIIYQQQgjxzH5v9J/XuAvQ+09T4133Me95ZCAVIYSMzsJwmuDYfS1LoCfk133gIkMIIYQQQgghxEP7/TIlneI1+J6pmPt2ekx7SAgho7UwzKcsDEsl1KkRk+snWGRm2WuEEEIIIYQQQjyz3ScSLj8f8IPkxk0I8DpkSxNCyOgtEG8JC0OQqmG8wLoECdyfmIKBEEIIIYQQQgj5ayuvKIyplPcE0brdIb974YVphBDi5gJxVlA9gh3IdkwddtlThBBCCCGEEEI8tds3Aadu4LCdSHnP1ZDfffN0LCGEjPYicZGyQJzb3L3rv3smJgl8sDBts4cIIYQQQgghhHhssy8Ajt2LlHesDEnnEPz/RbYwIYSM9iJRS7gVM5yWoWW43CCf7pHkAooS5NmdY+8QQgghhBBCCPHcZh/vP19Z0zAEEbkxv19l6xJCiBsLRQ2I3A128+4C4Z81glfKWZIo4O+YMs6KzO1LCCGEEEIIIYRU3GbfS7HX6zG/C6J934ecjl1nqxJCiHuLxVJMWoQowW7fdf/Z6T/LQTRv/5mMvKshaRYWg5QK4jj+THAaX/afafYCIYQQQgghhBDyy75OumxcSYBULfT3k/LfekNOx86zRQkhxO1FY01uxuwpuwQ7h6d06BJCCCGEEEIIIYl2ei3h0vGAD/n3N4nKHRZM1WBLEkKIPwtHs/9s9Z8bIKcPQk8WmsMgh67NS9kIIYQQQgghhBAH7fTN/tMBbfCunLadZcsRQggXkFnJsbvbf05kx+9enLXh51b+7Uj+dkXSNdCRSwghhBBCCCGE5LfP5yVo6l6idN/F4duWk7FBkNYEW8oP/gc/c+XJ04H45gAAA8F0RVh0TWF0aE1MADxtYXRoIHhtbG5zPSJodHRwOi8vd3d3LnczLm9yZy8xOTk4L01hdGgvTWF0aE1MIj48bXN0eWxlIG1hdGhzaXplPSIyMHB4Ij48bW8gbWF0aGNvbG9yPSIjRkZGRkZGIj4mI3hBMDs8L21vPjxtaSBtYXRoY29sb3I9IiNGRkZGRkYiPmk8L21pPjxtaSBtYXRoY29sb3I9IiNGRkZGRkYiPnM8L21pPjxtbyBtYXRoY29sb3I9IiNGRkZGRkYiPiYjeEEwOzwvbW8+PG1pIG1hdGhjb2xvcj0iI0ZGRkZGRiI+YTwvbWk+PG1vIG1hdGhjb2xvcj0iI0ZGRkZGRiI+JiN4QTA7PC9tbz48bWkgbWF0aGNvbG9yPSIjRkZGRkZGIj5nPC9taT48bWkgbWF0aGNvbG9yPSIjRkZGRkZGIj5lPC9taT48bWkgbWF0aGNvbG9yPSIjRkZGRkZGIj5vPC9taT48bWkgbWF0aGNvbG9yPSIjRkZGRkZGIj5tPC9taT48bWkgbWF0aGNvbG9yPSIjRkZGRkZGIj5lPC9taT48bWkgbWF0aGNvbG9yPSIjRkZGRkZGIj50PC9taT48bWkgbWF0aGNvbG9yPSIjRkZGRkZGIj5yPC9taT48bWkgbWF0aGNvbG9yPSIjRkZGRkZGIj5pPC9taT48bWkgbWF0aGNvbG9yPSIjRkZGRkZGIj5jPC9taT48bW8gbWF0aGNvbG9yPSIjRkZGRkZGIj4mI3hBMDs8L21vPjxtaSBtYXRoY29sb3I9IiNGRkZGRkYiPmQ8L21pPjxtaSBtYXRoY29sb3I9IiNGRkZGRkYiPmk8L21pPjxtaSBtYXRoY29sb3I9IiNGRkZGRkYiPnM8L21pPjxtaSBtYXRoY29sb3I9IiNGRkZGRkYiPnQ8L21pPjxtaSBtYXRoY29sb3I9IiNGRkZGRkYiPmE8L21pPjxtaSBtYXRoY29sb3I9IiNGRkZGRkYiPm48L21pPjxtaSBtYXRoY29sb3I9IiNGRkZGRkYiPmM8L21pPjxtaSBtYXRoY29sb3I9IiNGRkZGRkYiPmU8L21pPjxtbyBtYXRoY29sb3I9IiNGRkZGRkYiPiYjeEEwOzwvbW8+PG1pIG1hdGhjb2xvcj0iI0ZGRkZGRiI+aTwvbWk+PG1pIG1hdGhjb2xvcj0iI0ZGRkZGRiI+ZjwvbWk+PG1vIG1hdGhjb2xvcj0iI0ZGRkZGRiI+OjwvbW8+PC9tc3R5bGU+PC9tYXRoPoGbaQQAAAAASUVORK5CYII=\&quot;,\&quot;slideId\&quot;:293,\&quot;accessibleText\&quot;:\&quot;space i s space a space g e o m e t r i c space d i s t a n c e space i f colon\&quot;,\&quot;imageHeight\&quot;:17.92},{\&quot;mathml\&quot;:\&quot;&lt;math style=\\\&quot;font-family:stix;font-size:20px;\\\&quot; xmlns=\\\&quot;http://www.w3.org/1998/Math/MathML\\\&quot;&gt;&lt;mo mathcolor=\\\&quot;#FFFFFF\\\&quot;&gt;&amp;#xA0;&lt;/mo&gt;&lt;mi mathcolor=\\\&quot;#FFFFFF\\\&quot;&gt;i&lt;/mi&gt;&lt;mi mathcolor=\\\&quot;#FFFFFF\\\&quot;&gt;s&lt;/mi&gt;&lt;mo mathcolor=\\\&quot;#FFFFFF\\\&quot;&gt;&amp;#xA0;&lt;/mo&gt;&lt;mi mathcolor=\\\&quot;#FFFFFF\\\&quot;&gt;a&lt;/mi&gt;&lt;mo mathcolor=\\\&quot;#FFFFFF\\\&quot;&gt;&amp;#xA0;&lt;/mo&gt;&lt;mi mathcolor=\\\&quot;#FFFFFF\\\&quot;&gt;g&lt;/mi&gt;&lt;mi mathcolor=\\\&quot;#FFFFFF\\\&quot;&gt;e&lt;/mi&gt;&lt;mi mathcolor=\\\&quot;#FFFFFF\\\&quot;&gt;o&lt;/mi&gt;&lt;mi mathcolor=\\\&quot;#FFFFFF\\\&quot;&gt;m&lt;/mi&gt;&lt;mi mathcolor=\\\&quot;#FFFFFF\\\&quot;&gt;e&lt;/mi&gt;&lt;mi mathcolor=\\\&quot;#FFFFFF\\\&quot;&gt;t&lt;/mi&gt;&lt;mi mathcolor=\\\&quot;#FFFFFF\\\&quot;&gt;r&lt;/mi&gt;&lt;mi mathcolor=\\\&quot;#FFFFFF\\\&quot;&gt;i&lt;/mi&gt;&lt;mi mathcolor=\\\&quot;#FFFFFF\\\&quot;&gt;c&lt;/mi&gt;&lt;mo mathcolor=\\\&quot;#FFFFFF\\\&quot;&gt;&amp;#xA0;&lt;/mo&gt;&lt;mi mathcolor=\\\&quot;#FFFFFF\\\&quot;&gt;d&lt;/mi&gt;&lt;mi mathcolor=\\\&quot;#FFFFFF\\\&quot;&gt;i&lt;/mi&gt;&lt;mi mathcolor=\\\&quot;#FFFFFF\\\&quot;&gt;s&lt;/mi&gt;&lt;mi mathcolor=\\\&quot;#FFFFFF\\\&quot;&gt;t&lt;/mi&gt;&lt;mi mathcolor=\\\&quot;#FFFFFF\\\&quot;&gt;a&lt;/mi&gt;&lt;mi mathcolor=\\\&quot;#FFFFFF\\\&quot;&gt;n&lt;/mi&gt;&lt;mi mathcolor=\\\&quot;#FFFFFF\\\&quot;&gt;c&lt;/mi&gt;&lt;mi mathcolor=\\\&quot;#FFFFFF\\\&quot;&gt;e&lt;/mi&gt;&lt;mo mathcolor=\\\&quot;#FFFFFF\\\&quot;&gt;&amp;#xA0;&lt;/mo&gt;&lt;mi mathcolor=\\\&quot;#FFFFFF\\\&quot;&gt;i&lt;/mi&gt;&lt;mi mathcolor=\\\&quot;#FFFFFF\\\&quot;&gt;f&lt;/mi&gt;&lt;/math&gt;\&quot;,\&quot;base64Image\&quot;:\&quot;iVBORw0KGgoAAAANSUhEUgAABUsAAABwCAYAAAAnpCHGAAAACXBIWXMAAA7EAAAOxAGVKw4bAAAABGJhU0UAAABWQixmXwAAOIhJREFUeNrtnStQK80SxxEREYiICEQEAoFAIBAIBAKBQCAQCAQCgUAgEAgEVQgEAhGBQEQgEAgEAhERgUAgEAhERAQCgUAgIiLmZu/pnG/Zk93t2Z1XZv6/qlTdx2Hn3dPd09MzNQUAAAAAAAAAoBBCiOnhb3n4a6A3AAAAAAAAAAAAAAAAQUCO0bXhb3/4uxr+Xoa/vvjDE3oIAAAAYO+pM8Pf3vB3NvzdDX8d+j3QHrs7/M2ipwAAAAAAAADAvvG2NPxtD3+nw9/N8Pc6/H2LbK7RewAAAEDmHlsf/o7psJHLW3RIid4DAAAAAAAAAP1GW5OcoW0yxr5FcfbQowAAAMDY/bY2/J0Pfz8l9tlXRJqqGYz16ISXlJ/H4e8gGiD0DAAAAAAAdDsAhFpmMO8BAABAH/qnvqvD32fK3hldud+KIk7p39boan6aUzU61FzCLCg2ENXh7z6jY7fQSwAAAAAA0O1A8HOrRXOrQxErnwUdpW+Y9wAAAKAP/VPnNMdnN8oBnvF3Nxl77gcODYsNRidHmRkMfyvoKQAAAAAA6HYAJOZbnaJc3iWcpU3MewAAANCHftX3PKWe71m3MYb/X2X46+W09RgzQm4wtpkKzaeuqzIAAAAAAAC6HZj4ubco4SzdxLwHAAAAfehvfS8yHKWzOX+7x8lfilkhNyCPEkrNGXoMAAAAAAC6HQAp84/DQPV1QMx7AAAAk7ovZDg7+8PfAuPvO5xGYlbwB6RCnc/lHb0GAAAAAADdDoCUOcjhBfMeAAAA9KH/13U5o67nzG/0GG3sY2bwB6UhmYh9gF4DAAAAAIBuB0CKccrhAvMeAABA6PoQvWTfzUgPUGN+hxNZ2sHM0DeBELYLAAAAAADdDoBx82+BOe02MO8BAACErg8Ni73LqNK+xHeOGU3cwcyQG5wfifnTRY8BAAAAAEC3A2DM3Nu3ka8U8x4AAMCk7Qs5D1BFUaUViW9NZ0SoCnLKVjAr5AaoLTGBLtBjAAAAAADQ7QAYM/eatq4BYt4DAACYlH2B0tZk5Rk9LfDNKJr2iQ4lR3xT1Ok0ZoR8h64xJ0/k2W6gxwAAAAAAoNsBMGbuvTLm3SnmPQAAgJD1oWgvzKlTrcS3GxS1uqnjJkdok+gu79Ws4W8VPQUAAAAAAN0OgBTjbMAwSlcx7wEAAISqD9GjTt8ZdXrEyLkzgaIQ4POUnA5R3oNl9BIAAAAAAHQ7AFLm3A7DURoZpVXMewAAAKHqQ4yoUjzE5OBEqg9/W8PfCf02dCo0AAAAAAA5ukl0+r46/M2gN6DbAafn2p2tfKWY95DJAAAwCfsCOW8/MvbJH1ydBwAAAAAAeYrtJymPLfQIAM6u1cj4+2I4S0/QW5DJAAAQsBzdy9knH9BLAAAAAAAgS6G8wevVAEzEWl1mPqKxgt6CTAYAgIDl6Duu4AMAAAAAgKLK5H5CeVxDrwDg7Ho9YzhKv3EVHjIZAAAClqOLjL2ygZ4CAAAAAADjlMkVeghmRPTCdh09A4Cza/aJYQDiaiFkMgAAhCxLr3L2yXf0EgAAAAAAGKdINmI58Ua00TMAOLtm6+Q8y+MAvQWZDAAAgcpSTm7vc/QUAAAAAABIKpK1lFxOR+gdAJxdt9vMfKUL6C3IZAAACFSebjH2yQ30FAAAAAAASBrlLynK4yp6CABn1+4VwwD8Qk9BJgMAQMAy9ZaxVyKvNwAAAAAA+KtA1jNeB42uLFXQSwA4u345+Upv0VOQyQAAEKhMrQ5/Pzn75Bt6CgAAAAAAjBTI+QyjPOIGvQSAs+uXm690H70FmQwAAIHKVc4V/Gv0FAAAAAAAiJTHZUayezhZAHB3DXPzleLldMhkAAAIVbZyruDvoqcAAAAAAKA4Hg1/fYbyOIfeAsDZddxirGFcLYRMBgCAUGUr5wp+xCJ6CwAAAAAgXKWxMfw9MqPRXtFjADi9nj8Y67iJnoJMBgCAQGUs5wr+Dx53mqxBrdpO3j0sf3r4m439KgW+UYlebISnvtQ8aFD/VxV8L3pZs4aeLdR3M2XXg0d9UY/1w4xn6y0+xrUJbce0pvGumW6Hj+vN1vqh/Xhv+PsWfJqurVEFfdCwdSXZBd0O8n5i+rvO+LeLzHW8AZvGPZvGB5kcmh2jeh7H+mbaUznm5b6BfXGy9oUozzNDtnYwKm47YTaGv8Ph7274e6FrGAeG69GgKyAPw183JWH8F/3/J5RXp5LzzWMkI5cSvLvD31V0ZSrlKs4H5dzYzvjOLJ2gHNO3bmlOjXIg9XFywlqP58Nfe/jrZVyLivr0OVJeh78dD5WdyLhYH/5OKerhPUUuDGiOXQx/axPSrg2q7wOtt7TrGQOSh9eRTHbt+hvJjVWS3Tc0Rv0yc5GMkX0a888xc/4+kv8a2jIqtzMmZ9s3XTddwfopVJdVKkOWbYvzeokcCVcki6P976mgQ2KX5lV8nb/T/17R1AYndDuJ+s7R+mtRXT9S5us39V2T5jf0ieJ9vkKy+zGlvwc097fH9XNMx85iYPJwADaNnzI5NDuG9u/F2B70SvvHqYI1f07tSeqdPdLjlidIhnm9b/hqB4Xk6yId8IshWy8xUm4suGVSes5og/7MGLRlQ/XaImVsUGDT/qZNLNpMFkaKBikpZ7FvnmMGjO37KvXdc4H+jwT2+phv5ilfuMIzXjGLBPiTKEefHEnrEy6nRo6yfsF+iObzvIPtGjlM+iXGeEBjvGlBVkTzdI0MiDtSrMfxWKKPTiWiXE4Vta1uo1yf1w8ph0s0V95KzPcLGpus33HJeb1EetEp6UUfqpRZWvPdnDa2yzhMXdXtmHNkk4zcrxJz5IvGzqvDQo39vkDOlw/Jfn5NHtaRrLASLQObxk+ZHKIdQwe162QHtGh80tqyUrCMHcZe9OtVbhcdiiHsG77aQT75ukiOnjJ/TeaYPUp8c/TbngKFjNllEiTRieYldX5PVogYqG+DJnEen7ToOzkbCF4XkxMmBznKcp/6/Y42pVtSlpP9f5jY8PPGB47r//prkfq1z1Cgn+nEt0XOsjxDJ1L2liaoL5ZIOevnyIIn+uUlyo7m4aoD7ZqjjfI7o55PNK5ntPldMRX/SCbOapIP8ai6F0mF7aygIv9ZQLYfKTBsvwuUu4/1k1qXg4JjWZR3pn40R5EFI6foawFDZJPZBzWJHICZ++Kk6XZM3e88p+7fND5xuXhO+kiagdybpIgoC/2+wTyQ7dLeMk7fe4s58KrM9XNasL6waRTZNC7K5FDtGNqHtsjp3JY8tPiSPVgjO+Ol4DjeOCS/vN83fLWDfPN1kYxwBUSjSg6eSh4113Ut50ToiwTdfMbf30goGSuYIX/7bj/HOfBATpJayt/PkPMn3vfrsXHBWOSPwTxt3nnz94auzFTGfKNCxs9rzkZ55vJ1E7oK9pRz8h/Nx5kx7c9zdP3YurZOY3yfMcZdWouNHKX6juFI3yxZ1zkyOloZV9dkWJEoe1rwcvlkzfGZAm2eZvStyJlbM1g//9TnwoKy+JhTp0cFc3pkeE8z+mBBMoJn9O36pOt2DGP3MsPA+6LDmZWsPYsMldsMebAxBZLOkqecPeSK9LfpMXvDfeLfH9P/t8mcc0Ujd2DTqNljnZPJodgx5NjZpjF4KhkJKeW8pD3+oqAzPs62Zfnl/b7hqx3kq6+LosBd4WAKWJtAe5qFQpbh8iqY+Y3oW5yThBrmx/9PYto5ysWSxPd2Y5vwBykFJwwHQzXwcThinAa+cg0MUgDyTo0/yBGW9ruw0A91OkEdZJyebon8HF7bOW2/N9yuWs7J8Dcp+hWJbx4wFN4yV5FPFe4dn9y2kVPpTUGZx5LtnbdRbgjrR4FhVoTznDr1FJXzxGj/GkO+p7E1ybpdjtF+mmPs7guJ65Ckb/xkOJ6DjzAlGdHKWJN9cuDVJPeILv1v14z51oNNY9emcVEmh2LHUH1VsiUhHx8UlfliSX55v2/4agf57utiyAiT4AHzEsb6rPgvD1ergPI+q6luMyL7KsiXbLQOnTplXWP4xpz4/4byk7HxbykQGKP8Klm0Al+XbcbaawrJHDrk/CmjEPcM98VOzgn7o4wcYESNNQy1aytHvnWKRiPSqbKWE0bxXy7V+O+94Jy6Zpa5pCDKYkRboq0rCst9tiRLnF0/gpfHiZPn8FPwczYtMxyYS3GHBekimzTXuVzklLNeMoL1ZFJ1u4w6L4vs2w9XRQ+zc9ZAV1h+/dyyvpG3Fz0WiBqP63cLtEco2Q9g0+izaVyUyaHYMTQ/OtS/PVE+x2aFWeazUMs09g3YQfB1/dpfubKQe2hRJF/pqcADl0on1YYLjpOMEPgRhwW/u5hh2L8FPO7TORt/r0x4Pn1/FP7fZgjrnUDHoSF41zKPSpRR5hS5Z6gfZhmK6JmQz8mUpxhuG1hnebLtvKwSxnS2rylsV6SMHEo6gPYZ391KUWoi4/uSHMOXEorPO7M9mylt6VF5kaF0IdHeb8NyxIv1I3h5E68N9WlFwmG6kvGdVVH+qv/ppOp2Kf16mtEnH6JETm2KyBE69MkJ1zWqIv8xieMie1HiUPaSOed2NLUTNo2nMtl3O4b0qrWciMJx3DLXaC8luvmI1s2m+DcFQR5L2Degx8HXVahO3L1yfQo4oUDZvj4xlyOcB2VOr0i4FNpgPB3zuZyTf/bVoJxy7mLjl0cjwHFYFLzE+mclyzlw2VlKCtpHzvrfL/jtPGfHiebxzbs2t6+wrDw+VJ80knHNZa6Ao7RLSk4l8W+3Vc1fmn+DMZEaR8n+ojqyMChHvFg/pItwHtTaM9i33PGeTvn7hlDzeMpBwf60qtulOAOecqJ36iXLOGO018r1UYu6RkPk5zDfVeRU4x4MNDS1FTaNxzI5FDuGDmi5bDPWf1IXjVJ0rZaQoSNWsW9Aj4Ovq1CduI+r1afARE2gVU11OFcRHZQjaD9VRGt4MN6rOcbbq6qFSc4GDt0Ax4FrRN8ZcqRZcZaSs21QRhHM+X7eieqppnZtM6If9xSXycm1eaJBnnB4ZSiK/THXqbKS8ncVlLs+Zv510q44UXQD57rcwJAc8Wb90PU6pxRH5vx+ydA7ksZ8ZHgvkN7VkpDDywXqXnXM4M173OpNgcFbY0adD0QgV/HFn/Qinzl9sa6gnKbEfOtqbC9sGo9lcih2DEW1CqYsq+XYGkm5e5GjW9UloktXNY+19/uGr3YQfF2Z9akw59wrPJVuTKAl5uTpC035DxjRVx0FZZyZugbk8Fhv5pz694TCV5zFn3yHHK4DG4eq4OX0+lIxHqQs5V4bJgU0+VvW1AcV5hWEw5Ll5Dm2jjS07ZCh+JxoKPeCOc5VhWVyIzzPMr6xlpBLfY5sZl6Rvs0xBPsJRfhI5CfM5xxy6D5k8G79MCM73g3Lao6z9CTlb5PpT47HGMMch3+hXGku6HaxuizmzKVoTc0qMjq5eH+bRfBy5aq63SDzGOCpxjbDpvFbJgdjxzDLfcpxAr4WWe+C//jhnMax9nrf8NkOgq8rtz4rzPrcwFPpxgTihvp3NJU/V2YzKFnOWkDjvJHjwPlWvelJKBmhOa1bpvuFWd6aofZXBC+P6nXJcmYYZWwpbtuJDaU6ZkRw2FNYJtdAXk75+/nENb9v7jxkHjicZMyNj4SjdINRZs3mfunz+hG8hycuDMtqzh62wlgXhxnOWC0RJbZ1OwmDN4qumFdU1r2E0Ts75THiTwqJPEfpuYW9YOyagU3jnk3jmkwOyY4RvByamQfvCT2hz9FxYn/7YTNC3/d9w2c7CL4upfUJ8j0XFycQN8HssabyOd71L0VldW1eHXFcaV7XUO4ec241Alpva8zrLR2VSghzHC4NtL/KVBA6ZU/3KMLT5Ckxx1H6rDGaZY45zm2FZd4yyht7UkuOx17C0FmSmEecdbSa8rfPifqtMMvlngY3sX6kypoWvFyHG4bl9RnDWKyNkfF9rkMq58ruZYm6W9XtqA4LjKgWlYc33McMv32+hi94aWBuFesYXGfpj87IHdg0ytrhlEwOzY6hqHAOCyl/f1V0nCSuLPc0jbXX+4bPdhB8Xez6cNPWLMJT6cYEerV5Ci/4DyjMKygrvnn8BOSc+7GkNHKU505Aa63CvHapXOkre51HYT3uOIaEUJN+IC/ysKuwXcdMI3FeY99yox6VXTMRvDyp7ZS18JDomyWJcjlXagYpTtrrRLkrEuVyH0vbwPqRdu5w5u20YZmdZ9A8Jv79TMLIYx16iT/pH16pjdGcjF5e3pxw3W6WcZXzypJBdDnlKbSW8g6S3kRGnkPNxl9bc/th03gmk0O0Y5jrqZvyt/tlHIskuzncami39/uGr3ocfF1KxyXiUwSSW931yTPDjM7paawD94rDuYKy4pv/cwDjuyjyX7K813iNgpND8SSg9cbN7/iqYZ0Lm+tc0pjaUlDWqqm5J8a/pq71JLykUzw1GkGyLG5050GOAdIXkgnVmaflLzn7DevqfQElV8utBV/Xj8Re8WhBZuflpz1L/PvbhKLbsLTXWNXtqPy8g8GuakcLHaLktfvb1yv4tG7zou8GMgdTEmW3mPLp0Nd575NN44pMDtWOEbyXsq/G/N1KQgYcFyibG9W6i30Dehx8Xdpsp/YUmCjnTUtjHbhCuVd2M0xcU731fGyjR33ycs4oObnKqMMNY1xXAlpvHeZcP1Bc7oJtZ6ngJ1C/VlBWlRHx+K0isoaULM5VtScTJ4QSztINRW2Xvp4mfudpHBRRCpmG+WXib+YT0Sm7BcrlPO7UwfrRYhgeGZbXi4w6rcX+fTKibNPiXmNNt6Oo8batvT8nrcGHr9faSL/9Mq1fxMp/tHWQBJtGvU3jgkwO1Y6h6EqOM2VpjFMorqPciWKPAx6ZjsILYd/wXY+Dr4tdH246r2CCyVyfQFc2To8KOnJK14OE8UDVqa7jY8tRXLc11+GJIagrgaw1bnTnQKjPfbRh01kqEXmpJBIrR+kZcaqgnBozrcJARSSnYmfpgYKyOFfSP8cYP59ljS3Be6l1IyH738pE9Qh+TthzrB+p8urM9i0altl7jP2rGmvDp2ml20Xdjjl/rg2M3VPsIKtLhqqXhiHTMNZ6aMfcC99g07hv07gik0O1Y5jOnY9kuYm6vhWNwGQ6iHuK2+z1vuG7Hgdfl1R9uIcRwTxC7voE4kTJ9HUrmIL36t7oBLFWsqxXU1diLY4rJ8fOs4F65EXcPQS01rh5rF40lM09zexqKHuaKWeUbFQUPZinkLyruMYjeI8bRVwYmmMzEkaaCmcxJ7rzJvE38RyQTc3tnI79TfzqU6GHTQT/9colrB/lhqHx3E2MlAuPKcblh22nnC3dTvAeMPwRAT3qaGi8W8zxntVYhx9GHZo+znvfbBoXZHLIdozgpfu5zOivnzIH9MyDl5bC9nq9b4Sgx8HXpXy/HohAHiF3ffJwTz87BupyI2HkX5Usa5GugdY9HVfua+srDsyvw4DW27Utx5rE+tJxfZh7Ne9NwZW0GkPJ66uY+4L/0M+nwQ14VkKOqnCWchTqzRRn43PR8WZGSj/H/v1KTCYWznfFvCL2JdS+MO3l+kmUy8nhdWfBuMkzkk/o364m9txdy3uNFd2O5g8n4vt4Cqjsd26OzGONdWgw67Dl27z30aaxLZNDtmMoWpjj3FmP/U0y5+ZOifK5+R23FbXX+30jBD0Ovi7lztvXKeDEBDo0ZVQz6rIu5NjACKYaeJwT7RsDdeFEUi4ENDbPtua24OUxU37FRcKIi1gtWVaV2cebCto1K/IfHCittBao17IpZynTMfv3pFb8zhf6VcawE7wHF/ZjimO3bLQFGTDfJg1IX9dPQcVx17C85jyMsEz/9s3ENWfXdTumg6V0JB34Rw7/MI3wqsZ6cFP91H2b9z7aNDZlcuh2jODlgu+L/1LAJFMMNQ20ua9Knvi+b4Six8HXpdR20p5yAvAH7MHE4pUwRD8kBEpktM5gFP/px0tmaPeCgbrkbYCfIpB8pdQf3Pk9p7jcRYl1tauw3LrEtZNOybKqzJPbPUVt454Sv5uc4xIGa8RBybI4CuBLijJfViF85how4neuoi0D62gf60eL4tgwLK/POPtXdBiS2FvnHNhrjOt2ieht9tVRULrfn5hjvW15vWi/Mg2bxg+ZHLodI3hps+IpYG4ThyI1zW1WFoXn+74Rih4HX5dUfbiPTQU1Tq5OnqrgveCs7PSIUadTIce9qbpNyJiumbjyI1GfvGsVrcDGZ8Acn4qldaX0YSnBT6j96zpRgXKiKIQOo22qHKXbEu3aMTzHDiXqtl2yLE5aiTP6t+fJq8ua964PMlY3Yuvurszakki7MIf1I1X+HqN9rxbkdV7KhUeaY12XDDpbup3gvZw9wCG38bVj6to5xyA9hU3jvk1jUybDjmGn+zkY01/fKvQP5gHMqaK2er1vhKLHwdelZV9YnALWJ9Aqc7BuDdaJe/VCqLpu4NF4RkbbK3PTmTNQH86r0buBjRGHDwvK3l9FXWGZyxLO4a4onrtyhqFsfY+uyyraeN9djCqVcGD+ukJcoixOvtJl8TuXVukrysxUA5d0/X50oh+tgemS5d7qnMshrJ8Sc7ZleB1xXoI+TERXG3scwDXdTvx55ZfD3RRQ1ec1wU+vs6y5LtwUJUs+zXtfbRpbMhl2zN85w1lLDdqneipvtZBc4egeq9g3oMfB11WoTh1Gfb5EQDdvXZ5AZ8wJtGu4XgdCnl2MJ/uV5luHxnEpsDHinG49Ky5zTWIdrSss90Gi3P2CZWwwlMpnlUr18FtHpq65a9yER5TJGcpRqD8Sxk+p11ljZZ8z2raSuEq2UrLMKvMq1SXWj3Q9vhzUQ3aYBwFdVRHTk6rbjYmutXYVPDB94pLZ5w8G6sIxSL+F3pfTYdNMuEyGHcN2ID6PcWrfCTUHtZxUTqWj8ELYN0LS4+DrUu4LaEPLcWMCvTAn0KzhelUkIrfip4yrAY8l15AXwtCDSoxrHFoVZ0fHiTOvO4bHQXm5gp+DqFA0lviTTysvyu+HFG+Vr5JPS0Ty/JiOMpOI7vl//UqWxbmmd5VwLu8ZmtNd8ft18gtDzoCIDawfqbpwXyk1na+0yeifuEP1s2zk8qTqdoL/kM0HIiWUjfG8hIxYMVAfjkHa8mne+2rT2JLJsGPYe4+gvXktJgM+haKH05jl3yoox+t9IyQ9Dr4u6XHjcDIFrE8ebph9z1L91iSETDxkOdSTE+7JdcegMMgbv/sAx6ltcowSDiNjp+OSp6m3Et+Nrh1diPyXf+90bHxC7kXLKwvzS+Yhr4eSZd1wNvuY87ajKOqBs3ddxYzT0tfvqdwTpsJbx/pR3q828pV+Mvro2bXbLTZ0O8F/7C6oHOWax/mO2edPhurDuTq97dO899WmsSWTYcf8LZfjWJ9LXL/fMFz+roJyvN43QtLj4OvSYkduTAHrE2jLVYM/VsdrIU/XlegOg/1UkTiN3TRUJ07y4v0A192FSSVUQhk5U1jmvKRRsMn45jJt/HnfbeuMxmAahCPmLcwvmYenjkqWxYmwfYk5ERcUtZFzRa2tWuFgKr5PWD9aZNSF4TpxcuLGIzqM5yZ2Rbcjo507X9engKr5ye3zHQP1aTDr0/Bl3vts09iQybBjfq2lXBshYUvcKHYQa4/C833fCE2Pg69Lqk6cB7+cyH+PCcR/nW3VYh2jE4G3AsrFbUgh5xLCwFiyYMF7UGg2wHXHifz7NuhUGuWyUfkiclPSEKikfKdOV707OcpBnxSIJc1jtyHRrldL86slUccFzfN4EBu3Y4PzK15uW2G5HOfwCdaPtIHcd00PYUY4xR9t2QpVt4vWNrO8H+HAK9+e6BG3EjrftIH6cPJ4v8Gmcd+msSWTYcf8LZOT3ughtqd/q7p+T+Vzot56Csrxet8ISY+Dr0u6Th3b+yVQuwn0bQspMsp/CigXhwGNZZvZJxeG6rNiyiE4oePFyZ/SKFlGnXlK/6Ey2kP8yTn1XXSd0qn6HkU25Cnsb6RwNQyN25VEu44szKuK4L+62ytjcAi5R666ip3xPQkle05Rmdz0BstYP1LtXXLRWJLYU60djLii2yVSEWRGu0DzVtLfdQmd+NohnebKp3nvq01jSybDjvlbLucgZKBL12QeuLcUlOPtvhGaHgdfl/Tc6Luyd4PswZpnLuCOI/U9KqBYKDOUHR/LBYk+WTRUJ04uw7uA1x8nQnG/ZBn3HEVPKE6SLxl9+f8HDEgpuGVG7nXp+tGKyehxIfdw0sBG1LT4kxONy6mB+aX8ypzg5RAb0VRY7jmjvM+yc9LX9VOyX58M16km5K7P7Ti0txjV7YbfmZHoKzxWoKbPjyXm5rqB+iwz67Lhy7z32aaxIZNhxxTSM/8/DkL941KfuuWK7/tGaHocfF1SdeI+FLuLEbQ/gQ5MGNSK63xfQLl4CGAsz5h90TVUn1nmqfl+4GswTxF7L/FtTnL+Dx2KN1PBlDUQHklmzVocrxWJOj87Lgsi5kuWxY2MeVHcxl2JeTOjsNwnE/uNr+sno72c60im85WuSvSvU6/0mtbtJK7ORqxMARV9zn1V3ch1ZcHLwx7JoZov895nm8aGTIYdU8hprFymMssvHYXn+74Rmh4HX5dUnfZN2GhAzWDdTdpgDesyLaEkGjnNdqRfuAnRm4bqc+nS6bDD4zZNp4NZbBf4LsdR2tF1ZYN5Kpp1wtqj09VjclBWHRmvE4l2nFiqIzcXWqdkOau25K+EgXmusEzutZldrB+ptnKjS1YN16vp+lp3RbdjOspG1KdA2f6ek+jvKwP1qTEj4e59mve+2jS2ZDLsmL/lnkrMgxsN7T7SrT+GsG+EpMfB1yVdJ06ai0+Mnv3JU2GemPUcrPu8kM/18+ZrmLrkKeSygfpwr8hCEPynmD7nnOAuM781zRDCA1LGKpra05BUCG5JadonB1zN4bHqSLRtxXFZsFOyrFNbspephA4UR5UuMds7g/Uj1V5OdImNfKVcw/3HpT63odsJfp5B7PnmnSmbBurDvU5+AJvGfZvGhkyGHfOr7GeJvljUUP4jo9wz7BvQ4+DrKlyvHqNOyO/uwATiXidtOVr/XSHPrqdjeeTShiP4D+A8YCX+EujNDOWsT+Nczfj7fZH/sM+LbkVTcm3eT9gY9Znt+rZxOCMR+doT5fNqvtswkAU/N96tBQdFF+tHy37xYLhOsy5F7rmu20k4lp+ngIr+fmH2t/YHK4Tcg4JzPs17X20aGzIZdszfcqsSeqaOqNJpZpT4koKyvN03QtPj4OuSXuMcjjCC9ifQqc3NWFEbWpKKxbOnY/nAbH/bQF0WBD9hNwTBv/23mHPa+kNXCs5pDTfpFDgv0u6VNm8TuctkXovfmqCxabgsaySN1qOSZXGv6Sk31iXyD60qLpcTVdzE+tHi+DkwXCeZh1cWHOtPo7odGddcHrHLl+7vuoSO9WSgPlynQNenee+zTWNDJsOO+Vu2TB7PJQ1tX+c4rBUctnu9b4Smx8HXJVUnbgqzNYyg/QnECfOPNouGw22oSZxMOZerSFEfyJxCHhmoT9vmRu+Z0/RBlCNav/fCfK4/mTlQn6AxkXll/tpC/daZdYuiSqdLlsVNTt7U0E7OFbE3xWVOM+XsFtaPVFu5Vx1nDdeLK3tfHOxTo7qdZBRuawqU7e9Nif6+0FyX6ICu68KeCJtmcmUy7JhfZXNzZetylHPyiN4ommfe7hsh6XHwdUnXiXsYP40RtL8hczbDzgS0RfbqyqlnYynjwFnVXJdtibpYuaY8QevzIqE8/pABf0vGySAliq9DUacbtjZgZi6W/8+BCRuXA4n5vW+hfh1m3XYUlNWyZEhw9y7V0R4bzPbOYP0o3zM+DdepKvj5Aw8c60/jup1EWgztzrtA9AOZRwY3Nddl14W6wKaZbJkMO+ZX+V2bOiaz/EPsG9Dj4OvSaj8hZdGEGCg6NuFZCj+eU/zdFwmhe+/ZWMo4cGoa6zEduwLMEU5IXDy+H/fH5Au6HXfCRNfCZ+lXdagN3OtLvQkbG5lHNdYN122RG42g4PpURfAeWHrX0E5O/iGlDztRucemoll9XT8pbb1ltNN0vlJuhLZTDzvZ0u0krpR5d1jt8JoZsaixHrJRkHWf5r2vNo0NmQw75m/58zb3Hon0SioOhb3eN0LS4+Drkq4XZ99sYgTtT6Br5gRa1lTujeLvygjdnmdjecls95dBBf4BRlMhJWXctY2OS45QZju4PE3YGDUl2rZkuG53TCfivIKyuAnTzzS088yGc415lecc60e6vRynu+l8peeTevBqQ7eDs9T4GL9L9HdFYz0uJOrx5tu899WmsSGTYcf8LZ+b3qilqf0cp/W7hTl+OmEyOig9Dr4uqTrVmXVCHlsHJtArY6B0PMzxoCvPVyRwuJLJs7G8t5nfhuoQvzbUZUZhrWAl/u2/hRQFte9yfq2UtsjkIepMWNtaEm2rGazXEvMU+8Swkbygoa2cvWtfcZk1Zj61ZawfabnHYdZRZ9Q2dDupwxM4S805syI+NNZhUfBzTGqPkoFNM9kyGXbM3zo8MvthXVMfcKKKLxSV5e2+EZIeB1+XdJ24hwQNjKDdycMN829rKPslFuGkOs/LtmnFwpHx5CpUd5rKn4ldGx9QHhpOlBsSWv+nnP64cP0USoI6Z6mDMuBVlcxlOpNeLM0tHVfwOQ+q/KhQuAJzlnJy83UN14l7DfFHOJZ835ZuF11B9jn3nIPrhsurpvKrTCPUSJQMbBqlzlIrMhl2jFR6o0+hIWKc1vU3o/w1ReV5u2/AWRq2ryunXpybS18YQfsTaE/lFUqZCKrESfSC4nZxXyv2zVnKTQbe0lB2Vfx+VOaAueG+YCX+Dcf/NHmN2ZCzwddr+FfMdn0arBNHnn+rkrcSSuCJhrYeWDKIm6rKpSjVzRDXz5i2cq45NpnfWlOR+kLiGuSDg/1pRbeTnLM3U8DU/trRVIdmzKnEfWm47tu899GmsSWTYcdI5cpualpHnAeXfriOWjpkroS4b+Aafti+LgUy9hYjaH8CcaOjlhjfqtLJaisvqoaMRK15yJink1+ejWfPopIRn0uPdDK6pOpKxfDfHQoFL3c7PHb3PgpMCSVB+UuizPrtFjHeBP+Bp56hduQ520dsKCzziNkH8xray1EyDi3J2CPmt+7yIiV8XT9jvvOjYu7G0phETpm5knXi6kebDspdK7od/Xvu1fC2hX6ZExOU9zunLVYjlqL1GIu8bjJl47PE9yNH1S5sGjs2jS2ZDDtGSr/UdQWfU/4j81tbNPa3OQ5Tb/eNUPQ4+Lq02BPH8Fban0DvqhZvbDL28zbEMflJdDzCcaVScfPMWar6xczdmNL8MRK6pBioULbi14FWPVyH3DyTmxPYNpkXcucN1+06di29VmDOu+Qs5eSXOlFcJsdh+aqhrVVmlM2i4nK517IXGd+K53q9DG39JL6zzGwfx2HxpuqqHrPvBzaMG1d1OwmnjrJ0FRJ9skgGedcHPULSWfqqoezR+niXuEZ7wvz+dkzWLrg+732zaWzKZNgx7EcktTnWYiklSh0Kk20zcrr3svQEn/eNEPQ4+Lqk68RNDbA0BaxOHu61jhvGt3ZimwxHgG7pFn7Mk7Fbz8b0hbn4XhSWuZlwIKxLOlPmGd8fzdNbFw1TBX14JrGRXkzShsacAyP2DdVpRvxOnt+WlT+kQHH4MNCeHY6sU7l2yAjiOA5PNbSXkxS9K+zkjcvNIZYwyiJDcjq09ZP4HidCucv4TjvWp7WSbZy3YbBPum5XYD9bMdQni7HIpYGuiCzD41yX6OdvTY7SAV2xXlM13gkHyxVsGvM2jU2ZHLodIzGPWxrlCke3W2DoCR9xORHqvhGCHgdfl3S9thh16vvo85i0CcR9hWsr5ztrsYnIejhEjM83t6G4fRzF4tCzMeUK5C8VC5Dy6vTH9SddX8m7xvORozRsJOaWr6de90KO6ATsnDbyiuNtO5Bo15MhufcRK/O96LziXhsyoPDk5dNqC8UP0DA3el1X8C8Z5V5ZKveOoXz/xNbxXKjrR3LfauZ84yRm0KjIV3rM7PMdB2WuNd0u9ndcTg30x2wisud0yhOYTo0RDQXlNRKRf5f0vx+qMPxorL5iB161SZj3vtk0NmVy6HaM4D/mtalJpnDkdy/nG5WEI+4g5H0jBD0Ovi4t8hwPfjkwgTgJbzNfE04oNj/c6zIp10keFbePY9jOejamFxICebFkWdsJBeMuLjyYkXcPOU6F75gyMuPxWmyL4ryQUrri4qmgRIqBf070NdTlJFGXXhkZIOHkbmhqT4VxXUvLabHg5QDqamr3iw1DQvBefd7P+Pu5hIN9O+T1I2GMZjoeElFB5wadBX0XDQybuh39LTdNxmgOVTT2xWLC4L32THeQeYl+v2RZtUR5f6PimVfEHxmO2G5sfq5Myrz3yaaxLZNDt2ME7xFJbXuP4L3Q3ZJoQyv0fcN3PQ6+rkL14qTaOJ0C1icQZ+N9yVGc3mVOjnKcDAOVTgWGI6Pt4ZjuSgjjqxLl7CeE7X3SIcMUUKcZG1VcMC16vhZPhBqivurQKea8K1GnEteqRteYZxSXPyN+v3A6UlzLOno2VJxYanRY6nKUVphRtWcayp5lKJ3KDQmJq2mLzP2yGfr6oW+vMA3DasZeMTLsn1REUEtc27p3dD+xptvFvnErMWe3NfXDRsLp4901Q6aTUsQiNSsFy1lMRCJ9xw1GpuF3niNjXstESMKmUWPT2JbJodsxgpff8l6jTOkwyj/K+PvjcQcqoe8bPutx8HUVqhfnQGp9ClifQJxotuuMRffCvXo45u+7uq9OMoz5FQ/HtCFxehUpO8uS36+J/15wFrFw9Okx/7ZZZLOjKzE/uh1Njo1bXfBfgpThjUL9G5bbtydZ72hO1RWVfTDmmnpPlHwpO+Y07Ja9ml2w7LwrHPe6HAMS11oWNZTNyaXWsdTmsddMSW7G90up/LG+rh/6Pueg6JVpjM4bnt87ju4n1nS7xNgMJAzDmsL2V0g+xst/Fn7mY9uUlA37BWVA0rDbTfybb0bZu8w5d1PEqQubRo1NY1smh2zHCP6jbYcaZQpnLa9lOLoHsQOVOewb/utx8HVJ14mzzgfC09QIkzaB3oqcmNHkeU84ZOqSZfczJseigrbl5T5pezyujxLC+IOrzIg/iY17ib9/Sht7poDaSvzNdkLB2A9oPa5JXtOQYUDK4YqltlWY8ibp6C3z0uBqSpmviqM9dpgKvUqlLu+a1JnmK0qca1pfOuowxsgZx4mGcjlO2o8xfzeXiJh6KRBp4/P64YznU45RrtRxyTSQB6oMGZ90u8T3ZHJx3wk1+Qfnx0Q5dlwdK0V7q8xBa58brUKyq50nX+n6rCg45+YSjsZOUecEbBp/ZHKodgxTzxBCX2on7qNxmyl1H8Tm/Rr2jTD0OPi6pOu0XybaFZidQD3ZiCgKT/9IXPtdkCy3xjhNKZs4t52zsfqc/3JbUhj/0ElyI2WsdkiZSPKcJTgSQiaNd7rys0jRBAOdV3gnYOw2mae6ZWjLnsQrattGAWdwnxwXDWYZ0zRfOxmK1bSGtnEU+zMF5VRyrpR867qalKgHJ5q2paFc7vXoFQ1lN5lzdiE2VnuJ9fxeVNnydf0wHT0/o36jft1J/N2Z4jpxlOtn6Ha59Wgwr5TGI66rJWTD6Zg18uirozTW9gtJuTCgA69GyveWaa2PkzcXY/49NxrucySbyRA9SsjHss552DSeyORQ7RjBy5X9rFGWzErYEZXYWr5RFfnq877hsx0EfUi5PdGcAhPjbR8trHMxPifRRoFyOflwWqJ4bqUDlVc2JnRsX0QxeqRQdMgh8pOxUVYVCKg0LgJdkwslxk66j01fS6SIx6KRsZG8uiIH1Grst03fvctwNA9IIapoatdcYmOVurokYZA95yjscwbGcK5o5IGCsteYRpOtB61GDuvOmLlY+iTft/VDRpGMwfA0xlF/o7Jegn8F9MThfcSKbpdSl01J4zCq+xZ3TMm4P02Zu1fCkbzdmse7UeKQ9ZnW0A3JrS9ZvUzCwSJ07l+wafySyaHZMRShzcljeKRRlkxL9vPzmAPsC+wb4dlB0Iek6tSRjVgH9ibQXUnlZq9guVvM798I+euK2znXYbYCGdtloe9K9zXHGcGMPsNpyn+OsPPEmHUpivBd6OPF9FUMBXJHlshJtWigXQuM0/BIiVkv8O21DKX9myJ0KobG75BpROlwWHIStd9qavdFiTnYVnh9x5v1w3Qy5PWr6kjXfWbZS9DtlMqMccbvGRnNc2TcRr8l0iHPySEySDkwCcrQELx0MEUZZEWKSTrY0hyljUmd9z7ZNC7J5NDsGPEnzymHZc2ypIyDuIl9I1w7CPoQ+0CCI9fqU8CJCXRkY/IIuZe/I8G3yjwlusqYgH+v/wQ0voeKFY0fmXFnnpwk0Zpr0dFxWh8TlXgeV+RIaTzRFHUaKUazBttbIUVVN6NrWVWDbZtlKtcXHIOCxj3riv+DBWc3J4fXnaayOVez9jWVvVtwHl6rnIM+rR/x59qiM45SqhPnNd5Pl/cpW7odw5n3Y2DetkUgudjG9HFTQ39+cJwzovgDlQ8KD5Jg03gmk0OyYwQvF3zXYTnSFOpvn3i5b/hsB0Efyq3PEmc+wkvpzgRqFNiEvsuevJACUOTk+ZxOhkZh59F/PqbNrJ8TWl0PdIwPFGw0o8eBZF81vJQsYyewsZkeo5TkKsCkRB/SvFelRBp1mFI79oWe/Kx9khUzlsa1ypz7fXLM7JPDfJUiSHdpXrxn/N2VjVNiiRNRHVfwuVc9dUVB1iVl6WeRKOKQ1o+Qf5ymcISWRH04Y3wJ3a5QvaJIn2dNRmG0h21PBY6k3pWnk11x5UCB6J0BGfGVSZ/3Ptk0rsnkkOwYwbtFdmlAhsxL9ndfaHyM1+d9w1c7CPpQZn04gRcH8FK6NYlkTkQfhIKceOL3S3fRf14Q/yWKjib1BtWrp2BjXMEY//8U46VgH7aKjrnEhvsS2vUAihh8G3NNoiH5nQY5Tl8VbK5vwnDSb/En/cCZopPjN+qLGUfGeJ4MCFWK0CsZUg2LbdpmKmk1DWUfM6OgdOaaOmC2v2nI2Tjx64eMBa4i+0GKpq7cw0vMeqxCtytVty0h/ypwmo7SpuijYCNnxvTvmiiXvudBVicTf65vc9dxpPMt+DLvfbNpXJLJodgx4s8jSZw+XzckQ7gRna/C0Dsgvu4bPttB0IfG1oVze2kBo+beJMo62ejTBr2ksLxubEJWMv5dhSKumkwBGbXhiRbFHEb2n77coT7/YWwiSoQtKdCvKeU8UZ1Cu3a/MyZqoF22v+n61FXJaNNTS30SRWPukazhRjV0yTDZFw5fu6SIxFHb3pnj0yeZd0uGCOSZO+O5RYZRfByjOftI133qWD/S9d/M2eO7VM9pzEB3dbuCjohLRiRdMmL7gdoGgzDfaXrHOLDrq9CdySmYpV8+kk5f8Wne+2jTuCiTYccYlx8r1I/9MTK4Reu9YqFeXu4bPttB0Id+1SNP9j9jtNx2pi1S5NAubZRLOgQhKQot2Wu/dPK2EqvjLv3nVRKeFYwkqx+nKbJx1I87pFQvarxGM0NlrtKpezXQNTYuF1BbqM1pGEUyXBSMaPxxQZGg9byaWOujeTrR84ecp0vUlp2ELFuLR6UAp8exRqkBZhys20SuH6rbRqzOazAAJke3U2Aojpu3u+RgWhB48KDMHEiurV3673Mq9T7S9fbo4LZFTo0dC84+2DQey2TYMcZl8+ihpKqDdfNy3/DZDgpVH6L5mufgP8FIAQBCFdAPY4RiR6NiVy8YaXqEEQMAAAAAAAAAAErb5eu4gg8AAOMF5DhH6ZehvIYLksnR8QofAAAAAAAAAABQ3h4/yssBjF4CAIQoHM9ShOKewTpUJF71/MaoAQAAAAAAAAAApW3xW1zBBwCA34JxLeUa/JulxOjXTIcpcuEAAAAAAAAAAADF7e8q4y0R5OgHAAQnHN9TBOK+pfpUmFfyZzF6AAAAAAAAAABAYft7KcfufkAvAQBCE4zLGUJx3mGBDWcpAAAAAAAAAABQzvY+yLG7N9FLAIDQBONVhlCsWK7ba47QrmMEAQAAAAAAAACAwnZ3Vr7SV9t+AQAAsCEY0667fzhQt/MMof2D0QMAAAAAAAAAAArb3NORbZ1hdx+glwAAIQrHjxSh2HOgbrsZQruN0QMAAAAAAAAAAArb3GsZNvdn5ExFLwEAQhSOgxTB+OVA3bKcpacYPQAAAAAAAAAAoLDN3cqwuY/QQwCAUIVjFlXLdTvOqNsiRg8AAAAAAAAAAChkb1cpenTsTVPb/gAAALApILPykyxZrtt1Sr1ekGQaAAAAAAAAAECANnyUZ/QyllKvSw831yW/s5XhC9hBTwMAQha0Ly6G3UfO0CgVQEq9tjByAAAAAAAAAAACs9/rw99b2iPNw19D4luPKd95QnASACB0YXuZ4Sx9syUkM/KVtiG4AQAAAAAAAAAEaL+3clLp3TK/M5vyfskAKe8AABC2QiznCNs1C3Wqp+ROiQT3AkYNAAAAAAAAAEBgtnst44HmET+cXKMZQVOn6GkAAPgjKN8zhG10TX/aYF2iJNPPuH4PAAAAAAAAAAD8tZU3BI/ZnO9EUaX9MX/3ikedAACAL3SbhuoRnZR1UupwiJECAAAAAAAAABCo3b7LcJRGTtBaznduxvzdN25xAgDAvwLzOkfoXuk8ZRp+ez4lUXUk7PcxQgAAAAAAAAAAArbZVxjO0uucb2yMucof/fdV9DAAAPwrNCsZr+HFr+QvKi43yk96RrlVkkR5S5cwOgAAAAAAAAAAArfZp4e/r6JX8KPI0ZS/30TvAgBAuvCsMCJMo1Onh0igFo00pXLWKFr1O6WMpslcqQAAAAAAAAAAgOM2+1GOvV5N+bsoKrU35hbnNnoVAAB4Angt5Up8kuhU6nb4Oxj+1qOo0+FvJvGtOl2xX42u05Mz9jPDEdsa/uYwCgAAAAAAAAAAwC/7OutBZEFBR5XYv5+h/20w5hbnMnoUAADkBfEWvYg3EHqJTrgu4SQFAAAAAAAAAAAy7fRKxsPIER/0/7+PefV+FKBUR08CAEA5YdwY/vaGvztGjhQOAxLep1FOUp0PRwEAAAAAAAAAAB7a6bvDX5dpg/fpVihevAcAAE1CeYFylh4Ofxd0MvVIDtD4757+vzP6txt0VR/OUQAAAAAAAAAAoLx9vkyBSI8UTdojJ2qHbnBGgU819FRx/gcB/JfI/mXmtgAAA6N0RVh0TWF0aE1MADxtYXRoIHhtbG5zPSJodHRwOi8vd3d3LnczLm9yZy8xOTk4L01hdGgvTWF0aE1MIj48bXN0eWxlIG1hdGhzaXplPSIyMHB4Ij48bW8gbWF0aGNvbG9yPSIjRkZGRkZGIj4mI3hBMDs8L21vPjxtaSBtYXRoY29sb3I9IiNGRkZGRkYiPmk8L21pPjxtaSBtYXRoY29sb3I9IiNGRkZGRkYiPnM8L21pPjxtbyBtYXRoY29sb3I9IiNGRkZGRkYiPiYjeEEwOzwvbW8+PG1pIG1hdGhjb2xvcj0iI0ZGRkZGRiI+YTwvbWk+PG1vIG1hdGhjb2xvcj0iI0ZGRkZGRiI+JiN4QTA7PC9tbz48bWkgbWF0aGNvbG9yPSIjRkZGRkZGIj5nPC9taT48bWkgbWF0aGNvbG9yPSIjRkZGRkZGIj5lPC9taT48bWkgbWF0aGNvbG9yPSIjRkZGRkZGIj5vPC9taT48bWkgbWF0aGNvbG9yPSIjRkZGRkZGIj5tPC9taT48bWkgbWF0aGNvbG9yPSIjRkZGRkZGIj5lPC9taT48bWkgbWF0aGNvbG9yPSIjRkZGRkZGIj50PC9taT48bWkgbWF0aGNvbG9yPSIjRkZGRkZGIj5yPC9taT48bWkgbWF0aGNvbG9yPSIjRkZGRkZGIj5pPC9taT48bWkgbWF0aGNvbG9yPSIjRkZGRkZGIj5jPC9taT48bW8gbWF0aGNvbG9yPSIjRkZGRkZGIj4mI3hBMDs8L21vPjxtaSBtYXRoY29sb3I9IiNGRkZGRkYiPmQ8L21pPjxtaSBtYXRoY29sb3I9IiNGRkZGRkYiPmk8L21pPjxtaSBtYXRoY29sb3I9IiNGRkZGRkYiPnM8L21pPjxtaSBtYXRoY29sb3I9IiNGRkZGRkYiPnQ8L21pPjxtaSBtYXRoY29sb3I9IiNGRkZGRkYiPmE8L21pPjxtaSBtYXRoY29sb3I9IiNGRkZGRkYiPm48L21pPjxtaSBtYXRoY29sb3I9IiNGRkZGRkYiPmM8L21pPjxtaSBtYXRoY29sb3I9IiNGRkZGRkYiPmU8L21pPjxtbyBtYXRoY29sb3I9IiNGRkZGRkYiPiYjeEEwOzwvbW8+PG1pIG1hdGhjb2xvcj0iI0ZGRkZGRiI+aTwvbWk+PG1pIG1hdGhjb2xvcj0iI0ZGRkZGRiI+ZjwvbWk+PC9tc3R5bGU+PC9tYXRoPlbLXfQAAAAASUVORK5CYII=\&quot;,\&quot;slideId\&quot;:293,\&quot;accessibleText\&quot;:\&quot;space i s space a space g e o m e t r i c space d i s t a n c e space i f\&quot;,\&quot;imageHeight\&quot;:17.92},{\&quot;mathml\&quot;:\&quot;&lt;math style=\\\&quot;font-family:stix;font-size:16px;\\\&quot; xmlns=\\\&quot;http://www.w3.org/1998/Math/MathML\\\&quot;&gt;&lt;mfenced open=\\\&quot;{\\\&quot; close=\\\&quot;\\\&quot;&gt;&lt;mtable columnalign=\\\&quot;left\\\&quot;&gt;&lt;mtr&gt;&lt;mtd&gt;&lt;mi&gt;w&lt;/mi&gt;&lt;mo&gt;&amp;#x22C5;&lt;/mo&gt;&lt;mi&gt;x&lt;/mi&gt;&lt;mo&gt;+&lt;/mo&gt;&lt;mi&gt;b&lt;/mi&gt;&lt;mo&gt;&amp;gt;&lt;/mo&gt;&lt;mn&gt;0&lt;/mn&gt;&lt;mo&gt;&amp;#xA0;&lt;/mo&gt;&lt;mo&gt;&amp;#x2192;&lt;/mo&gt;&lt;mo&gt;&amp;#xA0;&lt;/mo&gt;&lt;mi&gt;p&lt;/mi&gt;&lt;mi&gt;o&lt;/mi&gt;&lt;mi&gt;i&lt;/mi&gt;&lt;mi&gt;n&lt;/mi&gt;&lt;mi&gt;t&lt;/mi&gt;&lt;mo&gt;&amp;#xA0;&lt;/mo&gt;&lt;mi&gt;i&lt;/mi&gt;&lt;mi&gt;s&lt;/mi&gt;&lt;mo&gt;&amp;#xA0;&lt;/mo&gt;&lt;mi&gt;o&lt;/mi&gt;&lt;mi&gt;n&lt;/mi&gt;&lt;mo&gt;&amp;#xA0;&lt;/mo&gt;&lt;mi&gt;t&lt;/mi&gt;&lt;mi&gt;h&lt;/mi&gt;&lt;mi&gt;e&lt;/mi&gt;&lt;mo&gt;&amp;#xA0;&lt;/mo&gt;&lt;mi&gt;p&lt;/mi&gt;&lt;mi&gt;o&lt;/mi&gt;&lt;mi&gt;s&lt;/mi&gt;&lt;mi&gt;i&lt;/mi&gt;&lt;mi&gt;t&lt;/mi&gt;&lt;mi&gt;i&lt;/mi&gt;&lt;mi&gt;v&lt;/mi&gt;&lt;mi&gt;e&lt;/mi&gt;&lt;mo&gt;&amp;#xA0;&lt;/mo&gt;&lt;mi&gt;s&lt;/mi&gt;&lt;mi&gt;i&lt;/mi&gt;&lt;mi&gt;d&lt;/mi&gt;&lt;mi&gt;e&lt;/mi&gt;&lt;/mtd&gt;&lt;/mtr&gt;&lt;mtr&gt;&lt;mtd&gt;&lt;mi&gt;w&lt;/mi&gt;&lt;mo&gt;&amp;#x22C5;&lt;/mo&gt;&lt;mi&gt;x&lt;/mi&gt;&lt;mo&gt;+&lt;/mo&gt;&lt;mi&gt;b&lt;/mi&gt;&lt;mo&gt;&amp;lt;&lt;/mo&gt;&lt;mn&gt;0&lt;/mn&gt;&lt;mo&gt;&amp;#xA0;&lt;/mo&gt;&lt;mo&gt;&amp;#x2192;&lt;/mo&gt;&lt;mo&gt;&amp;#xA0;&lt;/mo&gt;&lt;mi&gt;p&lt;/mi&gt;&lt;mi&gt;o&lt;/mi&gt;&lt;mi&gt;i&lt;/mi&gt;&lt;mi&gt;n&lt;/mi&gt;&lt;mi&gt;t&lt;/mi&gt;&lt;mo&gt;&amp;#xA0;&lt;/mo&gt;&lt;mi&gt;i&lt;/mi&gt;&lt;mi&gt;s&lt;/mi&gt;&lt;mo&gt;&amp;#xA0;&lt;/mo&gt;&lt;mi&gt;o&lt;/mi&gt;&lt;mi&gt;n&lt;/mi&gt;&lt;mo&gt;&amp;#xA0;&lt;/mo&gt;&lt;mi&gt;t&lt;/mi&gt;&lt;mi&gt;h&lt;/mi&gt;&lt;mi&gt;e&lt;/mi&gt;&lt;mo&gt;&amp;#xA0;&lt;/mo&gt;&lt;mi&gt;n&lt;/mi&gt;&lt;mi&gt;e&lt;/mi&gt;&lt;mi&gt;g&lt;/mi&gt;&lt;mi&gt;a&lt;/mi&gt;&lt;mi&gt;t&lt;/mi&gt;&lt;mi&gt;i&lt;/mi&gt;&lt;mi&gt;v&lt;/mi&gt;&lt;mi&gt;e&lt;/mi&gt;&lt;mo&gt;&amp;#xA0;&lt;/mo&gt;&lt;mi&gt;s&lt;/mi&gt;&lt;mi&gt;i&lt;/mi&gt;&lt;mi&gt;d&lt;/mi&gt;&lt;mi&gt;e&lt;/mi&gt;&lt;/mtd&gt;&lt;/mtr&gt;&lt;mtr&gt;&lt;mtd&gt;&lt;mi&gt;T&lt;/mi&gt;&lt;mi&gt;h&lt;/mi&gt;&lt;mi&gt;e&lt;/mi&gt;&lt;mo&gt;&amp;#xA0;&lt;/mo&gt;&lt;mi&gt;b&lt;/mi&gt;&lt;mi&gt;i&lt;/mi&gt;&lt;mi&gt;g&lt;/mi&gt;&lt;mi&gt;g&lt;/mi&gt;&lt;mi&gt;e&lt;/mi&gt;&lt;mi&gt;r&lt;/mi&gt;&lt;mo&gt;&amp;#xA0;&lt;/mo&gt;&lt;mo&gt;&amp;#x2223;&lt;/mo&gt;&lt;mi&gt;w&lt;/mi&gt;&lt;mo&gt;&amp;#x22C5;&lt;/mo&gt;&lt;mi&gt;x&lt;/mi&gt;&lt;mo&gt;+&lt;/mo&gt;&lt;mi&gt;b&lt;/mi&gt;&lt;mo&gt;&amp;#x2223;&lt;/mo&gt;&lt;mo&gt;&amp;#xA0;&lt;/mo&gt;&lt;mi&gt;i&lt;/mi&gt;&lt;mi&gt;s&lt;/mi&gt;&lt;mo&gt;,&lt;/mo&gt;&lt;mo&gt;&amp;#xA0;&lt;/mo&gt;&lt;mi&gt;t&lt;/mi&gt;&lt;mi&gt;h&lt;/mi&gt;&lt;mi&gt;e&lt;/mi&gt;&lt;mo&gt;&amp;#xA0;&lt;/mo&gt;&lt;mi&gt;f&lt;/mi&gt;&lt;mi&gt;u&lt;/mi&gt;&lt;mi&gt;r&lt;/mi&gt;&lt;mi&gt;t&lt;/mi&gt;&lt;mi&gt;h&lt;/mi&gt;&lt;mi&gt;e&lt;/mi&gt;&lt;mi&gt;r&lt;/mi&gt;&lt;mo&gt;&amp;#xA0;&lt;/mo&gt;&lt;mi&gt;t&lt;/mi&gt;&lt;mi&gt;h&lt;/mi&gt;&lt;mi&gt;e&lt;/mi&gt;&lt;mo&gt;&amp;#xA0;&lt;/mo&gt;&lt;mi&gt;p&lt;/mi&gt;&lt;mi&gt;o&lt;/mi&gt;&lt;mi&gt;i&lt;/mi&gt;&lt;mi&gt;n&lt;/mi&gt;&lt;mi&gt;t&lt;/mi&gt;&lt;mo&gt;&amp;#xA0;&lt;/mo&gt;&lt;mi&gt;i&lt;/mi&gt;&lt;mi&gt;s&lt;/mi&gt;&lt;mo&gt;&amp;#xA0;&lt;/mo&gt;&lt;mi&gt;f&lt;/mi&gt;&lt;mi&gt;r&lt;/mi&gt;&lt;mi&gt;o&lt;/mi&gt;&lt;mi&gt;m&lt;/mi&gt;&lt;mo&gt;&amp;#xA0;&lt;/mo&gt;&lt;mi&gt;t&lt;/mi&gt;&lt;mi&gt;h&lt;/mi&gt;&lt;mi&gt;e&lt;/mi&gt;&lt;mo&gt;&amp;#xA0;&lt;/mo&gt;&lt;mi&gt;b&lt;/mi&gt;&lt;mi&gt;o&lt;/mi&gt;&lt;mi&gt;u&lt;/mi&gt;&lt;mi&gt;n&lt;/mi&gt;&lt;mi&gt;d&lt;/mi&gt;&lt;mi&gt;a&lt;/mi&gt;&lt;mi&gt;r&lt;/mi&gt;&lt;mi&gt;y&lt;/mi&gt;&lt;mo&gt;.&lt;/mo&gt;&lt;/mtd&gt;&lt;/mtr&gt;&lt;/mtable&gt;&lt;/mfenced&gt;&lt;/math&gt;\&quot;,\&quot;base64Image\&quot;:\&quot;iVBORw0KGgoAAAANSUhEUgAABd8AAADwCAYAAADxVB2NAAAACXBIWXMAAA7EAAAOxAGVKw4bAAAABGJhU0UAAACGxP+0iwAAZaxJREFUeNrt3Q+kF9n/+PHjSpJEciVJJEmSSLJWEkmSrEiSrMRaK0kiSZIVK0mSSJIkkSRJIkmSRFaSlUiSrETSL1eu2N/79blnvve8X3f+nJn3zJmZ9/v5YHw+e5v3e+Z95sxrzrzmzDnGlGthZznaWV4YAAAAAAAAAADQk2Wd5U5n+c9ZAAAAAAAAAABAAdM6y3nTnXS/ZcaS8QAAAAAAAAAAIKf5neW1GU+6f+wsGykWAAAAAAAAAACKmddZ/jXjifd39m8AAAAAAAAAAKCASZ3luRlPvH81Y73gAQAAAAAAAABAQYdM9xjvf1AkAAAAAAAAAAAUJxOsfjHjife3FAkAAAAAAAAAAL3Zb7p7vR+mSAAAAAAAAAAA6M0r0518X0yRAAAAAAAAAABQ3BLTnXhnyBkAAAAAAAAAAHq0x3Qn3y9RJAAAAAAAAAAA9Oaq6U6+76BIAAAAAAAAAADozXPTnXxfRZEAAAAAAAAAANCbb6Y7+T6ZIgEAAAAAAAAAoDejpjv5DgAAAAAAAAAAevSfIfkOAAAAAAAAAECpSL4DAAAAAAAAAFAyku8AAAAAAAAAAJSM5DsAAAAAAAAAACUj+Q4MhhmdZVNn2dlZ9naWHZ1lTWcZomgAAAAabbizbOgsuzrLxc5ylyIBAABoB5Lv6AeSQF7YWTZ2lj2d5VJneWRILIvFneVmZ/lhz/HvneWbc85/6iwHKCsAKJVckzZ3llOd5UFnWUqRAMjpqG2njcbcs72ieAAAANqB5DvabF9n+WjGE8vu8oLi+d+DiKhsXnaWn51/kx5Up5zyetZZZlNk6MGszvKws4x0lsudZRrlQXkMkN2d5VpneW7GHnK61yNJnE2iiIgDAeIAcae/ju+UzjLHjHUueaXiyjmKHwAAoB1IvqPNJneW6WZs+JQ7qi6fHfCyOeKUxUtbTnH2Oeu9NWNJeaCIi+ocPEF5UB4DRN4yWm3Geru/Ucf+NsVDHAgUB4g7/Xt8L6ltbab4AQAA2oHkO/rFXm5K/s92VRbLMta/66z7kKqEgt6reveW8qA8BtQOdez3UiTEgUBxgLjTv8f3htrWDIofAACgHUi+o19cceqxDLUyfUDLQV5P/uqUxQ2PzyxXcWAf1QkF3FL16BblQXkMqL/UsV9MkRAHAsUB4k7/Ht+PznaeU/QAAADtQfIdeRMKZ+yyvGH79sGpx48G+Bjp15I3en7ub+czX8zgPrxAcSuc5IAMuzGf8qA8BtQDJ56+pziIAwHjAHGnP4/vUtW2O0XRAwAAtAfJd+TxyakrWxu0X4tUPT5c4baaPGnePFUOMgHYkOdnDwcsQ/QvqW9NfhVe5jS4Snmgwnoj1wh3EvCLFB9xsYc4UCRmEXf677q3R7XRNlHsAAAA7UHyHXk0Nfmux3tfWeG2NnSWJ8a/R3lIR1Q53Mzx2Z/VZ+mtiX50x56/QFX15hfD/CMgZqFc10330IqTKRIAAID2IPmOPJqafL/j7Nenire1wXSPudmkxMpzdT7/meOzQ6a7t6YsP1Hl0UfOFTgvgLz15rRh/hEQs1CuESeuPKQ4AAAA2oXkO/JoYvJdXvEfdfbrUsXb2xBz3rzsLNtrLofpMfv1S87veKM+f4Qqjz5x3qnXqykOVFhvXhrmHwExC+VZbhgWEAAAoNVIviOPJibfN6k6XPV+SQ/xnZ3ldcz589r+21AN5fBLzP7kvWG/oT5/hyqPlpPxku+ZYvMggHqTt97MMjzABDEL5dLjvfNWIgAAQMvUmXyfbcYShkfN2CuU3zrL1Byfl1e7s8bdPmBvXKQn2oIWHI85Zmz8chnb8asZ69F9MGX9eXbd72ZsjO61Fe9fE5Pv+hX/UJOMyc3wr53lVcx59K6z/BH4hnlvzH5MyfkdF9Xnv/ZBjFvaWS40aH+kTiyysUvqj/RulIceLzrL32pdeXhypbN8sLFAYtkD0/tQR9KLToYxuN1Zvtj4MWrrrZTVyoK/a5mNCydN/cki2f7vneWjqtM3Am6/aHn8Zq+JI3Z5bL9DrpczO8uSzvI2cHlWUWeaqNd6s83UlyRba4/FC1tvRm28WE4sy62sczBPHCgjZvlub7KtL384x+WQx/cfseUhb3QMt6SeNuX4plnYWf4yY0MHRvt0xWnPuuO9f2tRjAAAAIBVR/L9qG3of4vZvu8kltHkkDtS1pmkvvtBg4/DFrt/UQLZ3W/573kxn5Gbys9q3RcV72cTk+9u8lu/4i83UQfM+MMdudGQhPKtzrK+xH3YYeKT8PJAZK8JMzHWpZh6k9dfMb+h7ZN6RcMEnW/I/lw2YxPh/htT1qfsOtJ79k7Mvxcdzz+yprM8M+NDJUm9jR54LjZjCazo+8+lfI88ON1jy/RaZ/lHxa3nGfshdWq1jSHHOstVM5asOxuz7rBd5x8znrST8puTUY+/ZZTffx7XEF+9locbrx567verQPW1rDoT6tj3oox6c9VkJ8nmdpbjZuxNqeiadN4UT2ZutNf+pH0dsceKWFbtOdhLHChS94ps7yd7vn2O+d4bHueuu/6FltTTJhzfJLNi2m7ucteu5473frVFMQIAAABW3cPOHFfb3+/xmSEzPqZq1k2bO4b19wYfBxkvXHqkTLK/Tw//sVutL734P8Ucv+cV72fTku8LTPI4mNID8UvGzdXpkvcnKQkvyQl5CDClwrK4EXMzldeumH1f0Qdx7rhKCDWBnOtPVVmvM2M94D7YBMFaGw9kkQd0X02xXrXTzFiiLPpcUg+9IZuYyUpazbLnv9T3MzF15njC5+Sh6Tsbi+POx3UxcTHpHH6cso3/ciy/lHAsi5aH9sB0D2EVnXuS9PrVdCc5q+7BX3adCXHse1FWvXF7LcclyfanlMHNAsfoivP5z/b7h2Pi+Q1iWeXnYC9xsUjd6zXuLFd1MatH9ZBqA35rWT2t6/gm2aDK87E9tpPtOXXAjD9scbezq4UxAgAAYODVnXzX46Ne8fjMIePf82a5Ge/h861Fx2WxKpfrzr9J7y7pcSM9YuSVVHntW3riPDGDN+zMb6qcolfMpbekJJ/lLYtouKHpzs2Mu2yuYL+SkvBSfoftDVHZbqttfSm433qf15v+cMv+nrMN2ie3l6z0gJ1jb/73Jqy/Xx2bix7bmGu65yfIGlpgq9rGspwJjbhEahx9Ln413Uk0OYff2f0ZsrHtP1VeRco4xHA4Rcpje0Isc80340nLKt/kqLrOhDr2ZZ6bPvVmqUnuHS8xX5LrMpTFFvt9+jqfp4PAHHWNeWaPm2vIlDNUxaDEsrLPwSJxoJeYVWR7p9RnZmes786xM9KyetqU4yv0GO57EtaT8+Jvte7clsYIAACAgdaECVd14zDNPNP9+uU1j+9fZ9e917Jj8975nR+dv0sPLullNqWGfWpa8t3t7f3J/u2QLbslCZ85asJNKrrdxCfhv9j9mFnitu6ZiYn+vLbF7OumPol1cr5Er5vLQ75JDdint045y8MTeYCW1qttvpk4t0Aa6Xnq9uTzGSZghtqGT5LXjcm+yaJ1ajuXnH87YWPccMr1ync+And4hVuBjmuR8rjveS0+YtKTNb0KUWdCHfteFKk3et6NaHicqTb2yDk+rYTfNVu1D56b+LlO3GFCvhPLMutl2edgkTjQS8wqsr2NJv+bQNFD+hctq6dNOb77jH8HEN0me93iGAEAADDQmpB8v5qj8XfbdL8mezvH79zbsmNzRR2bYZu0kMTtvJr2qUnJ9yF7w+MmcCRR/MGkjwmsh6oJ0dtHbqDikvCy7WOm+Fi/rjKS71tNNcNyNIUkvh7Z3/WwpHIvaqaZODTRGY8679tTdljdfEv9831gl+dmf4Va3zdZpHv+RQ95dtt9nZFRXtc9trHc+PUuLFPR8hgxfpMlz6vwvAxVZ0Ic+14UrTfu20cvnHP2rol/q2+O2o5Pe0bK5qXpfjCfdL371VQ7VE+/xbIyz8GicaBo3Su6PT2O++Ec5Xq+ZfW0CcdXt7EOeLQd8w6V2MSyBwAAGHhNSL7/afwmeJQbdOldddF0T2iZRZKto6beRFsRf5iJr7DL7/29xn1qUvJdD0Wwz+7fypz1fjTgPm9TN0Vu4uGE6W0iQT2pXVnJ9w19FvMkUfTDiR8ra9qPLWZiwmpaiXVXvxK/quB1IeuBqH6TZLfnNm6Z7uELJBm3xtbbuNfqdQ/N3zy2oYc3CTGhXNHy0OOAb0tZV5IpqyvY91B1JsSx70WReqMfBkfzS8ibaklJdT0MxhGP7dw0fm8myf7846z3K7Ess16WeQ4WjQNFY1bR7UW/Jc/bpAtN9pB0TayndR/fxab7AYDPwzbdS/6XlsYIAACAgdeE5LtO+MU1eOVG7r29ydtl8o05KTe0vY7zfNAmBqSn8l+BymVlzA3tk5rrS5OS7yecfZFk6lN7nPLW+6811fm4JLwkIKRnU5E3G26p7/pc4Dv6ecz3yIaY3yjndOhhnM6b/D0OdW/RpLc29PAXeXoKTzH5Hk7p8WgXeWxjkulOVEqv4Fk24ZE0b8UhEz+kR5r7Kn6GUKQ8hE4wpg3pIAm6ySXvd6g6E+rY96JIvVkbEzd32DiflIi+6tH2celesGlDpp111rtHLPOKZWWeg0XjQNGYVXR7wk3WvvFYX377B5M8zEpT62mdx3fIbs8denCWxz5fUu3cyS2NEQAAAAOvCcn39Sa7Z4ckWqNXInWyPm2cxWn2BqaXYVr2x5TT0QDlonvSybK0xO+/FPO7ql7KHOP8ufru556fG1afe1jj+ZeUhJebLOkxuSDHd101vQ+n82vMvqwIlLCpe5Exh3eaMBNyCj0Mkc8kajM86vxMe2NfNBGjH/qlTdw7W6371nMb62Ji/n0b55PcddZ/6bENneS9FOCYFi0PsSumToYaKi1knQlx7HtRtN4cM91J3miM8oUpn3HLfCQj9kw13WOey5I0r4n7YFqG2ZpOLPOahLysc7BoHCha93qJO+KiantktUvfpLSBm1xP6zy+Bwtu123nPshYt8llDwAAMPCakHyfayYOr+JaaroTz/oV9Bkp330i46bex9uYcgrVi9LtqVN2D+02J99nxXy37zAMm9XnTjXgPDyeUF4/cvyuczGfzSvuQdPkin5z05Lv7o1o1WYX3KbutR83jrR+Hf52zn3TPefSesT9pta96LkN98Zfkk3yav1LkzwJrk5K+Zyz+joR4k2douUh9BAA0TAZSwPsd8g6E+LY96JovXmqyk/+O23CUT1m9NWM7z/oUcbSlnIfVJysMH73Wywr8xwsGgeK1r1e4o7QczCk9ciWB/TfUtpyTa2ndR7fGbb97g6X6fOQX8+lcKClMQIAAACmGcl3/frxSfXv8nqnO7GTnpAq6VX1ZWYsSd5rj446k+86KTujxO9uc/J9pynee10nfdfUeP79ZCa+Cu2+LvxTju+KGzIm702VLpsqh+RpWvJdXqP/3YTp+a7f3tlfMEnyW0ws/ajWWZdz386qzx9PWVcPdbTZcxtub76ntp4tSVl/Q4HfdMp0P4iaEeC4Fi2PyAozPh+Be62pcpiV0HUmxLHvRZF6M91MfIvmfsZn9FA62zOO0Xu1/hbVJpJjED2kuJlRpsSyas/BonGgaMzqNe5s9SznybZuH21hPa3z+B4xE+cn8qF76q9oaYwAAACAaUbyXbgTIbmv2koyTHrZuD1xpqp93phwk/BPxg2tr32mnmFnxI4eb6rK1pQx3/UQK77jkksvSvc19vc17X9a0v2GGXtwlNeamO9a1mO53ujDmLc4ppwk6TEt4D5cVtuf7/k5PZGaThjoIbyKTLqrh5BYk3IuuT2SJaHh86BTv7Ui35H1dtJJtb7PAxJ3OKdnAY5p0fLQ9sbUTxkruKo5CULWmVDHvhdF6o2ecFSOfdaQYQ/U70qLP3o8+RHbFpD5Qd6Y8WFbjph8Q5URy8o/B3uJA0XqXhlxZ71nO1Pq1+uUcmhyPa3r+Eq8+led677H57Hxn8OnLWUPAAAwsJqSfP9sJk6oNWz/HveqpdtzZVvMv58x+V9RTiOvc36xDdpQE65Oibl5PFlzfWlC8l1uZtxXePOMb/q7KdZLryw/m7Fe+nHDy0gSY1EP3z3JTOzR9UvO73iqPn+kD2OeO0yC3BSvrmEf3B5qr3PEA/emP27811MmeyiHNAvV59MeTm0yxYab0ENBSEzJevDhTlR3K+cxluVYgGNatDziXIyJEWcr2u+QdSbEsS8rNuSpNxfU505nrD9Vxeo7GeufNhPf0rlh/y6J/1mmPv0Qy8o8B4vGgaJ1r4y4s8Bkv4WxyB6zn1paT+s6vjopftNz/5aZfMNStansAQAABlJTku/3zMRxPeVmSxKrcWPBusnX/TGN48990NiUBwgf1c3t45r3qQnJ91Wm2FsIk0z3EEIfTHW9SbW0pHveiVXT3Df5xgh1xU3w+5PpL1Oc4yA3zcM17MN8U2zOAT3ObNyDlbtqnZ059+3PHPVHDxvk+6BGv11xOGN9nZT6w2Mb243f0GRlKloeSfX0dUy8qGKYgJB1JsSx70XRevPG5Ov9vTlnmT9saFzul1hW5jlYNA4UrXtlxJ3J6jsOxrQNXni0tZpaT+s8vvoh0m+e+3dDfW5bH5U9AADAQGpK8t0dQ1ESpKtN+uuvz5z1zzl/l8mEJPG+teXHJeotI0PqXDHdydpJNe5XE5LvehI238my9Bi7IfY/KekuSe6Ttr6WSY+jey3HZ5eaiT2n+okkEKKEzlVT3yRjer6CjZ6fc3sAP09Y56spPp+BxBX39XiJo2m9kj8UvNn/qOJZ1gMQnZTyeTvETfKOmDDj+BctjySrY+LGhQr2O2SdCXHse1Gk3uge1vc8PnPe5Bvb+5vaxpBphn6JZWWeg0XjQNGYVVbc+ZHQphanjd+8Ok2tp3UeX90hYmXB/ZrZZ2UPAAAwcJqSfL9muid5lB4pT1LWd8cLveLccMmwGZdafkxm2Ab+qYQb3HU17lsTku/u0Ci+48AutDe0emijqqwy8Ul3uUGSSd9mV7RdSWaNmmITpupxUI+Z/hKNTXy25v1wkyy+D9P0mNKrEtbTby7kebNjt/HvZbw0pl770JNl38pZXm88t+MOY3YzwDEtUh4yBFbWnAx3TO/jXmcJVWdCHfteFKk3uhf3Do/PuD3lfd5m+9GQdlq/xbKyz8GicbFo3etle5qbvL3o/F3qszw0m9XCetqE46uT4lnnSNxwk89bHCMAAABgNSX5fjlmX9J6lFyJuYmXpJok7ae1/JjIDe0Lp5G+yGS/qi/J5RA9XepOvk83+Xt2T7E3L+64tDMq2j/psfQopi5LEvxohdt1XfRMbmiPVCJlrukfB43fWMwhuL1/fcbnlfGh3aGn0oZ2GC0YzyVmuj1Fs3o56jcs9Hi02018L+X9JntsYX3uuj1gdY/MX83EYQJ0klcn3v6s4JgWKQ8ZViBrCIINZuIbM2ULVWdCHPteFK0319XxyUoS657y+nslYajf5hpRn8nz1s5aYlmiss/BonGxaN0rur04H2K+R942+Gb8e9M3rZ424fjmTYpfMhM7bui5nqRtNtySGAEAAACrKcl3PWFZ1gRk55x1X5qx8RC/Gf8hSJoq+h0L1d+/mOQeg9IIf2eyx5ktQ93J960m/3jv7tiZHysqJ7lJfRxzPsn2DpmwD4QWqhs+n4nq9AOes6Z/REM4nW/Avuhy9hkj+ayz/tOMm+p3BeP5BVVns3o5XjfJvX1X2JgcV+fvm3yJSj1BsjsMmTxUehWznX0meaiSo/bfy1akPOSBYNYkenos5q8V7HuoOhPi2PeiSL0ZMt09W30med9lkodq2Wjrii4bnYzzufbKg+qbHnVskGNZ2edg0bhYNGYV3V4cd4x9aTP9ZH/r9hxl37R62oTjq5PiacfjqN3fKykxYtjGvsUtiBEAAABwNCX5fs7kG8fbfdX7u23gbm9Z2U+NuZmVhv/OjEa/JC7cV1dljNlDgfa57uS7nrAvbRKqSeom5qMp/+GMJHbjku7Si2y/qW9c8cOmuxf74oz1b6p9n2n6xxrj9wAihD9y3iC7Y16/NdljZF/NcaMfcR9oyUO+5R6feW/ix6NdaP9tZcL56D4U8klU6oTCdCdWvjETH1KKGyZ+3gLpKX2rouNapDy+23ifNQxBWk/LKmJqFXUm1LHvRZF685PJPyGsLu8o0b7SnuNxD4d1cjbr7S25Lr2z5TyJWJao7HOwSBzoJWYV3V6c2873/GPGhsHJO0lt0+ppE47vE5M94ars3xkz9rBA6rkedia6V5AY+NTEP4xpYowAAABAQqOzzuT7cZNvPG7dA/pMi8pcErLRhGOSuN1kxnryyU1X0jAqegzTQ/Z75BXVZwH3ve7ku74pSZqQd4HpTorLzeS8EvdjbcxN1X/2ZuaPhtzMuA9snqckL9yemHKjuoKwGOSY/GfSX/deb8aHXpAedT7zBOiJ2rZkrC8TAkc98+Th1HLP36GHhJCb/DX2O5Iegv6iPvN7ge3MsvssiY6kuS/cnoZRbJSEx99mPIFbtrzlMdVZd0/K985V37u6gn0PUWdCHfteFKk3h03+CWHfxdSVdfbvSclSqS9v1Ockgb3TievSHpAeslES9TSxLFUV52CRuNhLzCq6vTg3TP43GZpcT5tyfHVS/LNtt8pbM/LgbYdtn74y429p6O3Mte3Xpyn3CE2MEQAAAHA0JfkeJQCld9wCj/U3mu4Jy9rUc2NjTLlHidukniqLEz4jvbvmB9z3upPvurfdQzOeVJ9skxjn1c3LWTPxLYNerI85Dq9sHR5qWF07bbqHZ3LHf5e6dkzVv+UGVdKTryUlEX834z2Fr5h8w2vohy5JsVEe+kVjaj8w+SYBfhNzDvyw54BPXZRljsd2Xpn4+RM2eCRc3EUSWsMVHte85bFaJWOSHgy65+e5Cve/6joT4tj3omi9eaDip48RE/+mVNZDz4UJ9UwvL0w1D2n6LZZVcQ4WiYu9xKwi20viJt97ecOmKfW0KcdX2oSPMsriumr7jyasJ+3dKS2KEQAAAHA0JfkevZJ83HP9lc5N66yWlfmSmHKXm4OsoUGemokTQ60LvO91J9+F9Bp673GD8cjke+3alztBVzTfQJOtMt1DOIzY+hYlROSY/mnaP1Fx0y1PSLAsdpIw0rszeqNCko+bCmxHbs6vme6Hk6tsEkAWGSojGo5JXk3fUTCx8dLWoa82WbMs4zNuMvXvHHH+ubOdiyZ7uBG5hnyzn5F9lMl2qx7+KW95bHViuHxGek7uMuMPCefaczIqr2MV73/VdSbUse9F3nqjh9K55Lkd6Yn6r/2slEueibjlOO238XzEfseIbRucMf6TaxPLqjkHi8TFXmJW0e3FiZLvd0zvnVmaUE+bdHzlWB6y8WzULu9s3V3l0daPEvRTWhQjAAAAoDQl+b7K3lhN8VxfGrNvTXbCuqn2mrGkpzSK73kmFRbYxMV3e1O7sob9bkLy3dgb7+32xvyLGR/b84G9oVpS4bY32BuZjS2rc9IbUIZ/2GlvQiVRscY0r7d+v9Kvn0uC5YQZSxpF81ZIjzSZMHBtCduTYRgu2u8fcc4ReSh1yh571FcXTjixTI73ZRtfo7ogsf6kqTbhTJ3BoMaypp6DdZHErDxAmtRHdbStx1fa9m/sPkoSfTMhBwAAoP2aknxHO3ywNy6ybBnQMmByKhRxU8Xa+RQJAGIZAAAAAPQ3ku8AUC3peffdibPvKRIAxDIAAAAA6H8k3wGgWqtUnL1MkQAglgEAAABA/yP5DgDVOqTi7DaKBACxDAAAAAD6H8l3AKjWPRVn51EkAIhlAAAAAND/SL4DQHVkjORRJ8a+pUgAEMsAAAAAYDCQfAeA6qxXMfYKRQKAWAYAAAAAg4HkOwBURw/TcI4iAUAsAwAAAIDBQPIdAMo1u7Ns7Sx3YmLs586yr7Ns6ixLKCoAxDIAAAAA6F8k3wGgXMs7yxmPZRtFBYBYBgAAAAD9i+Q7AAAAAAAAAAAlI/kOAAAAAAAAAEDJSL4DAAAAAAAAAFAyku8AAAAAAAAAAJSM5DsAAAAAAAAAACUj+Q4AAAAAAAAAQMlIvgMAAAAAAAAAUDKS7wAAAAAAAAAAlIzkOwAAAAAAAAAAJSP5DgAAAAAAAABAyUi+AwAAAAAAAABQMpLvAAAAAAAAAACUjOQ7AAAAAAAAAAAlI/kOAAAAAAAAAEDJSL4DAAAAAAAAAFAyku8AAAAAAAAAAJSM5DsAAAAAAAAAACUj+Q4AAAAAAAAAQMlIvgMAAAAAAAAAUDKS7wAAAAAAAAAAlIzkOwAAAAAAAAAAJSP5DgAAAAAAAABAyUi+AwAAAAAAAABQMpLvAAAAAAAAAACUjOQ7AAAAAAAAAAAlI/kOAAAAAAAAAEDJSL4DAAAAAAAAAFAyku8AAAAAAAAAAJSM5DsAAAAAAAAAACUj+Q4AAAAAAAAAQMlIvgMAAAAAAAAAUDKS7wAAAAAAAAAAlIzkOwAAAAAAAAAAJSP5DgAAAAAAAABAyUi+AwAAAAAAAABQMpLvAAAAAAAAAACUjOQ7AAAAAAAAAAAlI/kOAAAAAAAAAEDJSL4Dg2FGZ9nUWXZ2lr2dZUdnWdNZhigaAACAvjPcWTZ0ll2d5WJnuUuRAAAAhEfyHf1AEsgLO8vGzrKns1zqLI8MiWWxuLPc7Cw/7Dn+vbN8c875T53lAGUFAKWSa9LmznKqszzoLEspEgABHLVtu9GY+7xXFA8AAEB4JN/RZvs6y0cznlh2lxcUz/8eRERl87Kz/Oz8m/SGOuWU17POMpsiQw9mdZaHnWWks1zuLNMoD8pjgOzuLNc6y3Mz9pDTvR5JEmwSRQRiFQKU95TOMseMdUh5pWLROYofAAAgPJLvaLPJnWW6GRs+5Y6qy2cHvGyOOGXx0pZTnH3Oem/NWFIeKOKiOgdPUB6UxwCRt4xWm7He7m/Usb9N8YBYhRrK+5La1maKHwAAIDyS7+gXe7nB+D/bVVksy1j/rrPuQ6oSCnqv6t1byoPyGFA71LHfS5GAWIUayvuG2tYMih8AACA8ku/oF1eceixDrUwf0HKQV42/OmVxw+Mzy1Uc2Ed1QgG3VD26RXlQHgPqL3XsF1MkIFahhvL+6GznOUUPAABQD5LvyEMSCmfssrxh+/bBqcePBvgY6VeMN3p+7m/nM1/M4D68QHErnBt9GXZjPuVBeQyoB048fU9xgFiFGsp7qWoPnqLoAQAA6kHyHXl8curK1gbt1yJVjw8P6PGZp8pBJvMa8vzsYcoQJZD61uTX2mVOg6uUByqsNzKxqjsJ+EWKDy2Ic8Sq/rtW7lHtuk0UOwAAQD1IviOPpibf9XjvK/ugrKVnlEzStyPHZ46ocriZ47M/q8/SWxP9SCZmfkIxoMJ684th/hEQ51C/66Z7OMbJFAkAAEB4Q2ZiL1kgTVOT73ec/frU8jKWJPh95/fkSb4/V+f0nznjwQ/1+Z+o8ugj5wqcF0DeenPaMP8IiHOo34gTix5SHAAAAPVYYboTbTTMkKWJyXd5xX/U2a9LLS3bNWZsrHr9Nopv8n16zGd/ybkPb9Tnj1Dl0SfOO/V6NcWBCuvNS8P8IyDOoV7LDUMJAgAANMIp1TDbSZEgQxOT75tUPd7asjLdYMZeD9eJc5mMa39nmer5Pb/EfEfem+8b6vN3qPJoORn7+J4pNg8CqDd5680swwNMEOdQPz3eO28yAgAA1GCJ6R5i4mkN+zDbjCUMj5qxXvffjH+iUcir3Rsz1jlgb0KkJ9qCFhyXOWZs/HIZp/GrGevRfTBl/Xl23e9mbIzutRXvXxOT7/oV/7ZMGCbjAOthYtyk+5Sc37c35rvyfsdF9fmvfRDrlnaWCw3aH0mILLKx61cz1lNRHnq86Cx/q3Xl4cmVzvLBxgKJZQ9M72NIS484GZJA5hT4YuOHfP87W1YrC/6uZTYunDT1J35k+7/b88mt0zcCbr9oefxmr4kjdnlsv0OulzPt9ftt4PKsos40Ua/1ZpupL+G11h6LF7bejNp4sbzP27Nl/24ZF3u7GZuw9L2t6/K9z2ybclpJ9Uzi/y17nf1u2wNuu2qNvSbLdeFUhXHON1ZNtmX9h3NdOuTx/Uds+clbIMMtrttlxeWyrpULO8tftt5E+3TFaQO7471/I64AAACEJ43f106j7F8zlvQN5ahttH8zE5OFGz2/I5ocMm1Ijknqux80+JhssfsXJZDd/Zb/nhfzGUl2fFbrvqh4P5uYfH9lkl/xn2lvlqOHO6P2RldueNfXtL/b7XFKSroXnRDrUky9yeuvmP1q+wRdG+zvON+Q/blsxibC/TemrKMEi/SevRPz70XH83eTOc/s51/a+Bk98FxsxhKr0fefS/keeXC6x5bptc7yj4pbzzP2Q+rUahtDjpmxJJckmM4mXK+O2W1EDyBuZlyz/kq4vsQtO0o4pr2WhxuvHnru96tA9bWsOhPq2PeijHpz1WQnvOZ2luO2HRZdk86b4onJjQnXFLcX9OKKyqzO41nF796v2jlxy7/2vChK2h5vUr4/6nDxxfnbvpLqa5FY9ZM9pp9jvveGR/1w17/QorpdRlwu69rgmhXT3nOXu3Y9d7z3qy2LKwAAAK03bLp720oSfGGN+3NcNeb2e3xmyIyPqZqVgHJvcL43+LhIQlZ6l0yyv08P/7Fbrb8g4QbxecX72bTk+wKTPKblNnXzGrecDrSfUS+31wk38vtM70nuG6b3CZR3xezfij6Ie1GcOdWgfZJz/akq63U2Hn+wN/trbd2RRR7QfTXFetVKT83LzueSetsN2SRLVjJ1lj3/JaFzJqbOHE/4nDw0fWdjcdz5uC4mLiadw49TtvFfjuWXEo5l0fLQHjifee2ce5Nt/HAf2FTdg7/sOhPi2PeirHrj9kCOS3jtTymDmwWO0RXn85/t9w/HxPMbFZRXXcezit8tn32k2ovSnogeDMhbZOdT6oPvw123zSvxXHqFR50rZN6WA075pQ0hV7S+9hqrlqtjntWjeki1G7+1oG6XGZfLujZENqjyfGyP7WTbpojqzw61nV0tiSsAAAB9Yam9WXKHmplV8z7p8VGveHzmkPHvRbPcjPfW+daiY7VYlct159+k16H0npHeLfJ66SJ74/fEDN6wM7+pcoqGPpDedZJ8lrcsFsTc2LrL5gr3T2485RXttzHblQRrGUn3yG31/V8KfMeOmP1cb/rDLft7zjZon9xesqM20SM38nsT1t+vjs1Fj23MNd0PfbKGCdiqtrEsZ3IiLvEWR5+LX013cveYvV5ttX9fq9YfLVjGIYbDKVIe2xNimWu+GX8AU+WbHFXXmVDHvsxz06feLDXJveMloXXTXgu22O/T1/k8HQQkVrhvfT2zx01ff8oYdsI06HhW8buH1Xd+TTj/Zpviyfch0z0MiHQgmZew7jHVVv/mUf+KxrkisUrPFzU7Y313Xp6RltXtsuNykfKO6DHc9ySsFw1V5K47t4VxBQAAoJX2mO7eKsdMcyZj0g29NPNM96uU1zy+P+pBdK9lx+y96R6SJCI9C+XByZQa9qlpyXe3t/cn+7dDtuyWJHzmqKl+UlFJqO9Vx9BNuu815Q/nck9t51OB79gWs7+b+iQGyvkSvTouD/kmNWCf3Icy8vBEHqCl9VCbr47Nu4zvl170bq88n1f+Z5j8PTrdmOyb+NE9Oy85/3bCxjg9DEeR+QjcoRJuBTquRcrjvvp9SY5kJF56FaLOhDr2vShSb/S8G1Gv6ak29sg5Pq2E3zVbXVuem/i5TtwhP6p88y/U8azqd+shvranrOuudz9HGbk9id+a9CGGNqrtXK0wzhWJVXr/fN4eih7sv2hZ3S47Lhcpb7HP+Hca0e241y2NKwAAAK203XQPWSAJ3CkN2berORpyt033Q4Tbntv4zyT3Jm2qK6oBPWxvcqVH87ya9qlJyfche/Pi3vBLoviDSR9DVg9VU2bPHTmnpHdy3HjeVSXdI2Uk37eaaoblaApJfEVDCzw0xcdYLsNMM3H4oTMedd63p+ywupF+lSPm57lxX6HW90386F580UOe3XZfZ2SU13WPbSw3fj0Fy1S0PEaM32TJ8yo8L0PVmRDHvhdF64379tEL55y9a+Lf6pujtuPTnpGyeWm6H8wnXe9+NdUO1RPyeFb1u/WDg+c54q/v0G6HVXsja6jHTSbfkCFF62vRWKXHcT+cI0acb1ndLjMuFy1v3S47kLG+Tr6fbmlcAQAAaK0FqnGV9tprSH8avwke5YZEegxddNZ97/m7R029ibYi/jATX2GX3/t7jfvUpOS7fnV9n92/lTkTRWUMYSBJ3UMmfhz+KOledU9r3XuvrOT7hj6Lg5L4+eHEj5U17ccWMzH5Pq3Euqtfb1+VY9/yDIWh3yTZ7bmNW6Y7iSWJrTW23sa9Iq97W/7msQ09HEaIyeGKloceO3tbyrqSGFldwb6HqjMhjn0vitQb/TA4ml9COjokJdX1kBZHPLZz0/i9mST784+z3q8VlleI41nV776mvvePlHXnFGg7rDL5E+N6+Le5FcW5orEqikF53kBdaLKHsWti3S4zLhcp78Wm+wGAzwM63Uv+l5bGFQAAgFaT3g1PTHfvhqU175NO+MU1XiUpJYkySVjtMvl6HskNba/jPB+0N5LSa+mvQOWy0kxMzj2p+Vg1Kfl+wtkXSaY+tccpb6Loa4/nk9xQxU0kJ/U1RNI9LgESTZKVVz+P+R7ZEPMb5ZwO/SaQnrzPp/eg7nmZ9NaGHv4iT0/hKSZfgkmPLbvIYxuTTHeiUnoFz7LXo6R5Kw6Z+CE90txX8TOEIuUhdOI7bXgGSbaV/QZNqDoT6tj3oki9WRsTNyWevjTJD9WuerR9XLpHa9qQaWed9aocci/E8azyd382/hOM67Zq1hseco6+MX696l0XTL4hQ4rGuaKxSrjJ2jce60vM+mCSh1lpYt0uOy7nLe8huz13Hh+febouqbbx5BbGFQAAgL4gCUN3nHW5SZpb4/6sN9m9NCTR+jjhBihtzMRp9maklx7+epJDWY4GKBfdk06WMh+UXDLJk4dVtcwscf+fG//XxV3D6nMPC2xbvkPmTfgW8xtlHO49JvyY4jqRU2Q4nV9jfs+Kivb3fA31L22R47bThJsL45XJPyHaDI86P9NMfBiUJ6miH/qlTdyrJyB867mNdTEx/76N80numu63trLopOClAMe0aHmIXTF1MtRQaSHrTIhj34ui9eaY6X74EI2dnzbEiFvmIxmxZ6qZOJxZ0rwm7oNpGWZreoXlVfXxrPp3/8jRnryu1j2V8d1HTLHJNd1rw9mK6msvsUq4b6D+8GjLvklpNze1bpcZl4uU98GC23Xbxg9qPr8AAAAG3mJ10/Gsxn2ZayYOr+JaaroTz/qV5Rkp330i4ybQx9uYxneoXpRur5uyJ5lrc/J9Vsx3+w7DsDnnDbS2yEwcB9R9JbiuiTzPqX35UeA74h40VTVGfdOS7+5NZdVmF9ym7rUfN470UZN/HGmX7gWX1rvtN7XuRc9tuDfxkjiS1+Rfppw7OsHkc87q60SIN3WKlofQr/NHw7eEeDMtZJ0Jcex7UbTePFXlJ/+dNla3Hv85a1LNgx5lLG0pN7F9ssL4Hep4Vv279VBxaTF7VF1f56esLw/o3Yfzf+dom+cZMqRofe0lVgk9zn9aj+xfbVnMbFndLjMu5y3vGaZ7nq73xq9jgJ5P4UBL4woAAEBfOaUaXTtr2g89lMJJ9e9y0+JO0qQnl0p6tXmZGUuS99o7o87k+3Hj/6AhrzYn33ea4r3XddJ3TYHtS2/GC2Zir7noteQ6JimNGzIm7w2SLpuvFe5v05Lv8kr87yZMz3f99s7+ggmP32Ji6UdTrLdl5Kz6/PGUdfVQR5s9t+H2zHtq69mSlPU3FPhN7vXtR8mxs+zyiKyIiSlyralymJXQdSbEsS+rXeRbb6abiW/R3M/4jB56ZXvGMXqv1t+i2kRyDKLk8M2MMi1TlcczxO/W16Epnusdy/he/UBrl+f+6OH0plUU53qNVVs9j+Nkez4cbWHdLjMu5y1v/dbEPs/t6J76K1oaVwAAAPqK7nn1sMZ9cSc1cl+blWSY9Jhxe9VMVfu9MaHB/0/GDa0vPXlRqGFnxI4eb5DK1pQx3/UQK77jkkuvO/dV//c97ocMZ3TGTBweqI4k/JqYfVjWY7ne6MO4tzimnE4Zv8lOy3JZbX++5+f0pGj65l8P4VVk0l09HM6alHNJ9wT1edCp31qR78h6O+mkWt/nAYk7uXiIN7uKloe2NyGWVDUnQcg6E+rY96JIvdGTJ8uxX5DxmQfqd6XFHz2e/IhtC5w242OKSxL8iMd2y1T18QzxuyX2uj2M4zqhbFL7kfVgRX7Tv+p3+py/09S+PK6ovpYRq9Z7tk3l2LxO+f1NrdtlxuW85R1Xf3yPz2PjP+9PW8oeAACg9YZiGl51cSe9iiZ6G7Z/j3tt0u2Fsi3m3yUhervE/ZNXM7/YMgo14eqUmKTGyZrrTBOS70PqBjXPWKW/m2I9jrPMtsfme8INWoiHJpPMxN5ZeZP/T9Xnj/Rh3HOHfJEb3NU17IPb2+x1jnjg3sDHjeWq32a6knO/FpqJkwYn0Qkp36Fz9BAlElOyHny4k87dynmMfXqplqFoecS5GBNHzla03yHrTIhjX1ZsyFNvLqjPnc5Yf6qK1Xcy1j9tJr6lc8P+XRL/s0w9qj6eoX73KqdtI2+BRL24Z9j2p3us7nv8Rv0g/Jrnfuje8scrqq9lxKoFJvvNjUX2mvVTC+t2mXE5b3nrpPhNz/1bZvINZdWmsgcAAGg93ZCsyz0zcbxZSQJIYjVu7FA3+bo/pqH7uQ8ajmfsjaCbqHtc8z41Ifm+yhR7C2GS6R5CSG40yu5NKg+M/jTxE7G+MN2v9Fbhvsk33qcrboLfn/os3snxfujcAA/XsA/zTbE5B/SYsXEPVu6a3oYS+zNH/dHDMPg+qNFvVxzOWF8nmP7w2MZ24zc0WZmKlkdSPX0dE0OqeOU/ZJ0Jcex7UbTevDH53mTZnLPMHzY0Lld9PEP+bmkvpg3FJwn4Y8bvzYsTJv+QM1Jn9MP79RXV1zJi1WT1HQdj2hMvPNpnTa3bZcblvOWtH4j+5rl/N9TntvVR2QMAALReU5Lv7niIkiBdbdJfZX3mrH/O+btMDCSJ960tPy5RzxcZUueKugGcVON+NSH5rnuH+U58pcfYrXL/p9sbrM8mbBJejwl+Lcdnl5qJvaD6iSQDokTjVVPfhGF6voKNnp9ze4w+T1jnqyk+n4HEFfdVd6m7aT08PxS8cf+o4lnWAxCdYFrksQ03KThiwozjX7Q8kqyOiR0XKtjvkHUmxLHvRZF6o3v+3/P4zHmTb5xu/TB3yDRD1ccz5O8ettfL6O1LaYfKw2h5sHLKHmdfd9R+L/f4zCMzMdk/qaI4V1as+pHQDhfSe9pnKMum1u0y43Le8tadKFYW3K+ZfVb2AAAArdaU5Ps10z3Jo/QueZKyvjv28RUnESDDZlxq+TGZYRvrUY9YnaxbV+O+NSH57g6N4js+8UJ7c6qHNqqaDC9wwEyc0FCWlxWU4bDp7r2eZ8JUPabpMdNfonHWz9a8H27CxPdhmh5TelXCevrNhTxvduw2/r1S9YOab57b0JNl38pZXm88t+M+9LoZ4JgWKQ8ZAitrTgadxPtUwb6HqjOhjn0vitQb/UbKDo/PuD3lfd5m+9GQdlro4xnqd8v8R9FDpN0lfJ9+oJUV4+WNgWeqnfCoovpaNHbHcZO3F52/77C/ZVYL63bZcblIeX/LWX/ihqh83tK4AgAA0Leakny/HLMvab1DrsTc9ElSTZL201p+TOQG9YXT4F5ksl/tluRyiF4rdSffp5v8Pbun2BsRd4ztGYH3W3pZS3L7fUw9/6fkstTjkq7y/Jzb805uyub2UZw7aPzGYg4hb4Jlqqo3acPUjBaM5xIz3R7MWT0W9RsWemzZ7Sa+V+t+kz1OsD533USW7l35q5n4yr9OCuqE8J8VHNMi5SFDBGQNJ7DBTJzQsmyh6kyIY9+LovXmusk3sabuKa+/V5J/+m2uEfWZPG/tVDXkUojjGeJ3ywTc7iTsZbSj8iQ1f7bb10MRHY9Zr4z6WjR2x/kQ8z3y5sw349+bvml1u+y4XKS88ybFL5mJQ8jo+aGkPTfcgrgCAADQt5qSfNcTlmVNQHbOdPcg3mYb/Etbfjyi36FfcXZvDnUPM2lQvzPZ48yWoe7k+1aTf7x3dxzMj4HKKcmQvUl+E3PuvfJIYPhYqG7efCZQ1A94zpr+EQ3hdL4B+6LL2We897PO+k8zbpDfFYznF9Q5ktVj8bpJ7u27wsbkuIeg902+RKWeINkdhmyVPWf0dvaZ5KEtjtp/L1uR8nhusifE0+Mqf61g30PVmRDHvhdF6s2Q6e6l6jPJ+y6TPOzURltXdNnoxJrPtVceVN/0qGNFhTieIX73I5P/zYUsvknNefbckeOuh8Vz5/TYbMuvjDhXNHbHceeLkHbWTzZG5WnHNK1ulx2Xi5S3rj9px+Oo3d8rKXFl2J5fi1sQVwAAAPpWU5Lv50y+cbzdV72/28bq9paV/VT134tsI35nRgNebnTd11Dv2Ru3EOpOvusJ3tImlJqkbkg+muY8nBmyN2GvTHwSvtcEwGHT3Yt9ccb67jBO0pttpukfa4zfA4gQ/sh5s+uOkfzWZI+pfDXHTXvEfaAlD/l8xifWb3BE9WWh/beVCeej+1DIJ1GpkwPTnVj5xsSPw3zDxM9bID1rb1V0XIuUx3cb77OGFEjrNVlFTK2izoQ69r0oUm9+MvknhNXlHSWtV9pzPO7hsE60Zr29JQ8c39lyrmKOmFDHM8TvHo25Bj+xx3JewfJ56hHnF9l6tsf+9/2EGCJJ+FMlxrkisSrJbdP9Bp8Mg3MgZ1k1rW6XHZeLlPcTkz3hquzfGTP2sGBaTFsyur+YbuvjvhaUPQAAQF9rSvL9uMk3HrfuAX2mRWUuvWaiyRNlvNdNZqznl9xAJQ2josfWPWS/R143fRZw3+tOvusbjKQJeRfYsnVvDOc1tD5sNt3D4pSVhHcf2EQ3aHHcnphy07mCsFgZ3Qsu7dXt9WY8MSS942Z7fL+edC1rYl8ZyiDqZScPp5Z7/g6dsJIb9jX2O5Iegv6iPvN7ge3MsvssSYukuS/cXoNRbJTkxd9mPOFXtrzlMdVZd0/K985V37u6gn0PUWdCHfteFKk3h03+CWHfxdSVdfbvSYlPqS/6bSlJ1O904rq0B6S3a5QQrXKIrVDHM8TvPh5z7dXXYTnOeR5IH1DfIb8xGoZFvkeGQfumzn3d23mlXe9ayXGuSOxOcsPkf5OryXW7irhcpLx1UvyzbSdKp40ptl34j62bsxK2M9e2eZ+m1KGmxRUAAIC+1pTke5QAlN5UCzzW32i6JyxrUy+MjQk3ee9Mcq+TxQmfkV6HIYdRqTv5rnsOPzTjSfXJ9ib+vLoROWsmvmXQRDKO6JOYY9xLAv606R6eyR3/XeraMVX/lhtUSU+klpR0+t2M9yy9YvINr6EfuiTFRnnoF43B/MD4JfcjccMm/bBx3KcuyjLHYztxb4Z8tedKVvLEXSQ5NVzhcc1bHqtVYiXpwaB7fp6rcP+rrjMhjn0vitabByp++hiJ2Y48eM966LkwoZ7p5YWp5iFNXcez6t8t7c23CcdFT5S5x/M7J5nuh/96kbkS1qvPfI9Z71IFca5I7E7iJt97eSunKXW7irhcpLwlyf4ooyyuq/uF0YT1pI08pSVxBQAAoK81JfkeDa9w3HP9lc5N66yWlfmSmHKXhn7W0CD6VWZpbK8LvO91J9+F9AB673Gz8Mjke4W6KVapG68dJXyf+8r/iK1vUXJXjqlMztb2iYqbbnlCsmSxk1CRXsfRAxhJVm0qsB250b5muh9OrrI39LJID8xoOKbXBeuX3IS/tHXoq028LMv4jJt8+ztHnH/ubOeiyR5uRK4h3+xnZB+l9+jkio9t3vLY6sRw+cxHm4yJHhLOtedkVF7HKt7/qutMqGPfi7z1Rg+9cslzO9Kr9F/7WSkXGbN5Ro7jtN/G8xH7HSO2bXDG+E+u3avQx7OK3y1lLpNSSuJxha3n6+z3fUhpV5zJsc+HbVlF+yvX9X0J19rdtlx+2DLdUVGcKxK7k0TJ9zum9w4wTajbVcTlouUtx/KQPWdG7fLOxuFVHvcHUYJ+SoviCgAAQF9rSvJ9lb3hn+K5vjRMpbfS4paW+14zlvSUBu49z5vQBfamTHpIPTH1JJabkHw39kZ5u00YfTHj43Q+sDdHS/rg3Fxhb2p3lPR90ktVhgvYaW8o5XvX2LJE9fSr5JIsOWHGkpnRvBXSu0wmslxbwvZkSIeL9vtHnHNEEkCn7LFHfXXhhBPL5HhftvE1qgsS60+aahPO1BkMInmoKYlVSTbOSGmTSvviR0w7eTtF+D+SmJWHTv0y/ndT47IPuR94Y/dR6vVmqicAAECzNCX5jnb4YG9CZNlCcQDebqpYO58iAYCgjpjxYTR8Onvo+WPy9PYHAAAAgP8h+Q4A1ZJedO6Yvu8pEgAIapvxm+xak57d7lBwoxQlAAAAgDxIvgNAtVapOHuZIgGAoP52YnDe4dY2mu55UwAAAADAG8l3AKjWIRVnt1EkABDUjx7aumudzz6kKAEAAADkQfIdAKp1T8XZeRQJAAQ14sTgBTk/6/Z830dRAgAAAMiD5DsAVEeGNxh1YuxbigQAgrvhxOE/c372rv2cTDo/laIEAAAAkAfJdwCoznoVY69QJAAQ3DInDssQNJs8PiOJ9ktmfKLVNRQjAAAAgLxIvgNAdfSQM+coEgCoxQ7TPfb77c6ypbPMNuOTsE7uLKs7y1Ez1tNd1vtq/JL1AAAAADAByXcAKJckcrZ2ljsxMfazGRszWBI5SygqAAhqRWd5FhObkxZ5gDqfYgMAAABQFMl3ACjX8s5yxmPZRlEBQC1+7izHzdh47l86y3e7fLV/k3HhF1NMAAAAAHpF8h0AAAAAAAAAgJKRfAcAAAAAAAAAoGQk3wEAAAAAAAAAKBnJdwAAAAAAAAAASkbyHQAAAAAAAACAkpF8BwAAAAAAAACgZCTfAQAAAAAAAAAoGcl3AAAAAAAAAABKRvIdAAAAAAAAAICSkXwHAAAAAAAAAKBkJN8BAAAAAAAAACgZyXcAAAAAAAAAAEpG8h0AAAAAAAAAgJKRfAcAAAAAAAAAoGQk3wEAAAAAAAAAKBnJdwAAAAAAAAAASkbyHQAAAAAAAACAkpF8BwAAAAAAAACgZCTfAQAAAAAAAAAoGcl3AAAAAAAAAABKRvIdAAAAAAAAAICSkXwHAAAAAAAAAKBkJN8BAAAAAAAAACgZyXcAAAAAAAAAAEpG8h0AAAAAAAAAgJKRfAcAAAAAAAAAoGQk3wEAAAAAAAAAKBnJdwAAAAAAAAAASkbyHQAAAAAAAACAkpF8BwAAAAAAAACgZCTfAQAAAAAAAAAoGcl3AAAAAAAAAABKRvIdAAAAAAAAAICSkXwHAAAAAAAAAKBkJN8BAAAAAAAAACgZyXcAAAAAAAAAAEpG8h0AAAAAAAAAgJKRfAcAAAAAAAAAoGQk3wEUMVnFjmkUCcB5AsRY31nudpaRzvK9s1zvLHMpFgAA1xcAA2a4s2zoLLs6y0UbwzAABj35vrCzbO4spzrLg86ytM9/75D9zRs7y57OcqmzPLJ/B/IgqQhiH+cJaFukmdJZrsa0NWX5aEiQUJcoewBcX0CsbsM9DXpztLN86iyjMTHrFcUzGOpOvi9KuGiWvby129vdWa51ludm7Om4u46cCJP69Djvsw2RHzFl86Lkbc3qLA/NWA+Ey4ZkU78iqQhiX/+cJ8Tt3gxq2yKr7t+3ZfDe3iTKjeEcp2wuUXWoS5Q9uKZRHlxfQKxu/D0NejPFxiiJV6/U8TtH8QyGupPvu02Y5PtFu73FnWW1GXs6+katc7vPb4Knd5Y1neWO+t1nS97WRfX9JzjN+rZOkXwHsa8/zhPidm8GtW2R5pIZ74E4x/n7L07ZfKPqUJcoe3BNozy4voBY3fh7GpQfw6JlM0UyGOpOvl833U8q5fWx7Z1lnU1STEpYN1p+iglKcuG9r9bbErPtHWqdvQNyzPdWfLK/N/FvHaD/GgAk30Hs64/zhLhdnkFtW7h+c37/dvVvbqeL91QX6hJlD65plAfXFxCrG39Pg/LcUMdvBkUyGOpMvsvrYSN2u5Isn+O5ru8T7XPOujNj/v0v9X2LB+SYX3F+s7y2NL3k77+lyvUWp1lfIvkOYl//nCfE7fIMatsiMt9pr/0T8+/SHnvWWb50lk1UF+oSZQ+uaZQH1xcQqxt/T4PyfHSO33OKY3DUmXz/2W5TxqDLGptrVcy+Xs34zAwbjJLGwHpgBvPp+Afndz+q4PtXOAHljW0oof+QfEdSI/iMXZYPWOxr83lC3C7PoLYtIu5binuoDtQlyh5c0ygPri8gVrf+ngblWKruDU9RJIOjzuT7ITPWe32Wx7pHY/Z1h8fnJAifjvm7JPvdySouDsjx1hPcHq5oO/KmAq/P9DeS74jzyakTWwcw9rX5PCFuxxs22Q/7B71tEXeeSTnMpPpQlyh7cE3ruU5yjef6QqwmVtd9T4Ny7FHHj7d0BkidyXcZauaQ57qPYvZ1tsfnZEy7X2L+/osZzHGy9PhgKzkFUBDJd8RpavK9rtjHedJ+MqnVE891B7VtETnr/PYHVB3qEmUPlFInwfWF84JYXfc9DcrhvsHzw94rYkDUlXyXp+/vPRMR00z3U808YyN9SajQp81gjpPlzoz9ieqPHpBURJymJt/rin2cJ+0WzR3zp+f6g9q2ENID7Zvz+w9SfahLlD1QSp0cdFxfOC+I1fXf06Ac7jyWDymOwVJnz3dfW2L28y/Pz/6c8PeXZvDGyZKGy6jzuy9R/dEDkoqI08Tke52xj/Okvc47x22152cGsW0R2abq+iqqEHWJsgdKqZODjusL5wWxuv57GvRuuWHIoIHWhuT7hZj9XNvD981S33VkQI71JvW7t1L90QOSiojTxOR7nbGP86R9ZLzRe84xkx4qQ7QtMt1wfvuoZ5lRl6hLlD2ok+D6wnlBrG7+PQ16p8d7/4kiGSxtSL5/UPvYa2NlW42VXh4ayMOEF/Z3SANCxq1bHmDb+tWsKibdkeOyzF4IThY8TpKs2m7GJluRoYm+27J61lkOmHKSVyG2UdYxX2jGxrSTV/BkjLB3nWVFTANExkL8Zs+XjQHqU4ik4mz722XC5Yf2903NWeezyuKAPS7Se2JBC2L2HDM21p/Uha+2PqW9fjvPrvvd1vW1Fe9fE5PvIWJfnedJnXH7N3tujtjlsf0OOW9lMrQlZmzulTaQ3/17Z/mojtkN2haZdE+sxxUdH7n27TBjk6pJzPbp/bjO1sdfPI9JGdfcQa5LdbdZOI/zldUiW/6/mrGepzfs9v9W60pP1Cv2eI3a/ZN963WM5eW2rtw2Y0OFfrff/86WxcqCv6vXe5EmXVsG/Rof4voSInaVWdcn2WvbQbuvtxPWW9NZ7tptfbPt4SkZ+3jLHmtZ/1SF5w+xuj33NGXW3VBtubpIHJEROp47cfOKc5zc8d6/FTxvfrXn6Vd7LJ6re+41tmz/tudwVXFPHpxtsrmUK3Z7sj8/Z2xz2F5XZN079r8HRtOT74ti9vF6j9951aPSz+0sxzvLaxtcvtpGadHKsdEG6P8SFjkxF1dclq9M8qtZM+2JEyU4o98sJ/b6hO+TxOgeWy7XOss/pnts/ucF9nG/St7FLf/aoFJUiG30esxX2cbl94TP6XV1w+VLgJuNKpOKR21w/xbz+30buj/b9XdkNF7d727yBE5b7P79ZybOgSH/PS/mM9IY+qzWfVHxfjYx+V527GvKeVJEWXF7pi2z/zyWVy1oC/2VEG/ilh20LWKvTVnLjwLXpcX2Rvx9TNzz6f04V33mbIBr7iDWpaa0WTiP87ncWW7aNq/e5innpvtORlkWGbdc2tjP7Odf2uMx1Tnvbzvff67Ca5pco1fb9soxe/z/TogVw3adf8z4AwgpvzkV18lBu8aHur6Eil1l1HUZy3yzrZdPYq6HR2Puby4klNXxhG0cS1i/ih7lxOp23NOUFadDteVCxPQkcq28lFI37tr13PHer+bchhzDNynbiDrjfXH+tq+CuPf/bJ7m34TvuJvxOw6XnNttlaYn33fH7ONvPX7nx4xKvz/lwn8z57Yk0XLF+fxn+/1R0N9lwvSAWGCSx5fapk7SuOV0QpDZagPxmRwXd5MQ/B45n/1u9zEKflNM91hwejnfkG2Udcxn2IvbFPvZpB4BP6U0Xpa2OPnuOq62s9/jM0NmfBzArJvCN6pONJW8qbHWNqiHTPcruP/ZWKnP+biHTM8r3s+mJd+riH1tTr6XFbcfOJ+Rm5oVzu/9VSVzbphm+znnTf4vA962WFAgMRI91M5ryNap6TaWu9933+PzhzyPXVnX3EGtS01os3AeFyftiqfqt0gvw4X2BvuhbX8M2WWLTegU6XUqv/my87mknthDNmGSldgpek2T+vIu5Viui2mDJbUXHldcJwfpGh/y+lJ17CqzrkfJy5sJ++GOkT7FXh+TyupjTDv1dsr6Zb/ZQKxu/j1N2XE6RFsuRExPskHd/z62+zjZXl8PmPEHSe52dhXMh8j1Vx6KRR3vpjvbWJcSG6qIe0MJ+dp5Kb9lV0bCn+R7jW7G7OPcHr5vqUl+mjrNbu+tbVgO2YvdfwWTc5LUdZ9OPovZ9yHT26snvn5TvyN6PeiYrfBHzfiQG+4J7C5Zr5Y+yAhyaUnxVyqgxL2+NLuHxHiIbVR1zHXv7L3273Ntw+OqbWi7F5tR+7l+SL7rMf2u5LxIX8hYd7kZ7x3+zbSHjk3uU2O5oMpT/Lv2ArvI1t8nZvCGnQkR+9qUfC8jbm9PKFPXfCc5c960y1WTf2zZQW1bRHTP2Comw5uitvGXx2fch6s/7Dke8po7iHWpKW0WzuPeymuOTWjuTVhf37Bf9NjGXJvIjT5zKGP9rWobyyq6punr/ldVX47ZpM5W+/e1ZmLPzarqJNf4MNeXsmNXlXV9punuPewOxztk2/6jNjEr17wVKXFqyJbvD9senhkT10YDxx5idb33NFXH6RBtuVAxXegx3PckrBcNA5M3pzlkuoeqkc6FSYnt6He5dXEoUNw7YfJNJHtSHZ+B0eTk+5DpHuMtqnC92Ku+b46TrJKeHbdjkiP/FagcksR9b7p7m87ISMxU2evW7SX7yUlQyj4uSfjMUfXb72RsY6Rgo1I3qrZ71tf7OX5/iG1UdcyH1T6tsGUrF/8rCcH/QIDzM2RSUTd60sxTdfGax/dHT4nvtSx+u/XN7ckiPQ+emvRxHavStOR7iNjXlPOkiCJx+75nu+FIRkO0qdyhmm7RtvDyPUBSaaPJNwTZKrX+E8/tlHnNHcS61JQ2C+dxPm+dbd2250tar7z56re/y/h+6UXv9pa+4LFPM0z+TjBFrmm6p+AllVB4aiYOU1HkuBepk1zjw1xfyoxdVdf1IdOdfHd7qp619wMr1fpJuZQLtm38c0r9/kSba2DyOSHidIi2XKiYvs/4P9jQcxS89tyG+8bFW5M+ZJIu26sB496w6c7b+gxzu8H4DVPTV5qcfF9rkscgLOp2TKWInhLH9aido7Z/2zMIvVRJsaSxo3411U8gox9iSACSyRE+mPQxrfSrTWlPcvVTdd+Lpw6OzzN+R5FXVEJso8pjvjlmf/60QVsnV5eacJOGhkwqXs3RqLmtGuq3c8TCvS2L31fUMRi29V1eo5tX0z41KfkeIvY16TzJq2jcHlGfS3rIM8+U9yp9KMuNXw8W2hbjlqnfUtVDTHeMyB8m++HiZZO/d1WZ19xBrUtNaLNwHucz00wcwuOMx/XVtyfpsEpgvTL+nQPyJCuKXtN0z8VN9u+77b7OyCiv6xXWyUG/xoe6vpQVu0LU9ZUJdWmnGUtkL8lYP3pL5XfbZtfrLyqQwCNWtz+fEypOh2jLhYjpusd/VicCnXz3GQLosDpuCzPW32TyD2tTZpvtutr+Is+6c9AMkCYn3+Mm/lhfYtCKEvnnUoKwfvXOZ9KRmwknfNz+/OOs92tF5agfYuyzF9uVOetH2is4+qnqbs99u6Y+90fKunNMsVeCQmyjymPujtkoT7wX24tV3TN9h0wq6vHhJqdcdN7ahmW07nuP719gj3XbZtv+w0x87fK9bVDXpUnJ9xCxr0nnSV5F47YeT3Fbyrpys7K6ReeUflXVZ+KsQW1bxN10/mfbblW4a/x71OgeOHmGwivrmjuodakJbRbO43y2mInJd59rle91Ug99kmfYkDxDRRS9pt0yE4fwWGPbC3HDAujehb9VVCe5xoe7vpQVu0LU9V0xdUmScl8StqeHKpFk2xKbzPs5Zv3fjf/b4sTq/snnhIrTIdpyVcf0xab7IaXPwxzdSz7roaXu8e/zYEqPKT83UNyLbDb55umLHgwtNAOkycn3Zyb/bMh5gtZ6W0lfpjQyr5rsSQtc+qlW2qs9Z02YJ/nuGExyMsmrNgcL1I+0V3D0GFaLPL//s5n4qksS/YTxdUO2UfUxf6kutPI6XRPGUA6ZVNzqcR7K9t/bm8hdJt/bC0dM+szpPg7ai7o0Zv8KdAxWxtwwP6m5XjQp+R4i9jXpPMmraNzWDfQXGTdWk1vUJrpv8k/gNqhti4julbSxgm1MUjdg5zxietH2Y1nX3EGtS01os3Ae53Pe5BurNUo4+fSm1MNDXM+xX1NMvgfhRa5pOrZIr1mZa+ijSZ4jR0/+N6eiOsk1Psz1pazYFaquu2+9frTnorzVvdMjTsn3Sq/fVynr31D7MpNY3ff5nFB1N0RbruqYPmRjYrTuF/v9WS6p4zc5497RHef+ueexuFAgT1Zmm02X/YOM9fc0IG8RXFOT7zNi9q3X8fGOqZM3Gtcq7WnLFxM/oUmcqaZ7nCxZlngE0EfGbxKwop4b/2FXXHoMqIcJ6+lJSvPMiv5DfTatfPWrLKcasI2qj7ku2wP2BqcJPbRDJhXXm+ynxVK+0at+W3Mc82n2GPYyTMv+mHh1NMAxiJsXY2mJ33/JJE9AXNUys0Wxr2nnSR69xO1dMcetbUM2+TQaL9G28PJPjhuKovTN9paMc+6jKTZUQVnX3EGtS01os3Ae5/fK5O8tN8Pj+jpTlVGeBLDQHQy+VHBNWxfTvrxvj0ESt+fmywrrJNf4MNeXMmJXyLruTqh42d5vXElZ3407t+297RXP+4q/idV9n88JWXdDtOWqjukHC8ZG9/hlJaX1QwffNzfda/nZAHEvzu0cMVvKZIcZME1Nvm+N2bc/evzOp+ri89Skj4Wkx8q7mvNkjAsQc9UJftJU22NgVkw5+r4eqF8dSUpE69fZLubYv0+e9W+2ukDLyTy/Aduo+pjvUI0FCdaHG3KOhkwqzjXJs9qLaNb7KPGsXx+bkfLdJzIuyD7expxnoXo2uT2Uyp4tvM3J9xCxr2nnSR69xG39im30mulS0246bvi+uTGIbQv3JtXdt2cVbUcPQzg7Zd24h6G+E3qWdc0d1LrUhDYL53FvScdHnp/boD4Xl8zTw57czrlv23IkXope006oRN4+m3yZ5JkwPFVhnRz0a3yo60sZsStUXdf3Q3/ae5CkpO9Ctf65jPXXxHw/sbq/8zkh43SItlyVMX2Gvdd2h7b1eatyZo7fIYnvbyb/A7DFJt+wNlW12ZLG29dW5Si/vtLU5PvlmH3rZTyg6eq75Knx/YzP6FdQtmc0VN6b5Kd5MqHIWefklnHElgQox52meA9O/RrqmoT1bhn/mZ6ztjHFc71jDdhGiGPuviYnrx99alDyLmRSUb/efFL9+9+m+xUpPYFP0mtmMpHTv6b3ngp1Jt+PG/8HDXm1OfkeIvY17TzJo5e4Hd3M/Iip83NMe50y3Q9ffc6lQW1bJN08n61oO4+N3zwew/Y6qXtLrQh8zR3UutSENgvncT66s9N+z8/pG+zfYn6zPg/X5dy3s+rzxyu4prm9EZ/axEpa2W8o8JuK1Emu8eGuL73GrpB1XbdtP2RsK279tSnr6+RoleP5E6vrv6cJHadDtOWqjOm6R/o+zzLaleN36Ichuzy3oYclmlZx3EuyKCNnE3mQo/z6SlOT7/p1nzc9fp+eTEgq5YKMz7g9SkczKqN+jWbENnROm/Exm57bk3ZBwHLUY5z5TlgrTwG/eARI/bTwR85E5nzT/QQxbvw5PXPz/ZxlUNU2QhxzPV794Qado6GTiu4EUO6riTIxkDwhdsdb071lNibs/z+mnImE9pl6hp0RO3q8wSpbU8Z8rzr2NfU88f2NvcTtyN6Yei/jIE5paXvIHffQt4fdoLYtkm5Eqog/U1USKO31eum4cU6t/62Ga+6g1qUmtFk4j/PRnZ183yrVkxHqpKweLvBTgX17ZfwehBe9punepKMm+03Ikyb/XBJF6iTX+DDXlzJiV8i6rtu2N3O2hbPG8n6mrp1V9kolVtd/TxOy7oZoy1UZ04dUfnI0R1x1Hzp8Tlkvbhs+8XaaynU9rrnN5j40iXubbo39nW29X+xJE5PvS2P260yP33lBfd/pnDd7dzLWP20mPlm+Yf++xfhNxFC2IXUi5hnvT890ntQTRietHxXYz1VOwk5O1uiJozwBP6COw/2CyasqtlH1MV8ecwEZblDsCJ1U/BzTeBy2f497fcs9ptti/l1iyu0S9++gbeBIQy3UhKtTYho9J2uuF01IvoeIfU09T3yUEbcjF2Ou12dN++ihF3zfrhrEtkVaAq6Ka5R+ZTqpF9BG25jXwy1c9dxOWdfcQa1LTWizcB7n5/by9J2gbYrJnlTtlMkeliaNHi7jfQXXtG0xiaesa7Q70d6tCusk1/gw15cyYleouq7btrIsznHvJDErbSzv4YLXTmJ1e+9pQsbpEG25KmO6fjBz07OMluX4HXrYp2ue29C95Y/X3GbTkzzrBxoyYsFA9no3ppnJ97hepJt6/M43Jl/PDh0gdmas/1Ct/1MDynGVKdYTd5LpHkbjg/EfquVIwX2Vi1naEBc/7IW5lyfwZW+j6mN+oMcLYtVCJxXvmYnj0V2xdTVuHLevKY2NTbZBOsu0mzxA+Khunh/XvE9NSL6HiH1NPU98lBW3oyTM65h4uqRl59J24zdUFW2LbiMFbwjzxrmsujXNxsFtMcmi3wJfcwe1LjWhzcJ5nM98U2x+E50UiRtb9m7OMtL+NP5j5Ba9punepFm9/nTC8I8K6yTX+DDXlzJiV6i6rtu2WZM26uRaVq93PQRVlRMhEqubcU8TMk6HaMtVGdNPFWxb3lCf25ay7gmTf8gZOQe+m/xvRlTZZvtVfbc7X8gOWy8nmwHVxOT7HTPxScykHr5PP5XzmSnZbbj4jEP2TW2jCZMHHE2p+Gn02GhpCbQPJV2k5EnbNadx8NYe9zc22C0soTzK3kbVx/y+6W0MtqqFTireUo3w1Sb9NVT31clzzt9lkpzPpt4hUcoQPYHfaC+YbryaVON+NSH5HiL2NfU88VFW3I6sjmlLXGjZ+eQ22Ec84/mgti0ienKnyxVtx+2V9C3lpigaLu6d2q9Fga+5g1qXmtBm4TzOR48jvLHAOfk8YR3dQzfP3CnShnFfvf+cce0sek37qI5jVq+/7QViS5E6yTU+3PWljNgVqq4fy9lG1RNWrs1RV7MmwyRW98c9Tcg4HaItV2VM13FiZcHYmTa3mc6BLvfYxiMzsTPppABxL8+5GtW9qfb6tN0MsKYl3/U4dT6vCGXRPTR8nuS6T1Z9epL+MM17iOHOBv4px8ni9jRIe0quhwf6VnA/VzjBe3dFZVHFNqo85vo8+NjA2BE6qXjN2ZY0FqQnzpOU9d3XVa845SrnxaWWx+0Z9uJ1KuEGus4HNU1Ivlcd+5p8nmQpErfltdVlGevoBuOnlp1T7qvZvq+SDmrbIumm5dcKtqEnV4s7L1fZc1d6/8wzEydjC33NHcS61JQ2C+dx8QSY7w27HnN5VcJ6+l4uz1tku41/b8Si9yK6V/CtnOX1psI6yTU+zPWlrNgVqq7r5GXW+eqOdf7BY1/cxOVzYvVA5HNC1d0QbbmqY7p+MJN1/sUNDZt1Xn3NuQ3p2f/MZI+xXkebzc0HRMOHywPEv82Aa1ryfX3MPu3p8Tuvm3wTF+inNX/GNFL0U8cR9Zk8r1JU8QqiDnI+Y0ZNMd0zREtyM+0J8R6TPoaVNJyynlJKzwZ3IpAqnjBXtY0qj/lG9d3nGhg7QicVL8fEhrTePFdiLsBnbb2eZtrtqm2ERxdlPbP44YS4FqIHR93J9xCxr8nnSZYicfuGyX69coOZ+MZaWyzPuIH4k7ZFLP1K8KIKtqFfGddjRM6wN2XR0GJ6vM+LMdeF2RVecwe1LjWhzcJ5nF/eG3bpteYOc5c2TM1owftLuUa6vSkfVnBNM2Zir+CsnnhTVGJE13FJDi8pqU5yjQ9zfSkrdoWo63PUNi55nKs/jP+QUnpcaj0GuyS6fyZW910+J1ScDtGWqzqm530wc8lMHMZIz8smb+MPF9zGzza/pcv2eMx6dbTZ3PNV3lKZb3/f8hK+e5OtLyMmzDwqpWpa8v1kzD4t7eH7JNnkPqnymWBxl0l+DVP+/8uYgK9Prq2eAfWmqWZCEz1um8/4YO6YVB9N9jhq103yE+gVtpyyEk2PTPXjy1W1jSqPuR5XbG0DY0fopKKeZCfrjZhzzrov7YX8W4/xpAmi36GHSXIfMOmn/cP2IjU/wP7VnXwPEfuafJ7kaQz5xu3nHjFL/86vOfdrjd3OqG3QHw1YJvtSbvKPmvhJgQa1baHrRbRfXyrahh4jVPeylXJ/knKdcIclO5KSgCjrmjuodakJbRbO43z0Q3uf8d7POus/zUhMvSt4f3lBXY+z5uYpei9yP2ci7/eU2CJx6VXMdorUyX69xjfx+lJW7ApR133mWXBtyfm79qXEtTX2N84kVvddPidUnA7Rlqs6po/kuJ87auvDlZQ6OGy3sThlG0nX2Hm23OX7DqXEhs32d9bRZnPP8xF7jM+X8L1SXvohRasmb21a8l1PpPGjx+/7yeSfHEePeRadvDK209uEIKYvJFk9J9fagCcVsYrxmfVvSJvcYZIKDh89E5TvTfwYVgvtv/mMhTUaUwef2OM0r6SyqGobVR7zl6b71cKhBsaO0EnFcybfQzm3ofrdBv62jTE2NeZmWW54dmbccOl5Mu7Zi3MIdSffQ8S+Jp8nVcTt77beZcWttN52aYbNxNc5qx7jNelGxX01W3q93KJtkViv3cbvtYq289gkj796ziZl3Ou4ftg+7NzA/p1yM1bWNXdQ61IT2iycx/n8kTPJ5A4D8tZkj6V7tcC1z000ybnt00OuyDVtkopfPok8nZSb7rTL3pj4eaOK1Ml+vMY39fpSVuwKUddvqnuarGN10eQbU/1GQlxbZuvN8hLLnFjdnHuaUHG66rZciJj+xGRPuCr7IQ8antuy1MPORPf1sq2nZmLS+KnHdXmRPW+ikUHuJ8R8ScKfqrHNpt+W+mzKeYB3NOZ+sVVD2TQp+b47Zn9+9FghDpv8r63pp4ASdNfZv69MSZLpBwdvbZJsmtOY2GgDgvz76QrLUp/sSZNSLlAB8R/jn5AejSmnNTbY+yY5j8ccc3d5ZY9hLydrVduo6pjPDtjAbVNS0T2OPuNx694CZ1oUl6Vso7Ed5fyU16tW2YvtNc/4ech+j7z29izgvtedfA8R+5p8npQdt6cavyHg5qrvXZ1jnzalxOefA5SJ29MkOld+s4256bQtvBrVVc3X8l1tR26G5pjxh40bU45ldL7tsLFzboBr7iDWpaa0WTiP89E9pNN6vq13rh0vjd9EjHqiuS0Z6//sHMOPOZJ9Re5FflGf+b3AdmbZfX5vkufZKVIn+/Ea39TrS1mxq+q6rsdn9nkY8W/O36XHmp5i28/vKjjWxOrm3NOEitNVt+VCxHT9YOazPR5D9nzZYcv9lRl/E0BvY649Lk8TzuMDan3Zl2iIXclTHTRjyfI9KWW10q53reY22xS1nV0lfe+xmHvFly3K8TQi+S6vD5xIufk+bYqPv+tONuI78dZIzD7Iyb4i43MLYwJ23PKi4kaL0D1aHjpBeLINKudVUDhrJva0TRP3W3/kPLkW2IvaSEaZfTPFx/6vchtVHHM9ydC2BieIQyYVdzl1bIHH+u54Zo9Ntb1Ay7YxoR69S4mFixM+I70J5gfc97qT7yFiX5PPk7Lj9mrV0Jzn0RjKO3bgkpTYebji8piasF25IRymbZFIv+a6uKLtfE/5vfs8Egg+vb/KuuYOal1qQpuF8zg//bZRUgL5dzPeo/BKzmuYm+B/ntIO2+Scuw+MX3K/l3uR02r9OQWSYNHQKxtKrpP9eI1v6vWlzNhVZV3XHRSyOritMNk9dH3imtSlZSWXObG6efc0IeJ01W25EDFdkuyPMurEdXWfPpqwnhzHuDcxJ5mJbwm4izxUW+9Rtpca0maL2hn3S/zOpTG/N9Tb/aWoM/l+MeNkjEuOvvcImm4F/mH8JyeJ7LSV+4c9MY8a/+S/nEj77Uk1Yr9D/leecEnP21UBy3ezmfj6YdwigWRlge+XC85L+xslWF3NcZGW8jxpL24rbEBbZ8voQ8q+5um9HGIbVRzzq6rBPL2hsSN0UjG6WBz3XH+l09CaZdolLhn52eMGRL+uNppyQ12VupPvIWJfk8+TsuP2Vqcu/bCN311Ow156cfxpkifpynOD8cFMHMfvbIAyOW7bFz9s2Rw06WMZD3rbQt+sva1wOw8Szt2knpC/2Gv+DxuLznrcIJZ5zR3EutSUNgvnsb/lCcmvxU6CTHpARq/Zv7KJl7zk914z3R0hVtn2uCzSoy8aJkGGdygyJ1ORexE36eL7uvpKm5iKtnPRxA8100ud7OdrfBOvL2XGrirr+jm1n1nx5oiZ2Ns2yy57zRy1sWB/hXWVWN2se5oQcbrqtlyomC719JAZn6NKlne2fFZ53JdHCfopGcfjsP1NUb2TY7sv4R5yt93/H/a37wgY97J8sftW9pvl2+09o+SRT7Qsx9O4Md9RriFbQa/ZEyAa1++BbUwtqWGfNtnG3cOUi+Aqu88/Yuro9oZsY9CFTiqusg2CKTn2762prsdM1fbaBodcdO95NAjEAnvh/W5vmlfWsN9NSL43KfY1Lfme1z6nYSNlKkMTXLbHOZpLQercSc866it60+V3gyZyeyWdrHA7C+xNR3T+yg3OUoof6Dmuu9elgzbOv3biuvTqvGDKmYjtZ5vYeG2/Ozqf5dyWMWnXcEgG7hrfhOtLFajraOs9TZV1d1DbcnIf/saWp+SkNg9QnV1gY/hOTt9uJN8RUvQ0Xhr1UzxPXP36zd8N2Aban1RENaIn0bJsoTg4Twrab6p93Ry9N6ijZQVFArTKTXUOz6dIwPUFAFCSu8Zvjr6BQ/IdoWwzfhM7afK6mTvG1mjN28AYkooA50kVpIePvG75gKJopJ2me1IvAO2Kr+6Qn+8pEnB9AQCURDpQpc1TN9BIviOUv516NpTzs+4ElCM1bwNjSCoCnCdVkNdbJTlEr/dmcseL3EdxAK2ySl2TLlMk4PoCACjBGnsPt4yiiKdn4QWq8qOHerbWdM8QXec2MIakIsB5UrZo2LBtFEVj63PUbvxCfQZa55C6JhFrwfUFANArmdxZ5lzcQVEk+6YaYZMpElRkxKlnC3J+1u2Vvq/mbWC8kUxSEeA8KYOUyxXbJmGugHrJhOUyd8PtmPq6y6nLhykqoHXuqWvSPIoEXF8AAB6GbBxfpf4+bMaGCvuTIkr3XDXCVlEkqMgNp57lPTHv2s9Jg21qzdvAGJKKAOdJWRaasUkAmfivfu+d+rpd/dsr+/e3hs4aQBtvmt03nt9SJOD6AgDwdMuJ4dJpanpnWWLGEu/nKJ5sVw2vHyKMZU49k+FhNnl8RpLgl8z4JKhrGrANjCGpCHCeoP+4b0Sudv7uDldBRw2gfdar69EVigRcXwAAHobMxPlCo4XEu6fdquAuUSSokIwB5Y7LLq8dyhADs834BKmTbYPsqBnrhS7rfTV+ifRQ28BYGX53FpKKAOcJ2u+Sc/2cb+vsEedveykioJXucbMMri8AgILem4mJ94MUi79FqvDeUCSo2IrO8swkPznTyz2TfyiCENsAAKDfyBjQn2Ouk/JQ+w+KB2gV6XiytbPciTmn5TyXOY6k48kSigpcXwAAKX7qLC/MWIcyyZ8to0jye6kugIsoEgTwc2c5bsbGWv9ixnuGfrV/kzHbF7dgGwAA9BO5Lj6w18tPneUCbUOglZZ3ljMeC8OOgusLAAAV2294dQAAAAAAAAAAgFLJeGvuK2CvKRIAAAAAAAAAAHonvd3d3u87KRIAAAAAAAAAAHoz1Fmem+5JeOZSLAAAAAAAAAAA9GZOZ/lgxhPwrzrLbIoFAAAAAAAAAIDezDNjY75HCfh/O8taigUAAAAAAAAAgN7IBKznTfcY8Nc7y1KKBgAAAAAAAACA3kiy/Y7pTsIDAAAAAAAAAIASLOgsRzvLS4oCAAAAAAAAADCo/j+MiaV4ah7/gAAABz90RVh0TWF0aE1MADxtYXRoIHhtbG5zPSJodHRwOi8vd3d3LnczLm9yZy8xOTk4L01hdGgvTWF0aE1MIj48bXN0eWxlIG1hdGhzaXplPSIxNnB4Ij48bWZlbmNlZCBjbG9zZT0iIiBvcGVuPSJ7Ij48bXRhYmxlIGNvbHVtbmFsaWduPSJsZWZ0Ij48bXRyPjxtdGQ+PG1pPnc8L21pPjxtbz4mI3gyMkM1OzwvbW8+PG1pPng8L21pPjxtbz4rPC9tbz48bWk+YjwvbWk+PG1vPiZndDs8L21vPjxtbj4wPC9tbj48bW8+JiN4QTA7PC9tbz48bW8+JiN4MjE5Mjs8L21vPjxtbz4mI3hBMDs8L21vPjxtaT5wPC9taT48bWk+bzwvbWk+PG1pPmk8L21pPjxtaT5uPC9taT48bWk+dDwvbWk+PG1vPiYjeEEwOzwvbW8+PG1pPmk8L21pPjxtaT5zPC9taT48bW8+JiN4QTA7PC9tbz48bWk+bzwvbWk+PG1pPm48L21pPjxtbz4mI3hBMDs8L21vPjxtaT50PC9taT48bWk+aDwvbWk+PG1pPmU8L21pPjxtbz4mI3hBMDs8L21vPjxtaT5wPC9taT48bWk+bzwvbWk+PG1pPnM8L21pPjxtaT5pPC9taT48bWk+dDwvbWk+PG1pPmk8L21pPjxtaT52PC9taT48bWk+ZTwvbWk+PG1vPiYjeEEwOzwvbW8+PG1pPnM8L21pPjxtaT5pPC9taT48bWk+ZDwvbWk+PG1pPmU8L21pPjwvbXRkPjwvbXRyPjxtdHI+PG10ZD48bWk+dzwvbWk+PG1vPiYjeDIyQzU7PC9tbz48bWk+eDwvbWk+PG1vPis8L21vPjxtaT5iPC9taT48bW8+Jmx0OzwvbW8+PG1uPjA8L21uPjxtbz4mI3hBMDs8L21vPjxtbz4mI3gyMTkyOzwvbW8+PG1vPiYjeEEwOzwvbW8+PG1pPnA8L21pPjxtaT5vPC9taT48bWk+aTwvbWk+PG1pPm48L21pPjxtaT50PC9taT48bW8+JiN4QTA7PC9tbz48bWk+aTwvbWk+PG1pPnM8L21pPjxtbz4mI3hBMDs8L21vPjxtaT5vPC9taT48bWk+bjwvbWk+PG1vPiYjeEEwOzwvbW8+PG1pPnQ8L21pPjxtaT5oPC9taT48bWk+ZTwvbWk+PG1vPiYjeEEwOzwvbW8+PG1pPm48L21pPjxtaT5lPC9taT48bWk+ZzwvbWk+PG1pPmE8L21pPjxtaT50PC9taT48bWk+aTwvbWk+PG1pPnY8L21pPjxtaT5lPC9taT48bW8+JiN4QTA7PC9tbz48bWk+czwvbWk+PG1pPmk8L21pPjxtaT5kPC9taT48bWk+ZTwvbWk+PC9tdGQ+PC9tdHI+PG10cj48bXRkPjxtaT5UPC9taT48bWk+aDwvbWk+PG1pPmU8L21pPjxtbz4mI3hBMDs8L21vPjxtaT5iPC9taT48bWk+aTwvbWk+PG1pPmc8L21pPjxtaT5nPC9taT48bWk+ZTwvbWk+PG1pPnI8L21pPjxtbz4mI3hBMDs8L21vPjxtbz4mI3gyMjIzOzwvbW8+PG1pPnc8L21pPjxtbz4mI3gyMkM1OzwvbW8+PG1pPng8L21pPjxtbz4rPC9tbz48bWk+YjwvbWk+PG1vPiYjeDIyMjM7PC9tbz48bW8+JiN4QTA7PC9tbz48bWk+aTwvbWk+PG1pPnM8L21pPjxtbz4sPC9tbz48bW8+JiN4QTA7PC9tbz48bWk+dDwvbWk+PG1pPmg8L21pPjxtaT5lPC9taT48bW8+JiN4QTA7PC9tbz48bWk+ZjwvbWk+PG1pPnU8L21pPjxtaT5yPC9taT48bWk+dDwvbWk+PG1pPmg8L21pPjxtaT5lPC9taT48bWk+cjwvbWk+PG1vPiYjeEEwOzwvbW8+PG1pPnQ8L21pPjxtaT5oPC9taT48bWk+ZTwvbWk+PG1vPiYjeEEwOzwvbW8+PG1pPnA8L21pPjxtaT5vPC9taT48bWk+aTwvbWk+PG1pPm48L21pPjxtaT50PC9taT48bW8+JiN4QTA7PC9tbz48bWk+aTwvbWk+PG1pPnM8L21pPjxtbz4mI3hBMDs8L21vPjxtaT5mPC9taT48bWk+cjwvbWk+PG1pPm88L21pPjxtaT5tPC9taT48bW8+JiN4QTA7PC9tbz48bWk+dDwvbWk+PG1pPmg8L21pPjxtaT5lPC9taT48bW8+JiN4QTA7PC9tbz48bWk+YjwvbWk+PG1pPm88L21pPjxtaT51PC9taT48bWk+bjwvbWk+PG1pPmQ8L21pPjxtaT5hPC9taT48bWk+cjwvbWk+PG1pPnk8L21pPjxtbz4uPC9tbz48L210ZD48L210cj48L210YWJsZT48L21mZW5jZWQ+PC9tc3R5bGU+PC9tYXRoPhtXhXkAAAAASUVORK5CYII=\&quot;,\&quot;slideId\&quot;:293,\&quot;accessibleText\&quot;:\&quot;open curly brackets table row cell w times x plus b greater than 0 space rightwards arrow space p o i n t space i s space o n space t h e space p o s i t i v e space s i d e end cell row cell w times x plus b less than 0 space rightwards arrow space p o i n t space i s space o n space t h e space n e g a t i v e space s i d e end cell row cell T h e space b i g g e r space ∣ w times x plus b ∣ space i s comma space t h e space f u r t h e r space t h e space p o i n t space i s space f r o m space t h e space b o u n d a r y. end cell end table close\&quot;,\&quot;imageHeight\&quot;:77.6},{\&quot;mathml\&quot;:\&quot;&lt;math style=\\\&quot;font-family:stix;font-size:16px;\\\&quot; xmlns=\\\&quot;http://www.w3.org/1998/Math/MathML\\\&quot;&gt;&lt;mfenced mathcolor=\\\&quot;#FFFFFF\\\&quot; open=\\\&quot;{\\\&quot; close=\\\&quot;\\\&quot;&gt;&lt;mtable columnalign=\\\&quot;left\\\&quot;&gt;&lt;mtr&gt;&lt;mtd&gt;&lt;mi&gt;w&lt;/mi&gt;&lt;mo&gt;&amp;#x22C5;&lt;/mo&gt;&lt;mi&gt;x&lt;/mi&gt;&lt;mo&gt;+&lt;/mo&gt;&lt;mi&gt;b&lt;/mi&gt;&lt;mo&gt;&amp;gt;&lt;/mo&gt;&lt;mn&gt;0&lt;/mn&gt;&lt;mo&gt;&amp;#xA0;&lt;/mo&gt;&lt;mo&gt;&amp;#x2192;&lt;/mo&gt;&lt;mo&gt;&amp;#xA0;&lt;/mo&gt;&lt;mi&gt;p&lt;/mi&gt;&lt;mi&gt;o&lt;/mi&gt;&lt;mi&gt;i&lt;/mi&gt;&lt;mi&gt;n&lt;/mi&gt;&lt;mi&gt;t&lt;/mi&gt;&lt;mo&gt;&amp;#xA0;&lt;/mo&gt;&lt;mi&gt;i&lt;/mi&gt;&lt;mi&gt;s&lt;/mi&gt;&lt;mo&gt;&amp;#xA0;&lt;/mo&gt;&lt;mi&gt;o&lt;/mi&gt;&lt;mi&gt;n&lt;/mi&gt;&lt;mo&gt;&amp;#xA0;&lt;/mo&gt;&lt;mi&gt;t&lt;/mi&gt;&lt;mi&gt;h&lt;/mi&gt;&lt;mi&gt;e&lt;/mi&gt;&lt;mo&gt;&amp;#xA0;&lt;/mo&gt;&lt;mi&gt;p&lt;/mi&gt;&lt;mi&gt;o&lt;/mi&gt;&lt;mi&gt;s&lt;/mi&gt;&lt;mi&gt;i&lt;/mi&gt;&lt;mi&gt;t&lt;/mi&gt;&lt;mi&gt;i&lt;/mi&gt;&lt;mi&gt;v&lt;/mi&gt;&lt;mi&gt;e&lt;/mi&gt;&lt;mo&gt;&amp;#xA0;&lt;/mo&gt;&lt;mi&gt;s&lt;/mi&gt;&lt;mi&gt;i&lt;/mi&gt;&lt;mi&gt;d&lt;/mi&gt;&lt;mi&gt;e&lt;/mi&gt;&lt;/mtd&gt;&lt;/mtr&gt;&lt;mtr&gt;&lt;mtd&gt;&lt;mi&gt;w&lt;/mi&gt;&lt;mo&gt;&amp;#x22C5;&lt;/mo&gt;&lt;mi&gt;x&lt;/mi&gt;&lt;mo&gt;+&lt;/mo&gt;&lt;mi&gt;b&lt;/mi&gt;&lt;mo&gt;&amp;lt;&lt;/mo&gt;&lt;mn&gt;0&lt;/mn&gt;&lt;mo&gt;&amp;#xA0;&lt;/mo&gt;&lt;mo&gt;&amp;#x2192;&lt;/mo&gt;&lt;mo&gt;&amp;#xA0;&lt;/mo&gt;&lt;mi&gt;p&lt;/mi&gt;&lt;mi&gt;o&lt;/mi&gt;&lt;mi&gt;i&lt;/mi&gt;&lt;mi&gt;n&lt;/mi&gt;&lt;mi&gt;t&lt;/mi&gt;&lt;mo&gt;&amp;#xA0;&lt;/mo&gt;&lt;mi&gt;i&lt;/mi&gt;&lt;mi&gt;s&lt;/mi&gt;&lt;mo&gt;&amp;#xA0;&lt;/mo&gt;&lt;mi&gt;o&lt;/mi&gt;&lt;mi&gt;n&lt;/mi&gt;&lt;mo&gt;&amp;#xA0;&lt;/mo&gt;&lt;mi&gt;t&lt;/mi&gt;&lt;mi&gt;h&lt;/mi&gt;&lt;mi&gt;e&lt;/mi&gt;&lt;mo&gt;&amp;#xA0;&lt;/mo&gt;&lt;mi&gt;n&lt;/mi&gt;&lt;mi&gt;e&lt;/mi&gt;&lt;mi&gt;g&lt;/mi&gt;&lt;mi&gt;a&lt;/mi&gt;&lt;mi&gt;t&lt;/mi&gt;&lt;mi&gt;i&lt;/mi&gt;&lt;mi&gt;v&lt;/mi&gt;&lt;mi&gt;e&lt;/mi&gt;&lt;mo&gt;&amp;#xA0;&lt;/mo&gt;&lt;mi&gt;s&lt;/mi&gt;&lt;mi&gt;i&lt;/mi&gt;&lt;mi&gt;d&lt;/mi&gt;&lt;mi&gt;e&lt;/mi&gt;&lt;/mtd&gt;&lt;/mtr&gt;&lt;mtr&gt;&lt;mtd&gt;&lt;mi&gt;T&lt;/mi&gt;&lt;mi&gt;h&lt;/mi&gt;&lt;mi&gt;e&lt;/mi&gt;&lt;mo&gt;&amp;#xA0;&lt;/mo&gt;&lt;mi&gt;b&lt;/mi&gt;&lt;mi&gt;i&lt;/mi&gt;&lt;mi&gt;g&lt;/mi&gt;&lt;mi&gt;g&lt;/mi&gt;&lt;mi&gt;e&lt;/mi&gt;&lt;mi&gt;r&lt;/mi&gt;&lt;mo&gt;&amp;#xA0;&lt;/mo&gt;&lt;mo&gt;&amp;#x2223;&lt;/mo&gt;&lt;mi&gt;w&lt;/mi&gt;&lt;mo&gt;&amp;#x22C5;&lt;/mo&gt;&lt;mi&gt;x&lt;/mi&gt;&lt;mo&gt;+&lt;/mo&gt;&lt;mi&gt;b&lt;/mi&gt;&lt;mo&gt;&amp;#x2223;&lt;/mo&gt;&lt;mo&gt;&amp;#xA0;&lt;/mo&gt;&lt;mi&gt;i&lt;/mi&gt;&lt;mi&gt;s&lt;/mi&gt;&lt;mo&gt;,&lt;/mo&gt;&lt;mo&gt;&amp;#xA0;&lt;/mo&gt;&lt;mi&gt;t&lt;/mi&gt;&lt;mi&gt;h&lt;/mi&gt;&lt;mi&gt;e&lt;/mi&gt;&lt;mo&gt;&amp;#xA0;&lt;/mo&gt;&lt;mi&gt;f&lt;/mi&gt;&lt;mi&gt;u&lt;/mi&gt;&lt;mi&gt;r&lt;/mi&gt;&lt;mi&gt;t&lt;/mi&gt;&lt;mi&gt;h&lt;/mi&gt;&lt;mi&gt;e&lt;/mi&gt;&lt;mi&gt;r&lt;/mi&gt;&lt;mo&gt;&amp;#xA0;&lt;/mo&gt;&lt;mi&gt;t&lt;/mi&gt;&lt;mi&gt;h&lt;/mi&gt;&lt;mi&gt;e&lt;/mi&gt;&lt;mo&gt;&amp;#xA0;&lt;/mo&gt;&lt;mi&gt;p&lt;/mi&gt;&lt;mi&gt;o&lt;/mi&gt;&lt;mi&gt;i&lt;/mi&gt;&lt;mi&gt;n&lt;/mi&gt;&lt;mi&gt;t&lt;/mi&gt;&lt;mo&gt;&amp;#xA0;&lt;/mo&gt;&lt;mi&gt;i&lt;/mi&gt;&lt;mi&gt;s&lt;/mi&gt;&lt;mo&gt;&amp;#xA0;&lt;/mo&gt;&lt;mi&gt;f&lt;/mi&gt;&lt;mi&gt;r&lt;/mi&gt;&lt;mi&gt;o&lt;/mi&gt;&lt;mi&gt;m&lt;/mi&gt;&lt;mo&gt;&amp;#xA0;&lt;/mo&gt;&lt;mi&gt;t&lt;/mi&gt;&lt;mi&gt;h&lt;/mi&gt;&lt;mi&gt;e&lt;/mi&gt;&lt;mo&gt;&amp;#xA0;&lt;/mo&gt;&lt;mi&gt;b&lt;/mi&gt;&lt;mi&gt;o&lt;/mi&gt;&lt;mi&gt;u&lt;/mi&gt;&lt;mi&gt;n&lt;/mi&gt;&lt;mi&gt;d&lt;/mi&gt;&lt;mi&gt;a&lt;/mi&gt;&lt;mi&gt;r&lt;/mi&gt;&lt;mi&gt;y&lt;/mi&gt;&lt;mo&gt;.&lt;/mo&gt;&lt;/mtd&gt;&lt;/mtr&gt;&lt;/mtable&gt;&lt;/mfenced&gt;&lt;/math&gt;\&quot;,\&quot;base64Image\&quot;:\&quot;iVBORw0KGgoAAAANSUhEUgAABd8AAADwCAYAAADxVB2NAAAACXBIWXMAAA7EAAAOxAGVKw4bAAAABGJhU0UAAACGxP+0iwAAZ7dJREFUeNrtnQGkFtn7+Nd15UoiSZJEkiSJJGslsVaSJJLkWolkrSSRJEliJStJJEmSSJIkkZUkK5IkK5Hkykok939d13WZ/8x3n7ff6enMzDkzc+aded/Ph7Hbe8/MOfOc5zznzHPOec4PP1RIFEVL4ut4fL38AQAAAAAAAAAAAAAAihNF0cr4uhcZIBUAAAAAAAAAAAAAgAJEUTQjvi5G33InccYjHQAAAAAAAAAAAAAAT6IoWhRfbwyn+8f42oRkAAAAAAAAAAAAAAAKEEXRwvj613C8v09+QzIAAAAAAAAAAAAAAAWIomgwvl4YjvfRZBU8kgEAAAAAAAAAAAAAKEgURUdUjPffkAoAAAAAAAAAAAAAQEHkgNUvhuP9HVIBAAAAAAAAAAAAAChBFEUH1ar3o0gFAAAAAAAAAAAAAKAEURS9Vs73ZUgFAAAAAAAAAAAAAKAgURQtV453Qs4AAAAAAAAAAAAAAJQhiqJ9yvl+BakAAAAAAAAAAAAAAJQgiqLryvk+jFQAAAAAAAAAAAAAAEoQRdEL5Xxfi1QAAAAAAAAAAAAAAEoQRdGYcr5PQyoAAAAAAAAAAAAAACWIomjS9LwjEQAAAAAAAAAAAACAkqhV7zjfAQAAAAAAAAAAAADKgvMdAAAAAAAAAAAAAKBicL4DAAAAAAAAAAAAAFQMzncAAAAAAAAAAAAAgIrB+Q7QN219Vnxtjq9d8bU/vobja318DSAdAAAAgEaP4+bE18b42h1fl+PrPlIBAAAAaMdADuc79IIeD8TXkvjaFF/74utKfD3Gsfw/2SyLr9vxNSXNfCK+xoxm/ym+DiErAIBKbW/SJ22NrzPx9TC+ViAVAPC0I8dlnDYZfc9rJAQAAADQjkEdzndos/4eiK+PhmPZ5CXy+d9EREc2r+LrJ+Nvc8Qp1OFZfM1Dq6CEvs2Nr0fxNR5fV+NrBvJAHn1U37/H1434eiGTnCaJ42wQKWEHQtsB7E5v1W/8vKH4mi+LS14ru3KBGgAAAABox6AR5zu0WX+nxddMCZ9yT6nz+T6XzTFDFonjfWZKugNGuneJUx7NgoI6d1m1wdPIA3n0UX0nu4zWyWr3t6ru7yIh7EAddgC707v1K7s6TbZSAwAAAADtGDTifIde0eX9fJR8lcVOJYuVOenvG2kfoU1QUO9GlN69Qx7Io0/rfljV/X6kgh2oww5gd3q3fuNn31J5zaIGAAAAANoxaMT5Dr2iy9cMVZ5KW+ndB3JItiePGrK45XDPKmUKDqBRUED37ig9uoM8kEef1v0fqu6XIRXsQB12ALvTu/UrYRY7vED6AAAAAO0ZNOJ8B1+Hwjm5VjWsbB8MVX7cx3WktyVvcrzvuXHPl36dvIBSurfacA4kYTcWIQ/k0ad1/9CwpyNIBDtQlx3A7vRm/SYHNqux3RmkDwAAANCeQSPOd/DRl0+GumxvULmWKlU+GjCvwQbXz0Ilh+QAsAHHe4/WJUPoaRsx0OSt8HLQ8HXkAaH0Jukj1CHgl5EgdrGoHShis7A7vdfvxc/fp8Zom5E8AAAAQHsGjDjfwUdfmup81/He1wTMa2N8/e26orxmORxTcrjtce9P6l5Wa0Iv2rDkYOa/kQSE0ps43RbOHwFsFlSsBzdVaMVpSAUAAACgPYM5nO/goy9Ndb7fM8r1KXBeG82Ym01yrEh5TE543DugVmsm/IjWQw/Zrwu+7QLAV2/idGc5fwSwWVCxLowbduUREgEAAABo12AO5zv46EvjnO+yxX/SKNeVwPltjL7nVXzt7LIcZlrKtcXzGW/V/cfQeugR23XR0Ot1SARC6Y30B31//ghgs6AyXVhFWEAAAACAdg/ocL6Dj7400fm+Wanx9sD5JSvEd8XXG4uz+438baALcthiKc86z2fcUvffQ+uh5TYriZf8oMg5CIDe+OpNnGYuE5iAzYKKdWIfuxIBAAAA2j2g65rzPc5unjgMjydbKONrLL6me9x/Ni/udvz3Q/LhkqxEW9yC+pgv8cuT2I6jsqL7cEb6hZJ2IonRHV8/By5fE53veov/rJryTZzwv8bXa4vT+318/VbnB7Ml7n3CkOczLqv7R3vAxq2Ir0sNKs+AHBC8SfTnokx6vIyv5yrtuvi6Fl8fxBYktuxh2VBHsoruRHzdja8vYj8mRW8vFTkzQd5rZWIX4uvPbjuLpDx74+uj0ulbNeZfSB5x2j3SJ47L9USekfSXs+NreXy9q1meletMQ+1FKb2J0+3olpMs6f+lLl6K3kyKvViFLfN+biVt0McOVGGzXPNL4oWLvvxm1MsRh+cfE3k8TiYJ2qCnTanfnOcsia8/JHRgp0zXOuNZFe99rC02AgAAAAD+byBWu/NdnO0fxNmu2eT4jM7hkMMZaQbVsx82uB62yQA4ssTdTv690HLPmvj6rNK+DFzOJjrfX6dt8ZePqEPG5M6kTGrcia8NFZZhOMUJPyJO8Wk1yOGK1psCz/jD8g7TWm7jOmGCLjakPFeTg3Dj61+LrM9ImrnqHAMbJwrkvT6+nhmhkoY7E57xf5eJA6vDhYznzJOVeImz7UZ8/aPs1oucckwTZ1zisDgZX9cTZ118nbeknSNp/jGcdon85ufo8VjkxnAFdVpKHspePXIs9+ua9LUSnamr7ku+a2m9kffJdJLFvy+Ir1OyU6rTJ10s4czcJM60NBK5LcOWhW2DZexAEd0rkl8yGSTt7bPlubcc2q7JpTboaRPqN6M8cy1jN5P7ks6M9369LTYCAAAAAP5vQNbVsDPyAWpy0OGeASOm6omctGYM64kG18NOWZEyKO+nw3/8rtIvVo7wwoN/z3I2yvkucrDGwZQViF9yPq7OVlyeNCf8vzIJMBRQFlpnxgs8Y7el7Kt7wM6dMh1CDSlT0tafKln/IivgPoiD4GexBwMyQTdaZFVtnG6GOMo6WFfoST7P85xW4jDYLvp+zqIzp1Lu+0lWpE6ktMdfLHYxrQ0/ycjDhy0V1GUheVie81CFsFptOL1+VU7OW4H1s2qdCV73Jd+3Er1Rq5avW/5+MEMGtwvU0TXj/s/y/DkWe34LWxa2DZa0i966V9buyK6BCdcV1SLTT74rsJuip92q34yybFTyfCIr76dJmzrUmWxR+exum40AAAAA6Hsa4HzX8VGvOdxzxHXljXxcfC67VbMLclmm5HLT+Nt0WXFzP9mSKtu+k5U4f/db2BnZOmyyRn4/KSt5jnfCDcmBpIcsH0xbA5QrzQmfyO9o8kEUIM+7Kq8vBcut2dAjtu6OvM/5BpXJXCU7KWGnko///SnpD6q6ueyQxwJ1PsGRnPTbVR4rPR0a3zlSU+7RbXHUdKJJG34v5RkQ553JZEEZD9RQr0XksdNmy1SaRYbT8mLA8gfVmbrqvuK26RLvfUXa6nhxgiWrxN+J83nA0s9PeJRvvupjklXgC1SagSpCVfSLLau6DRaxA2VsVkG7c0bdMy8n/WafCf4m6WlT6lfu1THc96Wku6wmkSItv7bYCAAAAIC+pgkHrurBYU7ahWr75Q2H5/8iaR+0rG5GjPf8aPx+QVaZDXWhTE1zvpurvT/Jb0dEdstT7jle16Gi8rFnc8J/kXLMrjCvB9rRX+AZOyxl3dwjtm7I2G6erAQbbECZ3hlyvisTaLsz0i/SZwvkPH+JWsl3yaFMs1QeFx3uGS/gqPxF5XPF+NtpsXFzMvqrUUcZm+EV7tRUr0Xk8ZdLXywxl1OdNRWUPbjO1FX3JeXgrTeWczfmy+/Txfbc1ROvBXV6nhofvLCddaLChExgy3L1stI2WMQOlLFZBe3OJt+dQMYk/cs26WmD6veA6wIQy5jsTVttBAAAAEBf0xDn+3XXwZ981JnbZO96vOf+ltXNNVU9c8Rp8cUWA76mMjXG+S4rdiZNB46syvqQEw9ah6oZq6GsO1Kc8GOyynNOBXlU4XzfHiIsR4Pa1Aw5KC4SZ9icLpZltiU00TkHnXdaKSv2wvz4fu06YefzsZ9s21fpXR2V+2yTPEmILSnrrBx53XTIY5XL6sKK67WoPMZdDkuWCegg7bJGnQle9yXlUEhv1O6jl0abvW/b1ScrUyOf8Yw4lF+ZE/Np/Z2E0QgWqqcHbVllbbCEHSiqe0Xzm5YWus9BrhdbpqdNqF89xjrkMHb0CpXYRNkDAAAA9D0Ncb6fcDngURyr72Qb5tcDLR2ev1ictHNaVje/6S3s8gG6t4tlapLzXYciOCDlW+Op95M1lnmH+ij66niQFZ/zSzz7XiDn+8Yes3mzjUPSRlz0JVA5tlkcVjOq0l3Llvi1BfuFvAnR41nnU2Tcd0cd9jYghyh+sm2rt6zQ3OOQhw5vsqyGei0qDx0HfEdG2sSZsi5A2evSmeB1X1IO3npjmQzuHDh6Ic2pbgmDccwhn9suO5OkPP8Y6X7FluXqZWVtsIQdKGSziuZnvIvPbtIleSHpGqqnXa1fCTM17jnZdqDAzoTGyR4AAACg72mI8107/NZZ0swQR9k2dUCQS8zJY2XjPMf3HxbHQLJS+Y+a5LLG8kH7d5f1pUnO99NGWaYkVMHhAno/2iWdtznhE+fN2SI7G5RD638HaxV4Rs/GfDfecaPlHf+oO4yTnNPgteLQslp0LCXd/qIrhSU8j/PklCUe7VKHPAaVo/KanP/xMe3cCnXWR+QyUaXCDPxbU716y0Pu0w7GlxlpD6VNUpcody06U1fdl5SFt95YJoM3iD19leaIVrv+orwJFcsq2HsZac8b6R5gy5xsWWVtsIQdKGSziuYn95rO2rcO6Q/JDsOBlulp1+pX9P2lCj0416HMV9Q4d1obbQQAAABA39MQ5/uGvJUd4mh9Iv+vnfUDGc+eIU7rhSXKd9DirDteg1z0SrqEFRU+/0pUP1XGOH+hnv3C8b456r5HXWx/aU74KVkxudjjWdfLhtNRW5A7rK7JYdNtkgMed9VxIKe8/2vfQ9QsMYxfWNLMlg/7oo6YNa4H90pcWZN3jnnomN9bxOl0OuOe+0b6Vw55aCfvlRrqtJA85N7dFp3cX5Mu1qkzweu+pCwK6Y2EDzMnUTsxypdk3PNF7wDISDtdxTyPMs41MSemkzBbM7Fl+YeQV9UGS9jForpX2O7I/eZu0imHcenbtDFww/W0a/UrC3i881Xj3Ic5aRsrewAAAIC+pyHO9wU6vIr6+wrT8WzZgj4r49mnsz7qHcv3zjJgr2sV5cNQK7Tb7HyXlZKRz6pB496t6r4zDWiHp1LkNeXxXhf0vQXKYZtomhbonZvmfP/6IVpDfc8rkqdl1b4tjvRx3zjS6n69cu5BRto9Ku1lxzxOK0flAZmEGnR0Sp1xyEP3E9trqNdC8jCcWv9YwlGtqKHcdepM8LovKYtCeiM7r8wDR5/mHDiqY0Zf93TePUgZS5kTFX+Gst+9ZsuqbIMl7GJR3Stsd+R+fQbD3Iy0v8oO0Nlt0tNu1q9MNI2a4TIdD8Od7RkfvrGyBwAAAOh7GuJ819uP/1R/f24e7GQ5kCptq/pKWQUys2T5uul8P+U60VDg2W12vu8qunrd4vRd38X296NlK/TX7cLJ3z2eNVzWcW6RzWjAd2+a8z3ZRr+3jpXvlt07Bws6SfZYbOlHleYXz7KdV/efykirQx1tdczDXM33VBwTyz0cdb845HFGTWLNqqFeC8nDuH+1cR6BGW5sfsAy160zweu+pDy89SYZY1h20fyVc48OpbMzp45GVPptakx03pikuJ0lU2xZ2DZYwi4WslkV2J3tLnKWw1nfZ6x6b6yedrN+JfTlN+cTOeaz23UXYhtkDwAAANDXNMH5LuWYsG21FWfYmLkSR7ZWmmxK+Uj4J+uD1qNsB7oRdkbyHi7zURWgPI2I+W4JsbLB8b5BtY19pEvlz3K630omjgo8c73lWStLyvVWD9q8ZRY5nXE5ILDCMlxV+S9yvO92VuxrSwivIofuvnaZnLKsSJ5ymei07FqZzNudJKvzzPQuqwbNcE7PaqjTQvKwPGe/RT9fhjqToGadqaXuS8rDW28sB45O5YUMU/Z/Msv+WOLJj8sOrrMSAiSSSY1jPqHKsGXVt8EydqCg7pW2OxZZb01Jl+jXmzQ5NFlPu1W/4hT/V7V1V3144nqGT1tkDwAAANC3NMj5/lkfqCWxuT/btlqqlSs7LH8/57tFOad8h8VpO17jgatDlo/HP7usL113vsvHzGjBuMp7i6zSq7DsPyWr9FPCy1z1iWeb8lE4lXd+Qs4znqr7j/WgzZunVryt60IZzBVqbzzswWRW/Fe1ctIayiEnjyXq/pGMtJsLhpvQoSA+5U18qIPq7njWccLJGuq0kDxSnnXZYiPOByp3nToTvO4rtA3OehOnu6TuO5uTfrqy1fdy0p+17NK5Jb9vczm4EVvmN9FetA2WsItFda+03UmcsXm7MJKxidTZj23U027Vr8UpftuxfCs9w1K1RvYAAAAAfUmDnO8PdFzP5GNLQr4MWtKPpjlQZXD8ue2DTZlA+Kg+bp90uUxNcL6vLbILQZzT79THyVBNZc5yul+oaiWSHFzoHCNU3Ws74PfHHrN3Q0Y9JIeMzelCGRYVOXPAEmfWdjD1fZVml2fZTrjqjyVs0DHHPPTuiqOeTqnfHPLY6RKarOJ6vVjVxJXo6RuLvVgeoNx16kzwui8pi0J6Y6wsdVr9bTl3ZFdO+kdNtMu9YsuqbIMl7GJR3Sttd2SnqMlhy9jgZd5Yq6l62s36tUwi7XEs3y11345ekT0AAABAX9Ig57sZQzFxkK7L2f76zEh/wfh9gTjet7e8XjqrZTbJJITprB3sYrma4HzXh7CtcLzvSBcOYExzuk9KOIUFFeen4+je8Lh3hV451WO2bsBw6Fzv1iFjlvMKNjneZ64AfpGSZrToeQYyOWVuj/+cEwrjQ5GPfRXHeSpvAsTilFrqkMd1tf2+jjj+H6p0fhh9oMmlAOWuU2eC131JWXjrjWWF9QOHey76xPaW0HsmAw2xqT1hy6psgyXsYiGbVZXdUTsxLqi/nXU5V6epetrN+rUsiFhTsFyze0n2AAAAAH1Hg5zvN8xDHmVFyt8Z6W/r7cjywfXUjBnf0jqZJQP8MykfuL90sWxNcL4/9Y0DKw6ScR3aKGAZ16Y43cfkEN15gfKdo1avj3rcu7/uUB01683VkOE7PMpx3XcyzRJTem1KOr1zYcijXL+7rjK2TNSMOeahD8u+4ymvt475fPbd5l+yTr3lISGwVuakuVc27rVDOerSmVrqvqQsvPXGsop72OGetz672XQ4sQbZ1FbbsqrbYFG7WEL3CudneZbpvL1s/D4sk2Zz26anTahfi1N8MCe9Ldzki7baCAAAAAD4vwFbU5zvVy2OyqzYktf0R3ziVBOn/YyW18l1WRk2KP9emrdVX5zLdazu7KrzPTmoyndlt3zMvDDj0uatNCxRvnUSzkQzKiv2Z9Ugo8suzg3LfY+VI2VBD9m5wy6xmGsqy0ef+LwSH3rEJbSDdlh5lGmGWin6KCf9vqx4tLJieanlvoN5sYUtbXc0Y0XmrzpMgMXJ+5v6+4kAdeotDwkrsCfnuRv1jpkAZa9LZ4LXfUk5FNKbZCJX7WgayslHr5Q/of6+V+/mUhPHkc+unZAhl9puy6pugyXsYlHdK5RfyrM+6OfIIe5jHqv3G6WnTahfX6d4snjIsnDjT5Vmgd411FQbAQAAAAD/N+hqivNdH1iWdwDZBSPtKznIbcw1BEmD66PzHkvU71/SVgzKauf3eXFmKypft53v233jvavYmR9DyEk+Up9YnO4fJdzNjBpltER98F1zuGdpHYc7dqlNdUI4XWxAWZb6xkiWScUOT7M+qsUOFHFYXVI6Ozcn/c201b7x/68WmzzDct9fno5KfUDyVuNva2WF4Ax1z4G0UCUyAXYgQL16y0MmBPMO0dOxmEcDlL0unQle9yXl4K03EspqTJ9Xk5PP7rRQLRJm7pWWjcUZt90hn5myQ/A6tiw1baVtsIRdLGSziuaX8iwzxn4yZvpRJr92esi+UXrahPq1OMWzwnIdl8U31zJsxByxfcuabiMAAAAA4NvBV1Oc7xd84nirrd4TMsDd2TLZT7d8zI7aDhazrK4bNP6WHFZ7pKYyd9v5ft31ECoJQ3RNfYivqLg8P6c43T/ISs9uxRU/qlaxL8tJf1uVfXYP2bj1LhMQNZXlN58PZBXz+p1DjOzrrh/6xj3mhFYyybfK4Z4RWzxamfgZscW1lfY45emo1A6FmYatfKsnKeVvt2znFshK6TuB6rWIPCbE3ueFIUhdaRnIplauM3XVfUk5eOuNOCh9DwO+bgunkuiItPFFlnu0czZz95b0S4nz+m6oM2J6wZZV3QaL2IEyNqtofinPums85x8Jg+N7SG2j9LQJ9ZuEz8w7cFXs4zmZLJhhCTszXdLNlEmrA22wEQAAAACQPujspvP9lE88bssK6HMtkvk048CxxHG7WVbyfUgLo2KJYXpEnpNsUX1WY9m77Xx/nbYaUqVbrJziycfkwgrL8bPloyqSj5nfmvAxoyZsXqQ5L9RKzORDdTWWsZY6ibK2e8d/22CEXnjlck6A5aC2bTnpfzJW5n10cbzLfToe8yyZ5PiYNgka/75F3bO3QD5zpcwjaWdfqJWGz+S3ZLL2eceBG6BeveQh4Tc67Mt47gL13HUByh5cZ+qq+5Jy8NYbNcnpehjwe4uu/CK/pzlnp6s48R0H9q6OXZfxwCbDiXoWW5aZvvI2WMQulrFZRfNLedYt350MTdbTptSvxSmeTGpslV0zQxJT/x8Z285NyScp40JxvN9oi40AAAAAgG8HbE1xvu82Vukudki/yTywrE0rN1TZteN2Vso9y1Lu+VJHuBmjHN12vuvVdo86TnX5sEicGBfVx8t5vcugZBk2WOrhtejwQMN07awKz7TW+Fvy4XhS6d8qrGLQ+hhzOTxZQm50Vgpf8wmvYZl0GUxJt9mIqf3Q5xBgy0d+x3bvdtTFhPkO+bxOOT9ho4PDxeRZ3krbkvXqJQ/lWPycNjGo2ueFgOUPqjN11H3J9y+kNyKDr/bTMa/xlJ1Sq3PuW5KiZ5qXISZpes2WhWiDBe1iYZtVJL+MZ92qYodNU/S0QfU7kHIOkMlNc+xvcb6b492httgIAAAAAPh2sNYU53tnS/Ipx/RrjI/WuS2T+XLLYPizQ2iQp/pgqBArAHPK0FXnu5Rhq2X7r43HPtuuPfLfqM8baLi+rVUhHMZF3zoOkaROT7T9oOIWtPtVKQ6WZYYTZpuxoyJxPm4ukE+ymu6GmpxcK06AAQmVcc3Ymj5c0LHxSnRoVEJErMy5x3SmPvew8y+MfC7nhRuRXVRjcs8rOWx3WuC69ZKHsXNrUu75KJN3nfACC6RNdjgZuPxBdaauui8pAy+9sYTSueKYzy45EHRK5OJ8ELfU00Gx5+PyjHEZG5xzPVwbWxamDRaxi2VsVtH8Up7Vcb7fK7uYpQl62rD6nSa7VV9IeSZlscM1mywsY/2Og36oLTYCAAAAAL4fqDXF+b5WPqyGHNNPky2Vy1oq9/3i9ByXmO1LHO5ZLNuQJ+Sjdk0Xyt1157uUY0AmbG7I6v9ObM+H8kG1PGDeG+VDZlPLdG6ehH/YJR+hw7JleuAHqEP+evt54mA5LU6jzrkVL+XAwJ8ryO8ncVi+kWd32kgyKXUmqXtqpau6cNqwZUkYq6tiXzu6kNj6P0M6nNEZ6Fdb1tQ22MU6PSdhDAd7SEdbWb8y8fhWyvgoLbwiAAAAALRrgNoI5zu0Rl8+yIfLRF4M1h6WAYdTQRG9ua3M7SKkAgDYMgAAAAAAgN7+iML5DgAQ1s4OyIRVhxGkAgDYMgAAAAAAgN7/kML5DgAQ1s6uVab2KlIBAGwZAAAAAABA739I4XwHAAhrZ48oU7sDqQAAtgwAAAAAAKD3P6RwvgMAhLWzD5SpXYhUAABbBgAAAAAA0PsfUjjfAQDC2dgkRvKkYWbfIRUAwJYBAAAAAAD0x8cUzncAgHA2doMys9eQCgBgywAAAAAAAPrjYwrnOwBAOBurwzRcQCoAgC0DAAAAAADoj48pnO8AANXa1XnxtT2+7kXf8zm+DsTX5vhajrQAAFsGAAAAAADQux9WON8BAKq1q6vi65zDtQNpAQC2DAAAAAAAoHc/rHC+AwAAAAAAAAAAAABUCc53AAAAAAAAAAAAAICKwfkOAAAAAAAAAAAAAFAxON8BAAAAAAAAAAAAACoG5zsAAAAAAAAAAAAAQMXgfAcAAAAAAAAAAAAAqBic7wAAAAAAAAAAAAAAFYPzHQAAAAAAAAAAAACgYnC+AwAAAAAAAAAAAABUDM53AAAAAAAAAAAAAICKwfkOAAAAAAAAAAAAAFAxON8BAAAAAAAAAAAAACoG5zsAAAAAAAAAAAAAQMXgfAcAAAAAAAAAAAAAqBic7wAAAAAAAAAAAAAAFYPzHQAAAAAAAAAAAACgYnC+AwAAAAAAAAAAAABUDM53AAAAAAAAAAAAAICKwfkOAAAAAAAAAAAAAFAxON8BAAAAAAAAAAAAACoG5zsAAAAAAAAAAAAAQMXgfAcAAAAAAAAAAAAAqBic7wAAAAAAAAAAAAAAFYPzHQAAAAAAAAAAAACgYnC+AwAAAAAAAAAAAABUDM53AAAAAAAAAAAAAICKwfkOAAAAAAAAAAAAAFAxON8BAAAAAAAAAAAAACoG5zsAAAAAAAAAAAAAQMXgfAcAAAAAAAAAAAAAqBic7wAAAAAAAAAAAAAAFYPzHQAAAAAAAAAAAACgYnC+AwAAAAAAAAAAAABUDM53AAAAAAAAAAAAAICKwfkOAAAAAAAAAAAAAFAxON8BAAAAAAAAAAAAACoG5zsAAAAAAAAAAAAAQMXgfAcAAAAAAAAAAAAAqBic7wB909Znxdfm+NoVX/vjazi+1sfXANIBAAAA6Lmx35z42hhfu+PrcnzdRyoAAAAA9Q/KcL5DL+jxQHwtia9N8bUvvq7E12Mcy/+TzbL4uh1fU9LMJ+JrzGj2n+LrELICAKjU9iZ90tb4OhNfD+NrBVIBgBpsz3EZ201G3/MaCQEAAADUP0DD+Q5t1t8D8fXRcCybvEQ+/5uI6MjmVXz9ZPxtjjiFOjyLr3loFZTQt7nx9Si+xuPranzNQB7Io4/q+/f4uhFfL2SS0yRxgg0iJcBWQWh5x88biq/5siDltbJFF6gBAAAAgPoHgDjfoc36Oy2+Zkr4lHtKnc/3uWyOGbJIHO8zU9IdMNK9S5zyaBYU1LnLqg2eRh7Io4/qO9lltE5Wu79VdX8XCQG2CuqWt+wENdlKDQAAAADUPwDE+Q69osv7+cD4KoudShYrc9LfN9I+QpugoN6NKL17hzyQR5/W/bCq+/1IBbBVULe842ffUnnNogYAAAAA6h8A4nyHXtHla4YqT6Wt9O4DOSRbjUcNWdxyuGeVMgUH0CgooHt3lB7dQR7Io0/r/g9V98uQCmCroG55S2jGDi+QPgAAAEB3BoA438HXoXBOrlUNK9sHQ5Uf93Ed6S3Gmxzve27c86VfJy+glO6tNj70k7Abi5AH8ujTun9o2NMRJALYKqhb3skhz2o8eAbpAwAAAHRnAIjzHXz05ZOhLtsbVK6lSpWP9mn9LFRySA7zGnC89ygyhAp0cKDJ29rloOHryANC6U1ysKo6BPwyEoSm2zlsVe/1lfHz96lx3WYkDwAAANCdwR/Od/DRl6Y633W89zU9IOtkZdTdJHawxz3HlBxue9z7k7qX1ZrQizYsOZj5byQBofQmTreF80cAOwcN0IObKhzjNKQCAAAAUP+gbECvkkUqkKMzTXW+3zPK9anlMk6c4H8Z7+PjfH+h2vQJT3swpe7/Ea2HHrJfF3zbBYCv3sTpznL+CGDnoAG6MG7YokdIBAAAAKA7g7LVytHGwAzydKZxznfZ4j9plOtKS2W7PolVH33PsOP9My33bvEsw1t1/zG0HnrEdl009HodEoFQehOne8X5I4Cdgy7rwipCCQIAAAA0Y2B2Rg3MdiEVyNGZJjrfNys93t4ymW5MtodbHOfJYVwH42u643O2WJ6xzrMst9T999B6aLnNSmIfPyhyDgKgN756E6eZywQmYOegATqxj52MAAAAAN0flC1XISaedqEM88RheDxZdR9fY66ORrk/2dq9KSfNIfkISVaiLW5BvcyX+OVJnMZRWdF9OCP9Qkk7kcTojq+fA5evic53vcV/Vkva4FZLmBjT6T7k+bz9lmf5PuOyun+0B2zdivi61KDyDMgBwZvi61dZqZhMeryMr+cq7br4uhZfH8QWJLbsYdkY0rIi7oScKfBF7Efy/PeJrIqcmSDvtTKxC/H1Z7cdP1KevdKeTG7VmH8hecRp90ifOC7XE3lG0l/Olv77Xc3yrFxnGmovSulNnG5HtxxeSf8vdfFS9GZS7MWqHh/PVvreSVzs+NqZHFgq46oJee4zGVPOqEjPEvt/R8Z6EzIe2G6kWS998vNksUwoO+dqq0Quiax/M/qlIw7PPybyS3b2zWmrbldll6vqK+P7lsTXH6I3nTJd64yBVbz3MewKAAAAQP0fKskKmTfGoOzfxOlbY/7HZdA+ZnEWbnJ8xk95ITkkHInJwwbXyTYZzEaWuNvJvxda7lkTX59V2peBy9lE5/vrtC3+8kF0yJjcmZQP3eSDd0OXyrtTPmLSnO7TCj73itabAs/4w1KuaS23dxvlPS42pDxXk4Nwxe5qzkiaueocAxsnCuS9XhxIkUxIDncmPOP/LhPHaocLGc+ZJ6vqkomDG/H1j7JbLxycW+vE+XBSnFyJg+l8Sn91UvLoTEDczuqzRI/HIjeGK6jTUvJQ9uqRY7lf16SvlehMXXVf8l1L6428T6bDK/59QXydknFYp0+6WMIxuSmlTzFXQS8LJLOu1WeI95Y++FNO3Se2e30JmW2whHgzOSzpvhi/HahCX4vYqmQCSer0s+W5txz0w+RSW3S7CrtcVd+gnjnXMt4zuS/pzHjv19tkVwAAAABaj3z8mKttEyf4ki6W55QazB10uGfAiKl6Iiet+YEz0eB62SmrSwbl/XT4j99V+sUpH4gvApezUc53kYM1pqWsQPyS86F0tqZydla5vUn5kD9Q1slt0ZnxAs/YbSnf6h6we6dM53ZDypS09adK1r/IarYP8rH/s+jOgEzQjRZZVZus1BSnfwfrajvJ53meM1U+/reLI/acRWdOpdz3k6yUnkhpj79Y7GJaG36SkYcPWyqoy0LysDznoXHPm07bEwfWr2rC5lZg/axaZ4LXfcn3rURv1Ark65a/H8yQwe0CdXTNuP+zPH+OxZ7fCiCvrtRniPeWsbF55kryXkc7EwPJLjIVT11z0bMvisSeH+ssrpBzWw4ZfUFqCLmi+lrWVskOmAnXFdViHz75rsDupm5XaZer6huM521U8nwiK++nyZiioz/DKp/dbbArAAAAAD2BhF94b4aaSQaGXS6Tjo96zeGeI66raORD4XPZbZddkMsyJZebxt+my+qZ+8n2UglhcVHihvdV2BnZBmyyRn4/KatyjnfCDakPW5OtAcs3IFu031ny/VCF093I6656/pcCzxi2lHNDj9i/O/I+5xtUJnOV7KSEnUo+5PenpD+o6uayQx4L1KTPkZz021UeKz2dE9853lLu0W1x1HTuSht+L+UZkIkIk8mCMh6ooV6LyGOnzZapNIuMCZiLAcsfVGfqqvuK26ZLvPcVaavjxaF1W/qCbfJeup+f8CjffLXrK9mdsMDS/0Shxz911meI9xbH+2tVflv7m1fU+S5lMsOAvLLtaFTy+voOefpX1M4VtFX6vKh5Oek3+ywKaJhuV2qXi8jbuFfHcN+Xku6ymhCNtPzaIHsAAACAtjqe9qnVKiebchiTHujlpF2otlLecHh+ZwXRg5bV2YgZksT4/YJMnAx1oUxNc76bq70/yW9HRHbLU+45HvpQUVmFtF/Voel03191OBd12NpXeXg+Y4elvJt7xAYOGVvHk1Vdgw0okzkpc1cm0HZnpF+k6uZ9zvOXqFV5lxzKNMt3Raeyya6OSr2y84rxt9Ni4+aoe7zPI1ChEu7UVK9F5PGX+XIZ6Y5lOV4qKHtwnamr7kvKwVtvLOdudFZNTxfbc1fHCy+o0/NU3/LCdtaJCvkxEVBWdbXlIO9tCfG1MyOtyV8eMjJXEr/LCjEk4T4in5AhRe1cQVu1yXf3kDGx/7Jlul2pXS4ib7nvgOuiEcs47k0b7QoAAABAWx1PO1XIggvdcN6mlO2660BOPl7NSYS7jnlEaatJG1xn19QAeo585H5JWzFVQ5ka43yX1TeT5ge/rLD6kBMPWoeqGauwTEOyOvnfupzuRt5VON+3hwjL0aA2NcMILfCoaIzlisoy2xJ+6JyDzjutlBV7YX5Iv3a1+T4f7skWfJXe1VG5zzbJk4TYkrLOypHXTYc8VrmsFKy4XovKY9zlsGSZgA7SLmvUmeB1X1IOhfRG7T56abTZ+7ZdfbLKNPIZz8hExyt1Vsj8lLS/hgzVU3NbDvLelomDFx72d9xRPkfVKvYlOek3+4QMKaGvRW3VtLRwfw424mLLdLsyu1xC3npcdign/Q7f8IpNlD0AAABAmx1Pi9Xg6lW3nLiqXCdcDniUD5J3sqWyw4jje09209FWUC6/6S3s4hjZ28UyNcn5rreuH5DyrfF0FE1WUJYZsuL+U4bTfTCwPO4Fcr5v7DE7ONs48GzERV8ClWObxfk+oyrdtWxvX+tRtshjQvR41vkUGffdUQe3Dcjhnp9sW+Qtqy33OOShw2Esq6Fei8pDx87ekZH2o44BXVHZ69KZ4HVfUg7eemOZDO4cnnwhzaluCWlxzCGf2y47k6Q8/xjpfg0orzracpD3lkMwTX7LSDvfd+yQtCFfx7gl/NuCEHauqK0ybJDPDtQleWHsGqrbldnlIvKW0FTjnhN0BwrsTGic7AEAAADa7niaJaENzNUNK7pcpu1ZB0tJmhniKNumDvtxiR95rGyc5/j+w/Ihmaxa+qMmuayxOOf+7nJdNcn5ftooy5RsbT9cwFE0WrI9HU85SG6kDqd7igPkf4dkFXhGz8Z8N95xo+Ud/6h7J5Dl8L6jDvcMuOzasIS/uOlRriEfB5MltuxShzwGlaPympz/8THt3Ap11keUtbvFuMcMGfBvTfXqLQ+5Tzu+X2akPRQgbFUtOlNX3ZeUhbfeWCaDN4g9fZU2qaZ2/UV5EyqWFa33MtKeN9I9CCir4PUZ8r1VuJbMA8YtY9W8HR7JCvG3Lqvq1X2XfEKGFLVzRW2V3Gs6a986pD8kCxEG2qLbVdtlX3lLf//SPMfH5Zwu2QVqjo2ntc2uAAAAAPSK82mWirP+0fUwnkDl2ZC3SkMcrU9SPoAGMp49Q5zWC0uU76DFWXe8BrnolXRRlRMlaoBeF7MrLP8L1+3i6r456r5HBfKeI+cmjFne8b1swx+suR1dLxtOR20nznVGlCzvxahZJPW2q66zMJQNdjoQzRJb+4UlzWzLZJCPU2WN68G9lgMI3znmoUM9bBEH0umMe+6bu7YKOAWv1FCnheQh9+626OT+mnSxTp0JXvclZVFIb6Q/MGM5d2LnL8m454teMZ6RdrolnFnauSbmxHQSZmtmQHkFrc/Q723sgnIZT95Uac/kPPtYkcM1Vd9wPpC+FrZVcr+5A3XKYSz7Nm3c3FTdrtIuF5G3LPrxzleNjR92s30BAAAA9D2ylXHK9aDTwGVZoMOrqL+vMB3Pli3LszKefTrrI9CxfO8sg++6VlE+DHXIXJud77KyLvJZNWjcu9XnA9py/1JLHFDz0MzBLrWjC6osUwWeYZtoChWjvmnO968flTXU1bwieVpW7dviSB/3jSOt7ter4B5kpN2j0l52zOO0clQekBXCg44OpjMOeeh+YnsN9VpIHoaD6h8dvqWOnWk160zwui8pi0J6IzuvzH7gac7hyat9DtW0OOIepIylTMf2n6Hsd131Gfq9dai4HJs9qVYUL8pIP0dNzj/3GJs7hwwpoa+FbZXcr+P8z81I+6vIYnabdLtKu+wrb5loH1U7KV0Ow53tGR++sbIHAAAA6BmSjx416NrVpXLoUAp/qr8/Nw9pshwulba1eaWs6JhZsnzddL6fcp1oKPDsNjvfdxVdvW5x+q4vkP8S2Ro+ZXnHl904pDQlZMw0z2dcrCokT4G8uk2yJX5vHSvfLbt3DhZ0eOyx2NKPRVZbGs84r+4/lZFWhzra6piHuTLvqTgZlmek3+j7Tqp/m6rSdlYtD+P+1Rab8m/IMCtd0JngdV/huMhJb5IxhmUXzV859+jQKztz6mhEpd+mxkTnDefw7SyZViyvYPVZx3tb+qEhx3Qnc56rJ7R2O5ZHh9ObEcLOVWCrtrvUo4TeeZ+x6r2xul2lXfaVt2XXxAHHfHZ7hFFqvOwBAAAAegLLyqtHXSzLhG3brDjDxsxVNbJN0mRTyoD/n6wPWo+yHehG2BnJe7jMB1KA8jQi5rslxMoGx/sG1Vb/kZLlWBhf5yzhgWp3wssBd5qVJeV6qwft3jKLnM5EDoedVliGqyr/RY733c6KlWwJ4VXk0N3XLpNTlhWsU45hHvSulcm83Umy0s5M77IC8FWdO7uKysPynP0ptmQoULnr1Jla6r6kPLz1Jvr+8OSk7hfn3PNQvdeMjLQ6nvy47OA6a8QUfyEOu8U12rGg9VnHeye2V60w3mVJs1mVI29iZUCF8ph0ab8SJtEsy5NA+lraVlnsxtaUdEndvMmY1Gikbldpl33lnaI/Mx3L+cT13J+2yB4AAACgF5xQesX5eBfL8lkf9Cbbdj/btk2qVSg7LH8/57t1Pqd8h8VpmwxO6zpwdcji1PizyzrTdee76O1owbjKe4usOHZ47jxxKkykfKBtrUEug5bVWVs8n/FU3X+sB+3ePLV6bV0XyjDic6CeYQ8ms2K5WnYzXfMs1xJ1/0hG2s0FQ+foECWfHFZ3mofO3fGs49xVqhXVaSF5pDzrssWOnA9U7jp1JnjdV2gbnPVGHZCZcDYn/XRlq+/lpD9r2aVzS37f5nIIYyB5Ba3Put47fs5aY2zzsbOKW0J/HFJ19ZfDO+qJ8BuO5TjuuoOkpL6WtlWJMzZv54aE6Ev6rB/bpttV2mVfeVuc4rcdy7fSM5RVa2QPAAAA0AuOqMgl3mUN5Xig480mTgAJ+TJoST+a5kCVge7ntg8cZQLho3LUPelymZrgfF9bZBeCOKffqQ+NoYrLlkwYnUg5iPWluaU3kGz+8on3qe61HfD7Y4/Zu8SB/cg4MGxOF8qwqMiZA5aYsbaDqe+XCSUmuuukP5YwDMcc89C7K456Oph+c8hjp0tosorr9WJVE1eip28sNmR5gHLXqTPB676kLArpjbFK1Gkni+XckV056R810S6Hrs8631tW8WeF4puSQ3Vddt2c9g05I/3ChM+OvhL6WtpWye5Sk8OW8cTLvPFZU3W7SrvsK2/LhOgex/LdUvft6BXZAwAAAPSCM6opznczHmLiIF2Xs5X1mZH+gvH7AnG8b295vXRWvmySSQjzA3Cwi+VqgvNdrw5b4XjfkboOYJQYwMfUjo7gTnhLTPAbHveu0KugeszWDRiOxuvdOjDMcl7BJsf7zBWjL1LSjBY9z0Amp8yt7p9zQmF8KPLhruKLT+VNgFgcTEsd8riuttLXEcf/Q5WODKMPNLkUoNx16kzwui8pC2+9saz8f+Bwz0WfON2WydyBhtjUoPVZ53vLxPmNzu5LGYdOysRK4gxd4vGse6rcqxzueWxx9g+GsHNV2Sq1I+CC+ttZl1CWTdXtKu2yr7wtiyjWFCzX7F6SPQAAAEDbHVJNcb7fMA95lNUlf2ekv623yYsj4KkZM76ldTJLButn5N+76jxwLqdsTXC+P/WNTywOknEd2qiGsk6XbesfLR9Gr6qWoTgQJoscmGqJaXqyx2zd1ZDhOzzKcd13Ms0SU3ptSrpJl8MDU+793XVVqmWiZswxD31Y9h1Peb11zOez75b9knXqLQ8JgbUyJ829svHYHcpRl87UUvclZeGtN5YdKcMO97z1jOs91YRxWt31Wdd7y/lHnUmk3yt4np7QynOiH5UFJR99QsEU1NdCtjvlWabz9rLx+7C8y9y26XbVdrlg3zDmqT+2EJUv2mhXAAAAAHqWBjnfr1qck1lxIq/pj77EqSZO+xktr5Prssp1UP69NG9rtziX61jd2VXnu6wo91rZLR8mL8wY23krDQOUe5o4t0csev5PlbK0xCVd63jfY+UUXtBDdu6wSyzmmsri62CZrvTmTEbaySL2XA76+9f18G3LDovr6u87batakxBheXGCLW13NGN15a96y7/FKfib+vuJAHXqLQ8JEbAn57kb9YGWAcpel84Er/uSciikN7JK2vlgTctK+RPq73v1bi41cRz57NoJFXKpprYc/L3lAO4vVa7+9XFqxn/+SfLfmhXvPUlXkb4Wst0pz/qgnyPx7sc8dkI1SrertssF+wYvp7iES3qUdT6U7Aqe03S7AgAAANCzNMj5rg8syzuA7IJaQbxDBvwrWl4fnfdYon7/krbCTFY7v8+LM1tR+brtfN/uG+9dxcH8WIecMsqShD75zRIjOJKVSzsryGOJ+ni75nDP0joOd+ySzDshnC42oCxLfeO9y6Rih6dZH8hiB4o4Ui+pNjI3J/3NtNW+sor0lW0SVG2nd3FU6gOStxp/WyttZoa650BaaAsJWXUgQL16y0MmBPMOxNNxlUcDlL0unQle9yXl4K03Ys/H9Hk1OfnsTgs7JWHmXmnZWBxr2x3ymSk7BK8HsmV1tOXg720J9zJcgWycnJrx7wul7WyyhMXbYqRLHPN7q7BzRW13yrPM8yKScdaPMsGy00NWjdLtqu1ywb5B609WKK/jsmDnWoZdmSPta1nT7QoAAABAz9Ig5/sFnzjeaqv3hAxWd7ZM9tMtjrlR2+FrltV1g8bfksNqj9RU5m4736+7HiglYYiuKQfRiobU/YBszX6d4oQfLvn8o2oV+7Kc9LfVQbSze8jGrXeZgKipLL/5fOyqGMnvHGIqX3f9aDfuMSe0vjjGJx6xxZaViZ8RW4xaaY9Tno5K7RyYadjKt7Y4zGqy7YPx+68uoTEK1msReUyIvc8LKZC6ajKQTa1cZ+qq+5Jy8NYbcTb6HgZ83RbmJ9ERaeOLLPdoR2vm7i2ZcEwmVe6GOCOmxrYc/L0tYZcS/hZbvbCgfJ7m2Xl576Sv3Sf//ivFhmyxTdIWtXNFbFXGs+6qHXyffQ55b6huV2qXC/YNf+cduCpt8JxMFsywjCWnS7qZoo8Hmi57AAAAgJ6mQc73Uz7xuC0roM+1SObTjMMTn8TXZln59SEtjIoltu4ReU6y3fRZjWXvtvP9ddrqOZVuscjW/DBc2FB92KrC4lTihFcTNi/SnGpqJWby0bkayxisrvUquJ8z0m4wHEPJ6rh5Ds/Xh65ty0n/k7HK7qOL4z3FYTVLJjk+pk2CihPJZG+BfOZKmUfSzr5QqwafyW/JZO3zjsMvQL16yUNCCXXYl/HcBeq56wKUPbjO1FX3JeXgrTdqktP1MOD3Fl35RX5fk3LPdMtuqXdyHswMY1yxyXCIng1ox+pqy8HfW409o5R++KjPhLSc82Iy0gnDkjxHwqCNmW3fstp5jaS7UaWdK2K7M551y3cnV5N1O4RdLthXaqf4ZxknDkj4pmEZ077u7Diy5LNAdlY8zdChRtkVAAAAgF53BjXF+b7bWKW72CH9JvPAsjatwlBlN3mftupE4pLa+FJnGJUGON/1yuFHHae6fCQkToyL6kPkvN5l0FC92GhZ8RSVdMCfVeGZ1hp/Sz4CTyr9W4VVDFrHYy6HJ0uIhs7K0ms+4TUsky6DKek2GzGYH7o49417bWGTkvLudtTFhPkO+dh2hiRl3ujgPDF5lrdroGS9eslDObw/p00MqvZ5IWD5g+pMHXVf8v0L6Y3I4Kv9dMxr3JLPh7xJT1kp+zbK52WISZpu1Wfo95aJ+ncp9fLNQZlZDln1zEE1+a9JzkrYoO6ZsKS7UrWdK2K7M551q4pdOU3R7RB2uWBfOWAJh6S5aX4vpOzg6IyRh9pgVwAAAAB63RnUFOf7TtshUxnp1xgfrXNbJvPlloHtZ4fQIHor82SIFYA5Zeiq813KsDXl4FLNY58t1A3Sj7Xqw2u4gueZW/7HRd86zt2kTk+0/aDiFtTrqhRnyTLDobLNmIBJnFWbC+STrIy7oSYn18oH/YCEyrhmbDMfLpDHOpnMmRIHWhJKY6WH8+25h51/YeRzOS/ciKxkHZN7Xsnq0WmB69ZLHsbOrUm556NMQHdCBSyQNtnhZODyB9WZuuq+pAy89MYSeuWKYz67xPk6JXI57noAuNTTQbHn4/KMcRkbnHM9XLsCWdVanyHeWyaf/xTH42rR81/keR8yxhXnPMp8VGTVKe9jWdVsOw/jd5HLlKxeHw5h54rY7oxndZzv98ougGmCboewy0XlLYtJjkibmZTrvdjhtQ7fBx0H/VBb7AoAAABArzuEmuJ8Xysf/EOO6afJaqVlLZX7fnF6jkvM9iUO9yyWj7IJcdCt6UK5u+58l3IMyITNDVn934nT+VA+jpb3QNtcLR+1wxU9b56EC9glH5TDsv15AEtYS33qreSJs+S0ODM751a8lIMsf64gv5/EwfVGnt1pI4kD6ExS99RKV3XhtGHLkli6V8W+dnThuTgHl9RYLnQG+qH9bRbH6qOM3YZrZXwxZXFq7kSK/5PROQl9ONgj79NIu+xY9jUykTQuer0VDQUAAABo1oCtEc53aI2+fJCPkIm82MAA8E3bua3M7SKkAgBQqx0+ZoTRcFkVvNgSQuY5kgQAAAAAAJ8PEZzvAABh7eyAiuk7glQAAGq1wztcDru23DeoQsFNIk0AAAAAAPD5GMH5DgAQ1s6uVab2KlIBAKjVDj83bPCA572bzHNTkCYAAAAAAPh8UOB8BwAIa2ePKFO7A6kAANRqh6eKjnUl/neHR0gTAAAAAAB8PihwvgMAhLWzD5SpXYhUAABqtcPjhg1e7HmvufL9ANIEAAAAAACfDwqc7wAA4WxsEu990jCz75AKAEDttviWYYdPeN57X+5LDp2fjjQBAAAAAMDngwLnOwBAOBu7QZnZa0gFAKB2W7zSsMNJCJrNDvdMj68rnYNW42s9kgQAAAAAAN+PEZzvAADhbKwOOXMBqQAAdMUeD5ux32Puxte2+JrXOYQ1/u+0+FoXX8dlpXvCqIuzHgAAAAAAwPYhgvMdAKBau5o4crbH173oez4nMYMTR058LUdaAAC12ufV8fUscieZQF2E5AAAAAAAoOhHCM53AIBq7eqq+DrncO1AWgAAXbHTP8XXKYnn/iW+JuQald9OxNcyJAUAAAAAAGU/PnC+AwAAAAAAAAAAAABUCc53AAAAAAAAAAAAAICKwfkOAAAAAAAAAAAAAFAxON8BAAAAAAAAAAAAACoG5zsAAAAAAAAAAAAAQMXgfAcAAAAAAAAAAAAAqBic7wAAAAAAAAAAAAAAFYPzHQAAAAAAAAAAAACgYnC+AwAAAAAAAAAAAABUDM53AAAAAAAAAAAAAICKwfkOAAAAAAAAAAAAAFAxON8BAAAAAAAAAAAAACoG5zsAAAAAAAAAAAAAQMXgfAcAAAAAAAAAAAAAqBic7wAAAAAAAAAAAAAAFYPzHQAAAAAAAAAAAACgYnC+AwAAAAAAAAAAAABUDM53AAAAAAAAAAAAAICKwfkOAAAAAAAAAAAAAFAxON8BAAAAAAAAAAAAACoG5zsAAAAAAAAAAAAAQMXgfAcAAAAAAAAAAAAAqBic7wAAAAAAAAAAAAAAFYPzHQAAAAAAAAAAAACgYnC+AwAAAAAAAAAAAABUDM53AAAAAAAAAAAAAICKwfkOAAAAAAAAAAAAAFAxON8BAAAAAAAAAAAAACoG5zsAAAAAAAAAAAAAQMXgfAcAAAAAAAAAAAAAqBic7wAAAAAAAAAAAAAAFYPzHQAAAAAAAAAAAACgYnC+AwAAAAAAAAAAAABUDM53AAAAAAAAAAAAAICKwfkOAAAAAAAAAAAAAFAxON8BAAAAAAAAAAAAACoG5zsAAAAAAAAAAAAAQMXgfAcAAAAAAAAAAAAAqBic7wBQ0HZMU+ZjBlIBoJ0AWNrBhvi6H1/j8TURXzfjawGSAQAA+hcA6DO7NSe+NsbX7vi6nNgwpNIfFd/Xzvf4lZfE19b4OhNfD+NrRY+/74C886b42hdfV+LrcfI7rQE8dQmnImD7aCfA2CJLDkPxdT2y8xEHCbqE7AGA/gWw1c3/poHS9XY8vj7F16TFZr1GQv2hBF11vsdZLo3q4Z3k93t83YivFzI7bpI0hMEerecDMhCZssjmZcV5zY2vR7IC4SrOpp61HTgVAdvXI+0Eu11afn05tnDQ/b9EBiPykZh8MM43ZHMF7UGXkD3QpyEP+hfAVjf7mwZK19+Q2KjEXr1W9XcBCfWHEnTb+f57Tc73y5LfsvhaJ7Ojb1Wauz3+ETwzvtbH1z313ucrzuuyev5pWlrP6hTOd8D29UA7wW6Xll9fji1yZHLFWIE43/h9iyGbMbQHXUL2QJ+GPOhfAFvd7G8aCGLDOmxFKv1R8d12vt9UM5XJ9rGd8fVL4qQwZy5V2g4/WozSFmM2vMM2S97DKs3+Pqnz/SEbu6xA+G7XAfTkAADnO2D7eqCdYLcrlWVfji2UDPYY779T/c1cdDGCxqBLyB7o05AH/Qtgq5v9TQOV1t8tVX+zkEp/VHzXnO+yPWxcsv7LnLnOSes0o51s3zDSzrb8/Q/1vGV9UufXjHdOti3NrPj5d5Rc79DSelKPcL4Dtq9H2gl2u1JZ9uXYwnj/RcZ47R/L32fH17P4+hJfm9EYdAnZA30a8qB/AWx1s79poNL6+2jU3wsk0j8V303n+0+S7aO82Fzx39daVr1fz7lnlhijlyl/f9iPs+Pxu34w3vtxgOevNgxKshVsES2tJ/UI5zukDYLPybWqn2xfm9sJdrtSWT7s55V3apfiPjQCXUL2QJ+GPOhfAFvd7m8aqKzuVqhvwzNIpX8qv5vO9yPJ6vXkEBiHtMctzvdhh/uSbXZnLb8PqsMqLvdJfesDbo8GymeA7TM9r0s438GmF58Mndjeb7avze0Eu50qlzl5k/39PrZIaWdTtl2H6BK6hOyBPs1PJ+nj6V+w1djqbn/TQGX1t0/VH7t0+qjyu+l8T0LNHHFM+9jifJ/ncN+7JAa85fct/RgnyxIfbA2tAArqEs53sOlFU53vXbF9tJOe0OnkUKu/HdNu6ecYnMmBX8a7P0R70CVkD1BeJ4H+hXaBre72Nw1UVn831UTiNKTSP5XfFee7zL6PuDgi5ODVKVXUF475fLEpdLIavh/jZKmTsT/RAqCELuFUBJteNNX53hXbRztpvT53zo454Zj+bL/G4JQVaGPG+x9Gg9AlZA9QXieRF/0L7QJb3e1vGqis/sxzLB8hkf6q/K6tfPco4zbLqvc/HO/9KeX3V/0WJ0sGLpPGe1+hBUAJfcKpCDa9aJzzvZu2j3bSal2+aNTbOsd7XvVrDM74fXcoXV+LFqFLyB6gvE4iM/oX2gW2utvfNFBJ/a0iZFB/K0AbnO+XLM73n0s8b6561rE+qevN6r230wKghD7hVASbXjTR+d4120c7aaUOJ/FGHxh1lqxQGWBskfv+t4x3n3SRGbqELiF7QCeB/oV2ga1u/jcNVFJ/Ot77j0ilvxSgDc73D6qYpQYrltnzH2t8l59lMuGlvMeknNK9qoa89dasWQHySMIJrUw6gvj6s0g9ibNqZ3LYioQmmhBZPYuvQ1U4r+rIo6o6j9MtkZh2JyRG2Pv4Wm0ZgJyXLZlJe9lUgz4Fdyom5zrIuycHLj+S95vuqfObctIcknpJVk8sboHNni+x/hJdGBV9OpyRfqGknRBd/zlw+ZrofA9u+7rZTrppt+O0e6Rtjsv1RJ6RtNvZ8bU8OXulJeOhRA574+ujqrNbjC1y89crsZ4Eqp/V8TWcHKomNnutw32/iD5ucamTKvrcftalbo9ZaMfeskoO7tsUX7/KytNbkv9zlXZdfF2T+pqU8j0sG2NZVgEmunJXQoVOyPPfiyzWFHyvUt8iTepb+r2Pr6N/qcN2VanrIpOkbzssZb2bkm59fN2XvMZkPDyUU8Y7UtdJ+jOh2g+2uj3fNBXrbi1juS7a+8SO/JGEyDbs5rVOPal472MF282v0k5HpS5emN/c0u4T2T5P2nAouycTZ5vFl3JN8ptIizxiPG+O9CsTEkJpzg/9QtOd75bTnBNulnzm9Tylj39fEF+n4uuNGJdRGZTOKZjnJjHQaSQNc1lgWb5O25olA6hDhoOz885Jw96Q4RjdJ3K5EV//qNj8LwqU8aBy3tn4NzEqJeQQPI+ydZ50QjLAnbDdZ0mrBy5fQn9shHQqirP9g4rv2GGT4zN+kvTDOYPXqA0HOEn4rYfGYCtSg6+FlnvWxNdnlfZl4HI20fleqe1rs/O9KrstcnsUufG6BWOhP1LsjY3hfh9bpPRNeUz59ktJ2cUZOGKxe7mrH0XeJudD97n9qEtNGbPQjr3zvRpft2XMqzljfHTfy5HliQJ5r5cFL5E4X4Y7iyuk3d81nn8hVJ8mffQ6cUyflPp/brMV4jA4KXl0JiAS+c0PqZP91sfX1b/UZbuq0PUklnky0SUOsL8t/eFxy/fNpRRZnUrJ42RK+mMBbA+2ugXfNBXa6VrGcnXY9Ix8k77ySoZu3Jd0Zrz36555bIivtxl5HJZ0X4zfDgSwe/9P/DT/pjzjfs57HK3St4vzvdry/W6p0D0ln/kxS+nFOZvW8d/2zGuGzAR1+CzPnyN/313HCohkRW9afCmZOf6S0/GdTTEy28UQn3Pt3DNmwB4b905Iw5wvfx9SseA0F5uQR1V1nsyOJp2blOlg2oqAZOY3Y/Cyoq3Od5XPKZXPQYd7Bow4gCdy0pqd2ESDbfVOWWkxKO93S8nld0ubt00yvQhczkY530PYvpY73yux28ZEUCQfNauN9/1VOXNu/dBgjIk6V7b089jC0qZc+bdAXgOiUzNlVY7JXw73H3Gsu0r63H7VpSaMWWjHpWSXjCueqnf5RVbEfRBHzs/SHgdkMcBokVWn8s5XjfusK7Eln+cOTslCfZroy/uMuvzFMgZLGy88CamT/dTH19m/hLZdVeq64by8nVKOdUba5F3+ypDVR8s49W5G+ncV2xtsdcO/aQLY6eBjuTpsekb5Nqrv3yeymnya9K+HOhNJKp/dBf0hSf97rLPwTuR6yOi7o6zzE6q0e1K3Nn/twox32Z3l8Mf53t3y3bZU5oISz1uRNpsqhibJ750MLAeks4uKOOckPIQ5O/lMl13yKLz1xKMse9R7rJHfT8oM3PFOyA3VgE22egzUvjNyOU7x18qgrLGkm1fUMV5HHqHq3LI6e7/8vkAGHtdloD2hZpEHe8T5rmP6XfPspC/lpF1lrA4fa5HtXpY2aywd6j+y1XSW7CC6KKtl+irsTB22r03O9yrstgxYv5OpSrPIcM5c/KFFqNVUTrFl+3VsYeSnV8auDZDHkMrjD4d73qqVkTPr7HP7UZeaMmahHZeW13xxsO5PSa8/2C875LFAHLkdjuSk367yWBmoT9P9/qipLzJeeC/lGZCJiG9WbobSSfr4evqXALY/mK7L6uYptdp6wLAZ96VcR2VcuzrNTkn6e/K84/LsZUX0G1vdM/6coHa6jrFcXTZdnqVjuO9LSXdZTVQ4+TSlfGaomldpjm3jvb7qosOugkrsXvzv02kTQyn5/mnWD873ZpRtIPo2xtv/FK7kM/er5803nFWPZOZ3RoaMRh3zmSdba76uNo0sMbmUY2YioCzNVbKfDAdlUsblKfccV+9+LyeP8SKDSsugaqejvv7l8f515BGkzmXiwGS1tI1npiNaGf9DNbTP2pyKetCTk3ah0sUbDs/vzBI/aJn9HrGtZElWHsgqtqEulKlpzvfgtq/lzvfxAh89f7mMG2RVRupAtMHtygzVdIexhVO5JkI7lWS7t0neeR5rVfq/HfOprM/tR11qypiFduwtr3dGXndlsn53RvpF6t3f5zx/iVotfcmhTLMKLIIp0qfplYJXlEPhqQ5TUbDevXWSPr6e/qVK2xVa16VMUykrVc+Lw2xNimP4G19K9F9ommTc/lOGfn9izNUf/pw67HQdY7kabfoB14mN6PszCt445mHuuHgXZYRMssj2eo12b47y2750yHujpL2P870ZZfvZMlt3puQz72qlMGaJr1nSz1f533U0Qq9Mp1iUEjtKtu4V2uJSYhIjiUe1WbaSZsUp1FubxjLS6ll1187zF9eQGJbBw3iD8ghW59F/Mf6+KY9s2XqjnauyEmBxTe2zTuf7dddBjbTxCZ82a9jC/S2z39dUHcwRff+Std2rX5zvddi+NjvfS9jtcXXfUEq6hVVtpa9RJqtcVrAwtvgmr5XqXR4EyueoWvk0lJP+qu/qqir73H7VpSaMWWjH3vKarUN4JCFLHPpXp5WkMjYxHVivXRcH+DgrSvRpeuXiZvn9dynrrBx53Qylk/3ex9fVv1Rlu+rQ9ei/85y+06X4v7vEkb08J/1l+X2vjNl1+qW+Djxsdfv9OTXa6eBjuZpsul7xfygn/Q7fEEBKVskq9iU56Tf7hrWpcsymVugnLHXUncM435tRNtvBHxsqNFqdw4QuROmnhOutd8cc8rlta/Ap5fnHSPdrIDnqSYwD0tmu8dSPyYx0elb1d8ey3VD3/ZaRdn7BbZ515BGszqNvYzbekq1zSWf1Y5fbZ53Odx0fblpGp/NOtnZ1GHF4/mKxDXNaZr9/09suZeC0t4tlapLzPbjta7nzvajd1vEUd2Sk/WiLN9jgNqW3qi5zuKcvxxYpH50JJwPlc991RY1lBY5PKLxK+tx+1aUmjFlox97y2mZxvs9wuM/1G+Fh0bAhPqEiSvRpd3QIj+i/gwY/2cICWFYX7gmhk/Tx9fUvVdmuOnQ9+j5e8jJZsfzFlp8lVEnibFsuzryfLOn3uu4Wx1b3jj+nRjsdfCwX2qZLmxv3nMzRq+S35KRf6zsxFX0fU35BHXYvxZGfcNDB/xLlTSrgfK+vbM+0sSiz1cxitDaIkr5KG2SqFbdR3gDDMquVtbXnfE0z+afVDONT1xkm1y04lhhWSx2f/1lvdclIu73gdp2geYSuczXrfkC2011sQPus0/m+Pa8dSoy/EfmI3O2ze0G2zp4vWcbD0qmPua6wrEAuaywfzH93WS+a5HwPbvta7nwvarf1AP1lzofVtBaNiczt9v863tOXYwsjv6s+W4gL5jGoPsAuONj0QuPHqvrcftWlJoxZaMfe8rroE6vVcDi5rKbc77ui0Lh3yGcivEifZrEtyY7CueJU/jnlniO2kBdV6yR9fD39S1W2qy5dV7teP0pbTMKh7HKwU5Oyovt1RvpbqiyzsdW97c+pUXeDj+VC23Rpby+NtMmk11wHOV1R9Tct59vxrUvUBnXfpQJ+ssrGbBbZP8xJv6/bfguc7/9XrlmWVe93Sj7zpGq8nbhWSzLu+aJnzjLSTldxsqKM+FumAX0cORwCVuK9X7iGXVH36RhQj1LS6UNK33mUbUrdmyXfm0VCEIXMI3SdW2R7SJy7cxrQRut0vm/Imy0W+T5JcdZn1fkMqcOFJcp30GKvjtdQB7ZzMVZU+PwrUf3Mbovta7PzvaTd3m2pt1aFbHIcNF5hbOH0/v+4flCUyEN/bG/LaXMfi4QqqKrP7VddasKYhXZcSGavC6yWm5XXv8pW/i9FHMByv15g8KXqPs0SmnKLOARPZ9xjrtx8FUon6ePr6V+qsF0167p5oOJV2eFwLSO9aXeScC1n0tJbviueY6t7259Ts+4GH8uFtumy2M7bNqr6y3NKHyu4c9Psy8+Htnspz7zrMcmQyGQY53szyrXd0vH/VvKZT1Xn8zTKPkxotU/MM0tjfGBJs0A18D8DrxiYa5HjOsd7t7o4oi3b2S57lO+Ti/6JcZhUjXlRt/MIXedq+9C4rEY52pA2WqfzfYEOr6L+vsJ0PFu2j83KePbprA7ZsXzvLO2srpVND6tYod1rzvc6bF/Lne9l7LbeYhvJNvUVP7QYi93Y7nhf340t1EeqybNA+egwhPMy0tomQw855lNJn9uvutSEMQvtuLTT8bHjfRvVfbY4yzrsyV3Psu1wdbwU7dOU82xSVv4lKwEHHR2GZ0LpZL/38XX1L1XYrrp03fI9dEK+QWampF+i0l/ISb9ePx9b3dv+nJrtdPCxXEibLpPOo0bakcjtEOvZru8hkyVjvhNgEi7GOaxNqDFblBJv35Jurav8cL7XU66rlga3pMTzZqpnJbPGf+Xcc8Q15pkMVEbSZvOi/w4UOW807ttps6gVy3FX0RWclm2o61PS3dGx5ErkMeSY7mS386ijztU2ubcykdAU512dzne9vflP9ffn5hap6PsDfNK2ma2U1Q0zS5avm873U64TDX3mfA9u+1rufC9st42PmSlL2KP5P7QUWQ1mTr7OcrinL8cWGR/P5wPl88T82Mn5aPlkWS21us4+t191qQljFtqxt7z0YqeDBT+w91je+WOR1XvGM86r+09V3aep1YhPxbGy3GPS4ZcQOkkfX1//UtZ21anrlrHth6y8UtL/7OEcXYet7l1/ThfsdPCxXEibblmRfsBRRrtd38MyGbLbMQ8dlmhGSLuX8cylWT4bI91DV/nhfK+nXHq7z9uSz9OHCSVKuTjnnodq5mxGRlq9jWZcZhrPGjGbXkijXVyjHHWMsw2O9w2qLUgjGen0avGZHuVbpGYQd1nS6JOb//KUQZA86qjz6Pt49Ucb1EZrdSpG3x4AdcX4fa/MEM81ftOrZTallP+fqIKDhKLvD1GpJeyM5D1c5gMrQHkaEfM9tO1rs/O9rN02nrPfovcv0yY4WzAeeuW7wq5fxxYZHyJbA+QxXTmBsrbXX5WVfWb6sbr73H7VpSaMWWjH3vLSi51cd5Xqwwjnq7/rcIGfCpTtteMioEJ9mmU16WTeTkhZ4WqmHwihk/Tx9fQvVdiumnVdj21ve46Fb+akN8/bGwu5KhVb3f1vmpp1N/hYLqRNl4mKf1XamY4yMicdPmeks+Ux5PD8GcrX9aSbYzY1afLY8vf18p6t/F7sOee7EULC5FzJZ15Szzvr+bF3Lyf9WcvM8i35fVvkcBBDADkOqIboE+9vr8tKGIvT+nGBcq41HHYfOzOOsrXnkKqHvwquQqs8j9B1blm9PRk1INZ7F53vn/XgUWbGP9u2b6k63WH5+znfrXU55TssA5xkoFbXgatDlkHPn/3ufK/D9rXc+V7abhvPumzpr8//0DIsoRdOOt7Xd2OLHAfcnAB5bHVZBSSrJP+1hFu4Xmef26+61IQxC+24kMzMVZ6uB7QNRTmHqqlVrZmOlpQ8dLiMkar7NEu4hNxVf9G3B+3dCaWT9PH19C9V2K66dN0ytk1Y5vHtlNispRlp5xTpO7HV7f2mqdlOBx/LhbTplomZ244yWun6HpawTzcc8zjuuvugjjFb9P0hzwPq78/7ctW7vHwTne+2VaSbSz7zrc/KDouB2JWT/pFK/2MD5Li2yEpcmSV9pzoe11AtxwqWdW5OiIsp2Qo3UEIeleYRus5lUqBwh1iDftXtfH+g49FF/51g/s4Wx00NVA5aPkw+d9txVYFMzslk0ojvbHfAMjXB+R7c9jW1nTiWqRK7bThh3ljs6fKWtaWdLqGqGFt8V77xIh+EBexcpm7Jqp8R+fC6nBUOI3Sf26+61IQxC+3YW16LVLnOON63Jy+2bPRtPORcGVnuP+ERI7dQn2ZZTXrU02H4WyidpI+vp3+pwnbVpeuWsW3eoY2rPFe96xBUw9jq3vbn1Gyng4/lQtp0y0SF69jylrpvR0ba074hZ6Qfn/DdGRFyzBY/61f17BXG34ZFL6f90I801Pl+zzITM1jieXpWzuWk5Is+cciibw9GiKIGHB5gmQVb4Xifjo22PSPthyo6KZltv9EZHEijnJRONjF2SyqQR6V5hK5zWYFfOAZbDfpVt/PdjF+Z1N26rG2oauvkBeP3BeJ43/5DizFm4DfJJIRprwa7WK4mON+D276mthPHMn2o8uPCaIsml1rWnq6rbcYuoQT6cmxhlE0f7nQ1UD4v87YdSx/+l/z/e1WupXX2uf2qS00Ys9COveW1Ky9En0ObfJGSZtQlFEGG08jcev85J1REoT5NbY2fylv1Z3EYLg2hk/Tx9fUvVdiuunQ9+j4e+/acZx/0cXBbHJfzsNW97c+p2U4HH8uFtOkWO7GmoO2c7eEDXeWQx2PLYtLB0HbPs61ul9+nS/+084d+pWnOd0ucutwtQg7P3OM7k6tmVp84pJ9q4CTGU98YXtJYxl1myS3hgcYKlnO1Ybx/DySLyvMIWeeWdvCxgbajbuf7DSOvUVmJ83dG+tt6NlfkmrSLKy2327Ok8zqT8gH9SxfL1gTne1Db1+R24lAeb7st21ZX5qS5VzZuZJfl8rnAVtK+HFtkfLT8GiCPmXkr92RV2Lis/lmo0r+vu8/tR11qypiFdlzKAeb6wa5jLq9NSae/5YY8yvW7x2rEQt8illXBdzzl9TaUTtLH19O/VGW7atT1lyoe+2DOs81Y5x88HZcvsNW978+pUXeDj+VC23TLxExe+7OFhn2Rc8+oZx5HZbHhR58wY3WM2ZQ/4Jz8lkwgPv+hn2mg832DZYZoX8ln3lSr6IccDJbJCcsgZYX6bVzdM82jfD8HkONM35hRYiTME6LfZM0QJ/WSFcNKBk5Lc/JcFn17EMhAAFkEySNknctq5si2crtBtqNu5/tVi234MSP9Nd0BR/+dyP6mCauPK/hgftnplKPvTxY/mmLX6lhx1VXnex22r8ntxKE83nZbtkzuyXnuRr1jrUXtaVXWB4QeA/Tz2EI9/3KRFeaeeegt4wfU32fJ6qiD8m8d7/OypV+YF6rP7VddasKYhXZcSGa+H+zTVZi7M64OSY8yzVCrKR9V3afJ73pV8E6HccJomo7LNvvlVegkfXw9/UtVtqsOXY//Nl+V84pDW51yDSlliUt9Uv09CRXxE7a6t/w5Ndrp4GO50Dbdd2JGQh3rMEZ/qjQLzNX5Pnkk7VH8W1uz4r3b2m0dYzbVXh/IpMqUy2p+h2dvFn0Zj2o4R6XXne9/WhxsK0o8b0DNVN11uGd32jZMUdZXlphZj3zDFYhBvR0FONDEErftuMM9Zkyqjw5x1G6mzUDLSvNXUf4hF49Dx5cLlUfIOrfEFfu5gbajbuf7JZ8dMdF/p6R3eCUd+VgZe9IQuXfeY4n6/UvabL+EXHqf16Z7xPke3Pa13PnubbdlEH/d8z1HPcu1XvKZlAH98RplciDtI1+2+x5gbGHNx/y4+xIoj3NZq2wTuZs7oCz9xFbjb8fSHBBV9bn9qktNGLPQjr3ltdQ33rssYOjwNMsxpUMGFBzrJf3x3BDfImrLvYsjb2+GbVkrKxxnlNXJXu3jm9i/VGW76tD1yOGcBZV+m2fImQMZdm29vONsbHVv+XNqtNPBx3KhbbplYiYrxM5xWSh3LUMH50geyzLymJby/IUi902W8EJb1KTH3m6M2VQ7H5c6vljBc5fpSYqoTYe3NtD5rg/SmCr5vB9dt8QY91y3bcFJYjtJrOlFDh1J3qrxn8Xg3Q0Rn9nyDlmHOwwq4/DRxUGpVr98jWElM80jjrGwJi2TLX8n9ZQYlopkESSPkHUuAwJza+FAA21H3c73Cz6TcmqgOiGGv1UxxpKVK5aP5WSWflfOB9c352TIjPORmsrcbed7cNvXcue7t92W9jPqYLdSV9vl3DfHsp0zaIzXjA+VD8bvv6ZtW+3XsYXS6ymf1VgF83mSFn9V+oQvZj9umWyfY3zAPo/SD4+vpM/tV11qwpiFduwtr98840ebYUDeOcTSve7b9ylH0xfHeLdF+rRBZb9cHHnaKTfTGJe9jSznRhXRyV7s45vav1Rlu+rQdRVKc8Khri77xFSPvj8UsmPXVorerMJW954/p0Y7HXQsV4dNF9+RyZ6UOjgnk4czLGFnpku6mTKBrXcAPM3rl6V8HzqRQaLvY7d3bP6WjAUnwcdslt1Sn6uYwIu+PwMhalUomyY53y2xozoxCAdKPPOo77a16PsDHpKtML/I72vSnGSWiYN3Eot5hjGY2CQGOuFsQFm+TpvNU+kWK4P4j6tD2uLUniWz4x9dnZzJ1pgom9dSh7NLyCJIHqHqPPr+5O3rDbUddTvfT+XFrssYHHyNN9YSuzzNiO34RLZXrZXO9oaj/Twiz0m2vT2rsezddr4Ht30td7572W2xc7kh4GTrpMk6jzJtzrDPP9UgE3OlyTP5bY8M8GcytnAaVIc6r2VC5bNEtt/f1KuILHUZycfPsNjOBaH73H7UpaaMWWjH3vK66bryTUKCTho7Cec5PH+dev62nPQ/GXX40dXZV+RbRJwSJnsL5DNXypw4Jn+pSid7sY9vcP9Sie0KrevR9/GZXUKP/OvzXtH3saaHZNXs+6rrGlvdnG+aGu100LFcHTbdMjHzWdrIgLSXYZH7685OAEseC2TV+lNbO45/O6TSJ2X5Uf42O74Oi7N8X4as1ki6G90cs4lMTHZX9NyTlm/FVzjf/cqQbB84nfHxfTYqGH83+vawkfcFOoWvM7PJdr2c+5ZYDLaNlyEHLVIWvaLlUccIS6eRdD4XlVE4r1fa5uTxNmWyZLfHMxZLpzaeI7OxqGDs/5B5hKjz6PtDhnbgfP9m+2CiY4sd0pvxzJ6EXAUa4F03pejR+4y4fctS7vlSR7iZBjnfg9u+ljvfvey2Gph/ThvMq8HQBc8yLc+wnUcDy2N6Sr7PslZ29uvYwiiT3ua6rCbne+Y2U4sDIXf1V1V9br/qUhPGLLTjQjLTu43SHMh7jRWF13z6MOXgf5E2DpMJ2E7bfeji3C/zLSLflSbzCzjBIinzxip1shf7+Ab3L5XZrpC6blmgkBfLenXeCl1Hu5bo0kpsdc/7c+qw00HHcjXZ9AHLinzNTfM7PSX6Qqcehyx5DFp2CZgkk2obHGR7pQljNmOc8VeFz1xhed9adve33vkuW6ImInfGZAZotePz9RaUK4737RLlnpKGedzV+S+zPAelUY3LM8ZlhuucjnEVWL5bLdsPbTx2CRGTMmB7Je84KluXVjrem8w+/ymd22oxaL+IjD5klPWcR/mC5xGiztUWsKlQq2Na6HzvdBanHNOvMQZac39oESnOyM95HyCW7WqTaR/Uvep8r8P2tdz57mW3jR0kk3LPR5kI62ydTFZxnDDe72TBcv0mbVXH8Ttfg0xOyfhiSmSTrBiZxtjC+WPtXcB8Hqa03d9T0m+RPn9KbNH5vA/EKvvcftSlpoxZaMdeslqV4vxaZjjIthnb7JP33Fwgn+R9b6iFEGtlPD4goSSuGeEdhgvk4f0topwuzx3zWSOOqU4+l22hZsroZC/38Q3tX6q0/cF0Pfo27OZUnr2J/ouJ/c1qW4c8dkufOSm24GAoXcVWN86fU4edDjqWq9GmT5PJwc4ZVZOyMO6aTScs3+UdB/1QTn0clXfq6N1jWXlvO7/kdyn/lOweGW7KmE0WAI5WvbNcfEIfxI98uk0+nsbFfIfK63dAFPSGNIBOXL+HMpha3oUybZbB3aOMVbxrpcxTFqO1swl5oFu1O9/XyoBgyKN870KtmKlBvvtlwJF0ug/yBgRyz2LpeCfko3lNF8rdded7k2xf05zvBcp/oDOwEZkm8S2vSj13zlJ4LhOdSyrMd7fr1lHoil6Yq5L+DJjPYvno6LTfa1HLD80GaIhdNzksO5DfGHY9WdV5KargIDbZyn9Znj9utOekbScHv62nVvqrj29C/xKo7Og6tPKbJqTu9utYThz8b0Wej9LCBvXouy8WG76LFvytYHC+Q536dszYqjXk2HCf+ByqUEce0H6nIgTTi85M9ERe7EDaCWTI7WDI7eZQyYC6w2qkAtCqNnxbteFFSAXoXwAAoCJbft/ljL5+FAzOd6hL13a4HOxkuW9Qxdia7GYe8FVmOBUBaCchZDYg2y0fIo1G1s8u81AvJALQOvtqhvwcQSpA/wIAABXZ8YNZ59T1u3BwvkNduvbcULUBz3vNAyjHu5kHfJUXTkUA2kkImZ0R5xCr3ptZP9ezDsoCgEa337WqT7qKVID+BQAAKrDh6+UbbiXSsAtoEuc71KRrU0X1TGIQfj0hupt5wFd54VQEoJ1ULa9O2LAdSKOx+twZN35BnwFa14aPqD4JWwv0LwAAUNaGL5AzF4eRRrqQxtQgbBpSgUC6Nm7o2WLPeze5rISoIw/4ZpCMUxGAdlKFnGbIAUxjnBXQ9brYLGc33NX6ahyEm3AUaQG0rn0/UH3SQqQC9C8AAOBgwwfEjq9Vv89JQoUlBwAjpWwBvlCDsLVIBQLp2i1Dz0543ntf7ksGbNO7mQd8lRdORQDaSVVyWiKHAHLwX/frYsTQ153qb6/l93cs1gBo5UezueP5HVIB+hcAAHC04XcMG54smpoZX8vF8X4BCeUL8DrbD6EmXVtp6FkSHmazwz3T4+tK5xDUJI5Ut/OAr3LDqQhAO4He01lzR+Q64/cjLNQAaHXb3qD6o2tIBehfAADAwX4PROngeHcU4u9KcFeQCgTUt2EzLrtsO9wWX/M6B6SKs2pdfB2XVegJoy6O9LrygK8ynDAunIoAtBNov85eMfrPRRIS6Jjx236kBNDKtv2Aj2WgfwEAgII2fMTieD+MZNwFuFQJ7y1SgcA6tzq+nkXuPPANRVBHHgAAAD3YRy+Mr8+WfjKZ1P4NCQG0qj0nC0+2x9c9S5tO2vkBid+6HGkB/QsAAGTY8B/j66UsKEv8ZyuRir8QX6kOcClSgRr07qf4OiWx1r8YK0NH5bcT8bWs6XkAAAD0WP+8LL4eSn/5Kb4uMTYEaGVbXhVf5xwuwo4C/QsAAEDgTvAgWwcAAAAAAAAAAAAAACpE4q2ZW8DeIBUAAAAAAAAAAAAAgJIkq93V6vddSAUAAAAAAAAAAAAAoARRFA3E1wt1CM8CJAMAAAAAAAAAAAAAUIIoiubH1wfDAf86vuYhGQAAAAAAAAAAAACAEkRRtDCJ+W444P+Nr5+RDAAAAAAAAAAAAABACeQA1osqBvzN+FqBdAAAAAAAAAAAAAAASpA42+PrnumBRyoAAAAAAAAAAAAAABUQRdHi+DoeX6+QBgAAAAAAAAAAAAD0K/8fWle07NS2ZeoAAAdTdEVYdE1hdGhNTAA8bWF0aCB4bWxucz0iaHR0cDovL3d3dy53My5vcmcvMTk5OC9NYXRoL01hdGhNTCI+PG1zdHlsZSBtYXRoc2l6ZT0iMTZweCI+PG1mZW5jZWQgY2xvc2U9IiIgbWF0aGNvbG9yPSIjRkZGRkZGIiBvcGVuPSJ7Ij48bXRhYmxlIGNvbHVtbmFsaWduPSJsZWZ0Ij48bXRyPjxtdGQ+PG1pPnc8L21pPjxtbz4mI3gyMkM1OzwvbW8+PG1pPng8L21pPjxtbz4rPC9tbz48bWk+YjwvbWk+PG1vPiZndDs8L21vPjxtbj4wPC9tbj48bW8+JiN4QTA7PC9tbz48bW8+JiN4MjE5Mjs8L21vPjxtbz4mI3hBMDs8L21vPjxtaT5wPC9taT48bWk+bzwvbWk+PG1pPmk8L21pPjxtaT5uPC9taT48bWk+dDwvbWk+PG1vPiYjeEEwOzwvbW8+PG1pPmk8L21pPjxtaT5zPC9taT48bW8+JiN4QTA7PC9tbz48bWk+bzwvbWk+PG1pPm48L21pPjxtbz4mI3hBMDs8L21vPjxtaT50PC9taT48bWk+aDwvbWk+PG1pPmU8L21pPjxtbz4mI3hBMDs8L21vPjxtaT5wPC9taT48bWk+bzwvbWk+PG1pPnM8L21pPjxtaT5pPC9taT48bWk+dDwvbWk+PG1pPmk8L21pPjxtaT52PC9taT48bWk+ZTwvbWk+PG1vPiYjeEEwOzwvbW8+PG1pPnM8L21pPjxtaT5pPC9taT48bWk+ZDwvbWk+PG1pPmU8L21pPjwvbXRkPjwvbXRyPjxtdHI+PG10ZD48bWk+dzwvbWk+PG1vPiYjeDIyQzU7PC9tbz48bWk+eDwvbWk+PG1vPis8L21vPjxtaT5iPC9taT48bW8+Jmx0OzwvbW8+PG1uPjA8L21uPjxtbz4mI3hBMDs8L21vPjxtbz4mI3gyMTkyOzwvbW8+PG1vPiYjeEEwOzwvbW8+PG1pPnA8L21pPjxtaT5vPC9taT48bWk+aTwvbWk+PG1pPm48L21pPjxtaT50PC9taT48bW8+JiN4QTA7PC9tbz48bWk+aTwvbWk+PG1pPnM8L21pPjxtbz4mI3hBMDs8L21vPjxtaT5vPC9taT48bWk+bjwvbWk+PG1vPiYjeEEwOzwvbW8+PG1pPnQ8L21pPjxtaT5oPC9taT48bWk+ZTwvbWk+PG1vPiYjeEEwOzwvbW8+PG1pPm48L21pPjxtaT5lPC9taT48bWk+ZzwvbWk+PG1pPmE8L21pPjxtaT50PC9taT48bWk+aTwvbWk+PG1pPnY8L21pPjxtaT5lPC9taT48bW8+JiN4QTA7PC9tbz48bWk+czwvbWk+PG1pPmk8L21pPjxtaT5kPC9taT48bWk+ZTwvbWk+PC9tdGQ+PC9tdHI+PG10cj48bXRkPjxtaT5UPC9taT48bWk+aDwvbWk+PG1pPmU8L21pPjxtbz4mI3hBMDs8L21vPjxtaT5iPC9taT48bWk+aTwvbWk+PG1pPmc8L21pPjxtaT5nPC9taT48bWk+ZTwvbWk+PG1pPnI8L21pPjxtbz4mI3hBMDs8L21vPjxtbz4mI3gyMjIzOzwvbW8+PG1pPnc8L21pPjxtbz4mI3gyMkM1OzwvbW8+PG1pPng8L21pPjxtbz4rPC9tbz48bWk+YjwvbWk+PG1vPiYjeDIyMjM7PC9tbz48bW8+JiN4QTA7PC9tbz48bWk+aTwvbWk+PG1pPnM8L21pPjxtbz4sPC9tbz48bW8+JiN4QTA7PC9tbz48bWk+dDwvbWk+PG1pPmg8L21pPjxtaT5lPC9taT48bW8+JiN4QTA7PC9tbz48bWk+ZjwvbWk+PG1pPnU8L21pPjxtaT5yPC9taT48bWk+dDwvbWk+PG1pPmg8L21pPjxtaT5lPC9taT48bWk+cjwvbWk+PG1vPiYjeEEwOzwvbW8+PG1pPnQ8L21pPjxtaT5oPC9taT48bWk+ZTwvbWk+PG1vPiYjeEEwOzwvbW8+PG1pPnA8L21pPjxtaT5vPC9taT48bWk+aTwvbWk+PG1pPm48L21pPjxtaT50PC9taT48bW8+JiN4QTA7PC9tbz48bWk+aTwvbWk+PG1pPnM8L21pPjxtbz4mI3hBMDs8L21vPjxtaT5mPC9taT48bWk+cjwvbWk+PG1pPm88L21pPjxtaT5tPC9taT48bW8+JiN4QTA7PC9tbz48bWk+dDwvbWk+PG1pPmg8L21pPjxtaT5lPC9taT48bW8+JiN4QTA7PC9tbz48bWk+YjwvbWk+PG1pPm88L21pPjxtaT51PC9taT48bWk+bjwvbWk+PG1pPmQ8L21pPjxtaT5hPC9taT48bWk+cjwvbWk+PG1pPnk8L21pPjxtbz4uPC9tbz48L210ZD48L210cj48L210YWJsZT48L21mZW5jZWQ+PC9tc3R5bGU+PC9tYXRoPnmhhrYAAAAASUVORK5CYII=\&quot;,\&quot;slideId\&quot;:293,\&quot;accessibleText\&quot;:\&quot;open curly brackets table row cell w times x plus b greater than 0 space rightwards arrow space p o i n t space i s space o n space t h e space p o s i t i v e space s i d e end cell row cell w times x plus b less than 0 space rightwards arrow space p o i n t space i s space o n space t h e space n e g a t i v e space s i d e end cell row cell T h e space b i g g e r space ∣ w times x plus b ∣ space i s comma space t h e space f u r t h e r space t h e space p o i n t space i s space f r o m space t h e space b o u n d a r y. end cell end table close\&quot;,\&quot;imageHeight\&quot;:77.6},{\&quot;mathml\&quot;:\&quot;&lt;math style=\\\&quot;font-family:stix;font-size:20px;\\\&quot; xmlns=\\\&quot;http://www.w3.org/1998/Math/MathML\\\&quot;&gt;&lt;mfenced mathcolor=\\\&quot;#FFFFFF\\\&quot; open=\\\&quot;{\\\&quot; close=\\\&quot;\\\&quot;&gt;&lt;mtable columnalign=\\\&quot;left\\\&quot;&gt;&lt;mtr&gt;&lt;mtd&gt;&lt;mi&gt;w&lt;/mi&gt;&lt;mo&gt;&amp;#x22C5;&lt;/mo&gt;&lt;mi&gt;x&lt;/mi&gt;&lt;mo&gt;+&lt;/mo&gt;&lt;mi&gt;b&lt;/mi&gt;&lt;mo&gt;&amp;gt;&lt;/mo&gt;&lt;mn&gt;0&lt;/mn&gt;&lt;mo&gt;&amp;#xA0;&lt;/mo&gt;&lt;mo&gt;&amp;#x2192;&lt;/mo&gt;&lt;mo&gt;&amp;#xA0;&lt;/mo&gt;&lt;mi&gt;p&lt;/mi&gt;&lt;mi&gt;o&lt;/mi&gt;&lt;mi&gt;i&lt;/mi&gt;&lt;mi&gt;n&lt;/mi&gt;&lt;mi&gt;t&lt;/mi&gt;&lt;mo&gt;&amp;#xA0;&lt;/mo&gt;&lt;mi&gt;i&lt;/mi&gt;&lt;mi&gt;s&lt;/mi&gt;&lt;mo&gt;&amp;#xA0;&lt;/mo&gt;&lt;mi&gt;o&lt;/mi&gt;&lt;mi&gt;n&lt;/mi&gt;&lt;mo&gt;&amp;#xA0;&lt;/mo&gt;&lt;mi&gt;t&lt;/mi&gt;&lt;mi&gt;h&lt;/mi&gt;&lt;mi&gt;e&lt;/mi&gt;&lt;mo&gt;&amp;#xA0;&lt;/mo&gt;&lt;mi&gt;p&lt;/mi&gt;&lt;mi&gt;o&lt;/mi&gt;&lt;mi&gt;s&lt;/mi&gt;&lt;mi&gt;i&lt;/mi&gt;&lt;mi&gt;t&lt;/mi&gt;&lt;mi&gt;i&lt;/mi&gt;&lt;mi&gt;v&lt;/mi&gt;&lt;mi&gt;e&lt;/mi&gt;&lt;mo&gt;&amp;#xA0;&lt;/mo&gt;&lt;mi&gt;s&lt;/mi&gt;&lt;mi&gt;i&lt;/mi&gt;&lt;mi&gt;d&lt;/mi&gt;&lt;mi&gt;e&lt;/mi&gt;&lt;/mtd&gt;&lt;/mtr&gt;&lt;mtr&gt;&lt;mtd&gt;&lt;mi&gt;w&lt;/mi&gt;&lt;mo&gt;&amp;#x22C5;&lt;/mo&gt;&lt;mi&gt;x&lt;/mi&gt;&lt;mo&gt;+&lt;/mo&gt;&lt;mi&gt;b&lt;/mi&gt;&lt;mo&gt;&amp;lt;&lt;/mo&gt;&lt;mn&gt;0&lt;/mn&gt;&lt;mo&gt;&amp;#xA0;&lt;/mo&gt;&lt;mo&gt;&amp;#x2192;&lt;/mo&gt;&lt;mo&gt;&amp;#xA0;&lt;/mo&gt;&lt;mi&gt;p&lt;/mi&gt;&lt;mi&gt;o&lt;/mi&gt;&lt;mi&gt;i&lt;/mi&gt;&lt;mi&gt;n&lt;/mi&gt;&lt;mi&gt;t&lt;/mi&gt;&lt;mo&gt;&amp;#xA0;&lt;/mo&gt;&lt;mi&gt;i&lt;/mi&gt;&lt;mi&gt;s&lt;/mi&gt;&lt;mo&gt;&amp;#xA0;&lt;/mo&gt;&lt;mi&gt;o&lt;/mi&gt;&lt;mi&gt;n&lt;/mi&gt;&lt;mo&gt;&amp;#xA0;&lt;/mo&gt;&lt;mi&gt;t&lt;/mi&gt;&lt;mi&gt;h&lt;/mi&gt;&lt;mi&gt;e&lt;/mi&gt;&lt;mo&gt;&amp;#xA0;&lt;/mo&gt;&lt;mi&gt;n&lt;/mi&gt;&lt;mi&gt;e&lt;/mi&gt;&lt;mi&gt;g&lt;/mi&gt;&lt;mi&gt;a&lt;/mi&gt;&lt;mi&gt;t&lt;/mi&gt;&lt;mi&gt;i&lt;/mi&gt;&lt;mi&gt;v&lt;/mi&gt;&lt;mi&gt;e&lt;/mi&gt;&lt;mo&gt;&amp;#xA0;&lt;/mo&gt;&lt;mi&gt;s&lt;/mi&gt;&lt;mi&gt;i&lt;/mi&gt;&lt;mi&gt;d&lt;/mi&gt;&lt;mi&gt;e&lt;/mi&gt;&lt;/mtd&gt;&lt;/mtr&gt;&lt;mtr&gt;&lt;mtd&gt;&lt;mi&gt;T&lt;/mi&gt;&lt;mi&gt;h&lt;/mi&gt;&lt;mi&gt;e&lt;/mi&gt;&lt;mo&gt;&amp;#xA0;&lt;/mo&gt;&lt;mi&gt;b&lt;/mi&gt;&lt;mi&gt;i&lt;/mi&gt;&lt;mi&gt;g&lt;/mi&gt;&lt;mi&gt;g&lt;/mi&gt;&lt;mi&gt;e&lt;/mi&gt;&lt;mi&gt;r&lt;/mi&gt;&lt;mo&gt;&amp;#xA0;&lt;/mo&gt;&lt;mo&gt;&amp;#x2223;&lt;/mo&gt;&lt;mi&gt;w&lt;/mi&gt;&lt;mo&gt;&amp;#x22C5;&lt;/mo&gt;&lt;mi&gt;x&lt;/mi&gt;&lt;mo&gt;+&lt;/mo&gt;&lt;mi&gt;b&lt;/mi&gt;&lt;mo&gt;&amp;#x2223;&lt;/mo&gt;&lt;mo&gt;&amp;#xA0;&lt;/mo&gt;&lt;mi&gt;i&lt;/mi&gt;&lt;mi&gt;s&lt;/mi&gt;&lt;mo&gt;,&lt;/mo&gt;&lt;mo&gt;&amp;#xA0;&lt;/mo&gt;&lt;mi&gt;t&lt;/mi&gt;&lt;mi&gt;h&lt;/mi&gt;&lt;mi&gt;e&lt;/mi&gt;&lt;mo&gt;&amp;#xA0;&lt;/mo&gt;&lt;mi&gt;f&lt;/mi&gt;&lt;mi&gt;u&lt;/mi&gt;&lt;mi&gt;r&lt;/mi&gt;&lt;mi&gt;t&lt;/mi&gt;&lt;mi&gt;h&lt;/mi&gt;&lt;mi&gt;e&lt;/mi&gt;&lt;mi&gt;r&lt;/mi&gt;&lt;mo&gt;&amp;#xA0;&lt;/mo&gt;&lt;mi&gt;t&lt;/mi&gt;&lt;mi&gt;h&lt;/mi&gt;&lt;mi&gt;e&lt;/mi&gt;&lt;mo&gt;&amp;#xA0;&lt;/mo&gt;&lt;mi&gt;p&lt;/mi&gt;&lt;mi&gt;o&lt;/mi&gt;&lt;mi&gt;i&lt;/mi&gt;&lt;mi&gt;n&lt;/mi&gt;&lt;mi&gt;t&lt;/mi&gt;&lt;mo&gt;&amp;#xA0;&lt;/mo&gt;&lt;mi&gt;i&lt;/mi&gt;&lt;mi&gt;s&lt;/mi&gt;&lt;mo&gt;&amp;#xA0;&lt;/mo&gt;&lt;mi&gt;f&lt;/mi&gt;&lt;mi&gt;r&lt;/mi&gt;&lt;mi&gt;o&lt;/mi&gt;&lt;mi&gt;m&lt;/mi&gt;&lt;mo&gt;&amp;#xA0;&lt;/mo&gt;&lt;mi&gt;t&lt;/mi&gt;&lt;mi&gt;h&lt;/mi&gt;&lt;mi&gt;e&lt;/mi&gt;&lt;mo&gt;&amp;#xA0;&lt;/mo&gt;&lt;mi&gt;b&lt;/mi&gt;&lt;mi&gt;o&lt;/mi&gt;&lt;mi&gt;u&lt;/mi&gt;&lt;mi&gt;n&lt;/mi&gt;&lt;mi&gt;d&lt;/mi&gt;&lt;mi&gt;a&lt;/mi&gt;&lt;mi&gt;r&lt;/mi&gt;&lt;mi&gt;y&lt;/mi&gt;&lt;mo&gt;.&lt;/mo&gt;&lt;/mtd&gt;&lt;/mtr&gt;&lt;/mtable&gt;&lt;/mfenced&gt;&lt;/math&gt;\&quot;,\&quot;base64Image\&quot;:\&quot;iVBORw0KGgoAAAANSUhEUgAABcYAAADwCAYAAAAq77evAAAACXBIWXMAAA7EAAAOxAGVKw4bAAAABGJhU0UAAACGxP+0iwAAZM1JREFUeNrtnQGkF8v3wJ/rSp7rkiRXrkiSJPEkeZJIkiSRJEkiT5I8kTxJnkiSPInkSZJLkiSJJEkST64kiSRJrkiu68p12f/ue+f7+0+n2d2Z/e7sd7/f/XwY73W/s7OzZ86cnT0zc+ann0oiiqJFcToRpxc/AQAAAAAAAAAAAAD0KlEULY/T3cgAqQAAAAAAAAAAAABAzxFF0UCcLkXfcztxlCMdAAAAAAAAAAAAAOgpoihaEKc3hkN8LE6bkAwAAAAAAAAAAAAA9BxRFM2P0yfDKf4++RuSAQAAAAAAAAAAAICeI4qi/jiNGk7x8WT1OJIBAAAAAAAAAAAAgJ4kiqI/VEzx/UgFAAAAAAAAAAAAAHoSOWzzq+EUf4dUAAAAAAAAAAAAAKBniaLosFotfgypAAAAAAAAAAAAAEDPEkXRa+UYX4JUAAAAAAAAAAAAAKAniaJoqXKKE0YFAAAAAAAAAAAAAHqXKIoOKsf4FaQCAAAAAAAAAAAAAD1LFEUjyjG+C6kAAAAAAAAAAAAAQM8SRdGocoyvRioAAAAAAAAAAAAA0LNEUTShHOMzkAoAAAAAAAAAAAAA9CxRFE2ZXnEkAgAAAAAAAAAAAAA9jVotjmMcAAAAAAAAAAAAAHobHOMAAAAAAAAAAAAA0ChwjAMAAAAAAAAAAABAo8AxDgAAAAAAAAAAAACNAsc4AAAAAAAAAAAAADQKHOMAAAAAAAAAAAAA0ChwjAMAAAAAAAAAAABAo8AxDgAAAAAAAAAAAACNAsc4AAAAAAAAAAAAADQKHOPQAzrcF6cVcdoep1NxmodU/pXLcJy2xWlPnA6JfJYgGQCAQjZ1ME6b4nQiTguRCAA4jlFXxWlnnI4gEQAAAID6DdhwjEO36eyyOF2J0+04jcVp2lDhqTj1N1w+6+P0xJDJ5zh9Mf49GqfNaBIAQKodXR6nA3G6FKebyoYmDCElALDYjsRuXIvTHRl/mWPUC0gIAAAAoH4DOBzj0G06OxSnLXHaEae7SoUfNlgu/XG6aMhiJE5zjd/ny4caH2hQVMeSXQj/xGkyTueRQ7Pl0ONt/Iu8Y47E6aN6z4wiIfo8toX2TCl7lezWOxancWU7tiJ9AAAAgPoNDnGMQzfr70alwscbLItbhhyuZOS7YeS7jBaBh47dVP3tIHJorhwa1N6bVXufQSr0eWwL7elwn+vGPZKV44NIHwAAAKB+g0Mc49DN+rtTqfDahsrhrCGDT3EayMg7S7b38uENvnr2VfW3G8ihuXJoUHvvUO29AanQ57EttKfDfcxdes+RPAAAAEA9B4c4xqGb9feKob7Jlti+BspgterGRxyuOWbk/xanBWgTOOjNA6Vrp5BDc+XQoPa+rM6x6EMq9HlsC+2Zc48+GZe2OIfkAQAAAOo5OMQxDi56siCJw9hKNarXB1av/nuYprlVd67DNUOq619Dy8FBb5bE6bXozM2snQnIAXqovd8atvIOEqHPh+rz2Jbeac+4zJVqnMWh5wAAAAA1HRziGAcXPVldNz2Jq7FYqe++gPdamhzGVsN2Watk8MTj2mfqWlaNQ7fbqcQmHEISUJauyCF9JugXYJfApd2Pq0ULM5AKAAAAQD0HbjjGwUVP6ugYP6DUdzjgvbbIPR7GaVWN2uWKksFpj2tPq2tPoOnQxTZqQFYAXkAaUJauxHn2KDu5BAkCdgkc2v6xYTceIREAAACA+g7ccIyDi57U0TF+y6jSy8D32qK6yuM6HPQZ12Fc1Wurx7Xb1LWv0XToUvvUH6e7osdbkAiUpStxnhHzYGMkCNglcGj7QVkl3uI4UgEAAACo7+ANxzi46EmtHOPywTlV1aFGcfnLVJzZFk/jtKFDMlhuqc9Sj+uXWq4fQtuhy2zTzCTus7FdfSZSgbJ0Jc7zxbCPV5AiYJfAof23q7HVKqQCAAAAUN/BG45xcNGTujnG1ynV3VDBPfvitDfFQf686hVh8f12WurR53H9DMv1W7tcT3+P0xx6bGPs0vw4/cN2dQihK5bJx61IErBL4KADl432n0QiAAAAAPUevHXEMS5Oxl/jtDtOV+M0FqcjHtfvyduaKE6yyTi9itOiLmiLRXH6I0734zQhYTI2Z+TfGqcXsnL6VsgVSTV0jJ81qjNlOoRlpdahOD0QGU7Jf2/HaWNJupvo3xuLYzlpj50VyeC8uvdkgTImVRl/drEtGxQ7kqziH6hBfeYm+iYTGGckJMM/0rdNfV0Zp7/j9EF0dVJi2W9v494zxbYm93wvZSZlf5a/rfPU95WyAi6JS38zmQjKyLtMQg8dlhj4ybPcs+SdncS1T8IgGc+d2LF5DnVK4vYeEVlGVWxX95GD5dqFya4WeRe12uK19OEtIotEbu8q1M+2daSq9m7zOQvriowhzMPzZlnyzBN9eGO8ay61M0EnO6ISu3FNJmJbbfNWDvTrw16F73O+fb6orrneR/IlkzU7xPGajDdGHGRxVGTwtIhedkIf69CeOfVJyvlL7FmrPqOtMWYSdslo/5FusQMAAAAAjaRqx7gMTK9JjOZv6va3HcsYku3Nl3PuE3XDih35IHwqH97Tqt7vU6750+KU3RawjnVzjL+w6Y2sJP8YZfNXibq8O8VB/lp+6wsogxF1z88FyviiyrjW5fZsrXFI6swO1uOAOP1GLbpxW/LMtrSh5oznfWfI5NpX+YhOHJHzDcfXJaPsG2kyEufLqCWGvTWkhHzAP8/If0jl3ySTGDaeZDxfMnn4zGIn0xhssx295JBSxh4j7FNiK1YYbbVbOVDuVqCbbetIVe3d5nO2rStGKIx/w2ZZfj9kmVxscatAnRMH8TFxCH+RyYY58tteo+yz2Kswfa5Iny+iawVs7FVZNDHpMyEu4xSzXlfrro+dbs+cuqyQ8fq/tkuc8jPEJh6R75qN6h77usEOAAAAADSWToZSkQ8tc0A74Xjd9daHUk4+8yPvW43bYJ84nvtkxdFT1SwrLR/jUVMd4/LBbLJf/t4KLZKsJl8sfxtQq/5K3xIv7bZLnOGaZGXP/kAr/O6oez0rUMaTIpNTNbdp+wzneB1Wjp9WMv5NVpm+lQnC9fJR3Scf2Xqy4lfH+ywzdDApe6GD3lx30O2lyk5n9h9xRGgH0Xzj94PiJN0jz71G5Z3ykO3jLMdlyX3cSw5y3aosWy55FhorTK8E1sUQOlJZe7f57F66Im0+ZdtNI46wxEn8Tg4xTvIuUc/1zbN+K40wXclK7WFLfbzGSk2zV2X2uaJ93lfXfO8jTtPHKu/CnHu89dXLGuljx9vTuP6Mcd3BlHyXZdLQZLjb7AAAAABAo+h0jHHZGmkyOyf/JiPvvZy8w7ItN2G8i9pka9rqO8OpsE8GyJslRMjF5GM9YJ3q5BjfoeSzWPQi+UBfnXLNCXXN3UB1S3OQf5BVeTNKvNd9dY87Bcq4U4VcOqAjx43DUed0uC77lIxXyIfvkZT8+1V+l63y240dOImuzc3Iu16Vv8ah/JcqpMRgTn5zN9Bz9WxvLR/7UQHHzc/KIXuygrb0lcMdF7tp6OvhgHUPpiNVtHebz+6tK8buk+9kIE7xe5IGM55r3KN+e436jaaEbJlRhcy63V6V3ecK9PlCdsnnPpbJpW05Za8yVkxPdpk+drQ95ZpZMtHuMjGsx6dvu9EOAAAAADSKGjjGtRN4Y0beAfmIcg4dYaziutFFbdKvPqxG5O9zZLXLbx2oU50c4yNqRfYikcvKjGsWKj2bCFzHNAf5J1nBPrOEe7wJ4Bj/0EO27bSpIx2sx1VDvm9kQuO3jPzzVJt8zCnfPIQ1cTYty8k/w8eRJdv+TXv0OCf/YlX+Mfn7Rlk5PM/idIiUs6LfQa5b1HXrArejlxzkGh32IC10zSL5fUugugfTkarau83n99YVFa5ssrXrR+IS39S7gCz99o5j3Q4b14ylxVyXkBFBw8/0iL0qrc8V7PNFdM3XxvapyahTHmO4J12mj51uz1lqBfiRnPzaMX6hG+0AAAAAQKOogWN8vqrCroy855Rj/JtD+X155da0XR5rZ6XE2BzpUH3q5Bj/alTlosQb3+Gp61Vt39+Z4iAfkwOxBtooO8SK8Zc9Zt9aoWLGXXQkUB3emRMyjnGpnXTVsqr1aAG7n+fI2uV5kNxBlX+JTEyNpWyD32jpHxsdnuF82gG8gdrRSw5yjT5HY0eOXVsVoN5BdaSq9m5TBt66ot7BN+Rvyc6jRzZHvnL4uuqH1qnNGeOYV0a+3dir8H2uYJ8vomtF7nPPyH/TYyx8ssv0sWPtKYtUHvmMsSyh+7Z0ox0AAAAAaBSddoxLHcwVHOdS8vwig97dqsr9OWWvkFW6fW3W8ZR8JH5qxbQOLBMdYuaAHCo5q0NtVAvHuLSnyajrZEHRbe4l1XuH+qBp8VW2AA8WKPMuoVQyn23Isqp+JC9cU8l1WKB3Krjc38XRJLH2Pxv5XrnaOZ9JIpmQM1mVk/+WWnHaL/10f0r+Q5YVxDMcnuF1lbHxfeUg1zxU17zIyHu07JXTVehIVe3dphy8dMUSDiOJs71BQrPNTrlmxDPkxxK1GvZuRt4LRr772Ktq+lzBPu9tlwrexzyY9KtD/pWSd3m36GOn21M959eskD/GNVd8bFtd5Q4AAADQKGriGH+TtU1WVkm8FOfwclXlBTllX2w3bqs4xSOXFR0lymSr5Z5bSiz/ZlQt50uq9x/awe34sTJHXfeoQ7q+Q8W4NB0Qf/rEw1YOqX8PmyxQn3uqjFuBnvtKVB+SWPRHyghn4/Dce9S9zzhc068nTxzb3/UQsQHXGM9SlynXCSXLgYWnJN31sEWPHJ5hKO0chkDt6CUH47q9Fv07VKG9CaojVbV3mzLw1hVLOIwVDuG6vtpCr2Tk1wf0LU3JZx7497jIJGpT7FWZfa5Iny+oa0Vti15lnOeA/Ss5zLGb9LGT7SkTYd73lElB5zFZXeUOAAAA0Chq4hi/lbVaQpyhL+T/Z6oqb8god4ms8JrZZv0mLAPz64FlMjuk86CLHeN69dAfjtfpiYZzHe53242DYSPlUPndsQztbB4rUI8PqowrgZ63To7xFu8qCL+hV5Eud7hmkbrmgSXPKpXnlUeddCiL9xl5N3vG911r2enyJW3yyhIr938xqnPuo+O4Lgvcjl5yUM+nd4p8C13fqnSkqvZuUw7euqLCYbyVlabHMvKv8OwneufbfUueYTVxebaClfVdba/K7HNF+nxBXStqWza5xjKXONkTaZMRddXHTrWn3POtGc7QMSTObB/bVme5AwAAADSKmjjGr6QdqClbe7+Z25LVFues0+GT+MLbS6hf5Y5xue9bnxiSnmV3nWPcsr39s+ukh+wcMFndwT73i2Wl9v/0yvWDT0KwtHWgqEW3T1TQxzvNuEy2/VxBW38xw0w4XpM7iWPRn/0eddrnasvUdv2EnTlln1QHzb7KOTdijaV9XMIIjKS9MwK1o5cc1LUrlN1qyWZe4DoH15Gq2rtNOXjrigqH8T4v7IdlJ9NOj/ITtqn3wwVjdeuttFWk2Ktwfa5Iny+oa4Vsi2VCYltG3tM5IUhqqY+dak/LuQmuixX06vaV3WgHAAAAABpHTRzjZ9LiR8oK4Wvqb1/zDuuUE97vlVS/ykOpyH2vdiomtqUuq2ugJ/oD/E/H6/pUbNPXHar/yhSH+LQ4jhe1KY/IZwW0cRhXkHA9NbBtMy3blJOJh6GK7r+8oL6eUdetV78P65i7Poe4WlaF/paR95PKO5RT9jOfnS5ymKH35I4c7Oi1wrLNtvSSg+X6Q5a+9iJUOJ+qdKSq9m5TFl66YgmHkbA255qHrrKOf/vVsktoq4S6eGucnZFMfC6s0F52vb0qs88V6fNF7FJR22IJYZMW03+xjDFWd5M+drI91aKUKdewJdH/H/b9b8i2nLxdIXcAAACARlATx/huW6xEiXc5oVeFqFPiT1nKWyYrn+aVWMdTMnAdc/0wK+Gej5VclnRQT+rgGL/kE1/euE7H4txdcb0Th/iDFId4smV/fsFybQ6cBR7XL7BcP9Rj9u2ZEcN9Z8X3Puizesy47pWKh96XU+4dz3p9UTo4N0NvTUZzyh2wrOpb5mnjXByXS4uu3m6j/zrLIaOcy5b+dqEi3StdR6pq7zbl4K0rEubK+ewGy06muzn5z6ryP8oOrsQhts3lzAzsVdg+V6TPF9S1tmyLCkt0MaPP/dVt+tip9rTsarnlWLflnuGUukbuAAAAAD1PTRzj27RzTw5LTFb5HrXkN8OAXFa/Dcphnnu7vF2OqpPqE/Z1sD51cIybq3geO17Tp7arjlZY31UpDvFv8lE0XMI93hRd8W05YO51j9m2E0YohKUduP8t3/jvMqmXuWpT4h2bHPao0xqPMCp6p8zpnLL1DoZ7Ofl/tjhW9zg8g3a0hQ5J4iWHjHJmWvprFEI3q9CRqtq7TTl464plhfI6T73fk5P/YZWhZJpir8rsc0X6fEFda8u2yDkZLa5afk92Tr7MWlVdV33sVHtaHNb7HOt20zOcUtfIHQAAAKDnqYljXB8itD4JnyKO0H5LfjNe8Q3Lx92NLm+TleJA2KHCxox0sE4ddYxb4mkedrzugFpt9ksFdV1l+ehprVpOYvLOKfFe+iPuuMe1Okb5qR6ya61t18/KlLfH/fuM2KDOh5qqWPiJvsy25NEHpm70qNcV18P1LAee5TkI/1b5N+Xkt4UCcnEm3SpyiF8bbeklh5yybDG2/w5Q5+A6UlV7tykHb11RIRfeO+S/pN4xs3LyjxcNf4W9yj8MtIw+V6TPF9S1tmxLsvo+Yyy8UnRtUbfpYyfbMzkA03fnREqdhnpJ7gAAAAA9TU0c4+v1QY1ZcbxVTMv7yhn2Pu/DtObtMSCrgC7Iv6+bhw11sF6ddowf8NmyL9cMqY+PQ4Hr+KsK82NuLz8eQi8t23fve1z7oC6hekqWSSsUwkOfWLYh+4vLIcCyU8ZcUXs0Jd83VfYcxzoNq/IvZ+RdaIl/2pdT/lt1MG5e/vPqHq8cnkE78M4HbkcvOUjYphU5Zd5VZX4OUO8qdCR4e7cpA29dkXjMJicdrjHl8MQh/3Snx1y9ZK/K7nMFbV8RXfO+j6WMG7YQNUkYDpng2dpt+tjp9rQ4rPtz6jLTcojmi260AwAAAACNpSaO8V8szsQnGfl36wGxrNiYdo2LWeP2SFbK/9MajCcHKim5LLRc01/1h3MH5GKuxpp0dIo8zIu/WVLd0hziYxIS5+fAsnnqs2JRrpmlPswe94g9WyEOioeh5Z5Tj+O+ziCl48/TPt4t4Sj6HOt0Senm7Iy8e9U9bqrfN5jPZNnRccmhPtq58Zf6fb8ON2RZmbfF+G2w7MmvAnK4krebJVkxqw8jDKB/QXWkqvZuUwbeumKZgF2Zc49FWaFEJLzGEvW3SduZKo7PtA579UO+Uvucb59vQ9e872Mpwzyg/anxbk/a44SjnGulj51uT1+HtdRXj//OqTwLtFzraAcAAAAAGktNHOODFqfiLxn5t6p4zcNVHooZUA67ZHXxfONv+kCnXeqatcnK3wrq1jHHuGU11gOHay76OG0K1ivNIf5edi/MqEg+G9T9Dzhcc1hds6YHbNlsWSX3pFMrxY26mJMy7xz7vrnDYEFG3q++fVEmDMzJk7U5+UfS4qxKWS/MuLXJ777hEiyr7Exn0haZIJyprjmunmOG8VsSVmB1ye3oK4c7eYe1JXVWZY4H0L+gOlJVe7cpA29dUXGCxxzusTctnIyEiHtp0eFHBVZnD4ojegR79UPeUvucb59vQ9e875MzzvksOw4f++hJ3fSx0+1pcVgPZJR9Qsq/pq7ZbOQZEts3r+52AAAAAKCx1MQxPlNV44anI/C5a0zMGsm9T/17mQzIN+d8WI4Yfx8WR+CSCurbScf4OtXe13Lyn87b3t1mfdakOMTfyarHvg7o03XlmM86bCv5eP7oKs8u61enslZCV1SHfrXqLE9flxrbtyfynLuWw+zytnoPqAPLdjo8wztbvFTZlv5BhzJSdXIKCWDZsj4of18u4SmGLdc8sO1ykPBaJwK0pa8cPsok3s8e790QzqWgOlJVe7cpAy9dkQnYSZ842xan20z5+yqxw/Mt1/yurnmTtctH3n/vxWHYj736IX+pfc63zxe1S0XuYynjjOqHDyT1e7R/3fSxo+2pduBZD9+UPpOEhhoVfdWTfj9LvtkyObar7nIHAAAAaDQ1cYz3qdU2i3Pyz1fVflbmSrMKnvVJa+WzOPk3yIr3cynXmE7PKfkwXSCD8T8qqncnHeN6deLVlHyzje3db8teBS0O8ScWh/grWUHX10G9GpAVly6xga+pSaUBLGGpbbFZ6cfRjLwLjEmKZOXlKofyt3scJJbYm3tG3t2OzzCl7jFLdqckdmqH5R4Tvo5eyz3myD2Sj/9fU57FvOaO/C2ZDLkdqC195dByMP6eUeZw6N0aIXWkqvYu4T3rpSsF42y/t+jHevn7ypRrflZxyVuTqntatlhWxG4yDlf8C3uVmr/UPufT59uxS773SSljr2UsPODZ/rXRx5q05++WM2K2St1myljvlYy/56bcY5443l+k7Vismx0AAAAAaLoTp+OOcanHtMehRf0q9uRQF8l7Q2TnZZpzPwkRk3LNowrr3UnH+Fzl9B1rOR3kYyXZDntSVrElv/1RdhgT+TjRJKuFttVIt2Ypp8I1cxWmfEyaq/fud/NBtTXu42eVnhxJydf6OG9NUCz0uMfDvANXZbLkttFn1nmU/86i79M2R5XFobjL8R6vLfcYTwubIPpt426oiVFPOQwZeb6mtafYqirOPgiiI1W1dwm20EtX4r8fU3lnO9xn0nKPTw6HBy6yOMVsvAgd5qqb7VWIPufT59uxS773SSljr5qgn11QB2qhjzVpzz4JR5PFDXPsZHGMmzrQ3w12AAAAAKDpTpy6OMYn8g6EU/m/SVrVZfJelHJI43DGNXPUCr1InAxzKqz36k7riWwlPS+rtifk42ZSPhouS5zavkD33mIecuUSU7eDOrZbPpLN2KOfle7s/glCyX/U0r/XGR/d64xdIGOyQq3P8x6zlLPpRmunjaxq2y0f3NPSZ2Z7lr9GJuumxXl5LW1rv+XgPlcbvlJkNS1OkMtZsYrlmgti96dksmxv4Lb0kcNGY1fPtLTtPmNbfTIx9achp5OB6x5ER6ps7zaf30tXlKxGHe+xRxzh02JXT7hONkobHJawXJPG++yZtMdq7FVuuaX3OZ8+345dKnIfSxl7jZXGc9vUg47rY43ac4YssBiVukzJLpBrKfHin1nG9ddcFmjUxQ4AAAAANN2JUxfH+EMfZ6M4Jzd3qcwPiaNyUrZIDjtcs1U+wCfFoTC74jqvroOedLDNtoiOru6iOi+Rbex7JW2vIh59w+2pXj14Sz56n0nf/SYf2Els4p3txgoVR8KIxEptTRaOiePpYLvOEvBqi+2t1YviUExs5lWx9d+k/Z/LCt1FFdYLHYGetFd17XMVtt9WWSgwt0eepyvbUyb93kr9HpqH8AIAAABAdwxEoyY7PMFZT4YMB+veBj5/H1oAjh/2mQd3AQBgrwAAAAAAAOrxYYRjHACgHHv6tzKpi5EKAGCvAAAAAAAA6vlhhGMcAKAce2oepDWGRAAAewUAAAAAAFDfDyMc4wAA7dvSYWVOR5AKAGCvAAAAAAAA6vtxhGMcAKB9W7pLmdM9SAUAsFcAAAAAAAD1/TjCMQ4A0L4tHSFeLwBgrwAAAAAAALrn4wjHOABAe3a0L06fDVM6gVQAAHsFAAAAAABQ7w8kHOMAAO3Z0YPKlH5BKgCAvQIAAAAAAKj3BxKOcQCAYvbztzjdjOw8jtPxOG1AUgCAvQIAAAAAAKjfhxKOcQCAYvZzU5y25KRfkRQAYK8AAAAAAADq96GEYxwAAAAAAAAAAAAAmgOOcQAAAAAAAAAAAABoFDjGAQAAAAAAAAAAAKBR4BgHAAAAAAAAAAAAgEaBYxwAAAAAAAAAAAAAGgWOcQAAAAAAAAAAAABoFDjGAQAAAAAAAAAAAKBR4BgHAAAAAAAAAAAAgEaBYxwAAAAAAAAAAAAAGgWOcQAAAAAAAAAAAABoFDjGAQAAAAAAAAAAAKBR4BgHAAAAAAAAAAAAgEaBYxwAAAAAAAAAAAAAGgWOcQAAAAAAAAAAAABoFDjGAQAAAAAAAAAAAKBR4BgHAAAAAAAAAAAAgEaBYxwAAAAAAAAAAAAAGgWOcQAAAAAAAAAAAABoFDjGAQAAAAAAAAAAAKBR4BgHAAAAAAAAAAAAgEaBYxwAAAAAAAAAAAAAGgWOcQAAAAAAAAAAAABoFDjGAQAAAAAAAAAAAKBR4BgHAAAAAAAAAAAAgEaBYxwAAAAAAAAAAAAAGgWOcQAAAAAAAAAAAABoFDjGAQAAAAAAAAAAAKBR4BgHAAAAAAAAAAAAgEaBYxwAAAAAAAAAAAAAGgWOcQAAAAAAAAAAAABoFDjGAQAAAAAAAAAAAKBR4BgHAAAAAAAAAAAAgEaBYxwAAAAAAAAAAAAAGgWOcQAAAAAAAAAAAABoFDjGAQAAAAAAAAAAAKBR4BgHAAAAAAAAAAAAgEaBYxx6QIf74rQiTtvjdCpO85DKv3IZjtO2OO2J0yGRzxIkAwBQyKYOxmlTnE7EaSESAYAKxrer4rQzTkeQCAAAAECYQReOceg2nV0Wpytxuh2nsThNGyo8Faf+hstnfZyeGDL5HKcvxr9H47QZTQIASLWjy+N0IE6X4nRT2dCEIaQEACXbncTmXIvTHRm7mePbC0gIAAAAIMwgDMc4dJvODsVpS5x2xOmuUuGHDZZLf5wuGrIYidNc4/f58rHFRxYU1bFkF8I/cZqM03nk0Gw59Hgb/yLvmCNx+qjeM6NICLBLyLlsOcvq8GSn37E4jSu7sxXpAwAAAIQZ4OEYh27W341KhY83WBa3DDlcych3w8h3GS0CDx27qfrbQeTQXDk0qL03q/Y+g1QAu4ScQ8o5Lve6cY9k5fgg0gcAAAAIM/DCMQ7drL87lQqvbagczhoy+BSngYy8s2SLLh/P4KtnX1V/u4EcmiuHBrX3DtXeG5AKYJeQc0g5qx1+z5E8AAAAQLgBHo5x6Gb9vWKob7Ktta+BMlituvERh2uOGfm/xWkB2gQOevNA6dop5NBcOTSovS+rcyz6kApgl5BzKDnLoZuTxj3OIXkAAACAcAM8HOPgoicLkliKrVSjen1g9eq/h2ma223nOlwzpLr+NbQcHPRmSZxei87czNqZgBygh9r7rWEr7yARwC4h55ByjstcqcZoHJgOAAAAEGhw16cGXpNIBVJ0ZXXdJlDiaixW+ruvB+Q8M06bPPKvVTJ44nHtM3Utq8ah2/tPYhMOIQkoS1fkoD0T9AuwaRC63Y+rBQ8zkAoAAABAmIHXCvXB9wipQIqu1NExfkDp73AXy3dQwpsksb/ve1x3RcngtMe1p9W1J9B06OI+NCCr+C4gDShLV+I8e5SdXIIEAZsGgdv+Md9mAAAAANUMvM722opbCKYrdXSM3zKq9LJL5ZochHlCHebk4xgfV314q8e129S1r9F06NJ+1B+nu6LHW5AIlKUrcZ4R82BjJAjYNAjc9oOySrzFcaQCAAAAEGbgtUgOkWoxilQgQ19q5RiXj8apbj2YKK7vnDidjNOEck4nH0N/OpaxPPqRpR51WGq5fghthy7rS0n4oTtG/5mJVKAsXYnzfDHs4xWkCNg0CNz+29W4bBVSAQAAACh/0JWsUn1pDLrGiC8MOTpTN8f4OvXhsKFL5DgvTmeSeP4Wh/jlZMLKo6ydFsd2n8f1MyzXb+1yPf09mXSgxzbGLs2P0z9sOYcQumKZfNyKJAGbBoF14DJnPwEAAACEHXAlTvEnyim+rAP1SA7+/DVOu+N0VepxxOP6PXnbC8VJljggX/k4HDvYNskq/j+SUBqykng86yT65CM9Ti9k5fStkKuKaugYN8MATZkOYVltdShOD0SGU/Lf23Ha2MGP3XNqlXshh7hR5vl2D8+1OOj/7GLbNih25GkSm7UG9Zmb6JtMYJyRkAz/SN829XVlnP6O0wfRj6RNHiarxtq490yxrck930uZUxLDPvnbOk9bvVJWsSVx6W/G6XlG3mXJ1v84HZYY+Mmz3LPknS1hhF4az53YsXkOdUpi7x6x7Lg4HrA9neVguXah9P9XRlu8lj68RWSRyO1dhfrZto5U1d5tPmdhXZExhGmrZ1nyzBN9eGO8ay61M0EnO6ISu3EtTm+Ntnkrh/L1BdLvjrZl2c8tB1cel5AkrbHAN9H3v8tYiSvvnUPGuK3Vhy61FpzE/72YOLilDvvL1FNXuyT5komeHTLmSMaOIw7Pd1Ta4WkRne6ELoewv+3Yf0tZSTl/Sf9p1We0NT5NQjYZ7T/SLTYEAAAAoFscRwvUSvFkkDi/4jr0yUDtsXygmNx2LGNItjdfzrlPVxwsKs6Jp/LhPa3q/T7lmj8tq323Baxj3RzjL2x6IyvJP0bZ/FVxn7toaddp88O5YNkjqszPBcr4osq41uU2bq08x8NObj+Xg2FvycduZLNz8jE+kqOrZzzvO0Mm177Kh/CJlo0XR/0lo+wbaTISB8qoJYa9NaSEfIQ/z8h/SOXfJJMYNp5kPF8yefjM0p/SGGyzHb3kkFLGHmNCLHGerjDaardygtytQDfb1pGq2rvN52xbV4xwFglPLb8fskwutrhVoM4zjUOYv4iDeo78ttco+2yJcup4W5b93MkBqeKo/t/4TyYpZ8jYcLU4xyN5P/cVrPdh6Ufj4mxs9aNBcXJ/sYQsW9yunhawz1dFHpM+k+kiK7NeV+usy2Xb3zLsvypvhYz1I1mgtEXq0S/68k30tPDZT3WROwAAAEBdHUa71ODuQqfjFopjyByUTjhed7310Z6Tz3RKfatx2+yTD7U+WTX0VA2MV1o+xqOmOsbFeWOyX/7eCi1ytvXxKfL8veqQIbJS7UqKQ/xiGaGLlNMm4VmBMp4UmZyqua3bZzjH67By/LSS8W+yyvStTBCulw/jPvlQ1pMVvzreZ5msgouk7IUOenPdwTGyVNnpzP4jzgSt9/ON3w+KY22PPPcalXfKQ7aPsxyXJbahtxzkulVZtlzyLDRWiV4JrIshdKSy9m7z2b10Rdp8yrabRpxZyaTWOznEuE+csVHRMYesIn0r1yY7S4Yt9fEaKxWQUeVtWfZzi7PzW94uKD2mMdjocI+5hj69TFtgIueIvM9b6FBUT33tkjhNH6u8C3Pu8dZXp+ugy2Xa36L2X11/xrjuYEq+yzJJZTLcTTYEAAAAoO7OovVqlU+yDXB2Dep1Tg0CZ+fk32TkvZeTd9j4KBnvorbamrZiy/gQ3SeD3M0SIiRxts4IWKc6OcZ36BVYoheJQ3F1yjUn1DV3A9VtqTFxY3OIzy/xXvfVPe4UKONOFXLpgI4cbzkWOh1z3HDUt1ghH69HUvLvV/ldtrtvN5xBSUiWuTnvApM1DuW/VLo8mJPfdEw9V8/21vLBHhVwvvysnHgnK2hLXznccbGbhr4eDlj3YDpSRXu3+ezeumLsPvlOBuIUvydpMOO5xj3qt9eo32hKyJYZVcisyrYs+7llAYjTil7LrsK7jnVeZOxKe5f1flHj1Shrl2M7Ns3HLlkmM7bllL3KWFQz2WW6XKr99bX/cs0smaR3mVTWY9u33WhDAAAAAOruLJqrDvVJnMZLOlynra6rdWT17wef0BHGKq4bXdRO/erjaET+PkdWrPzWgTrVyTFuhp94Kx+qn2yrgYxrFio9myi5TstlgsLmEL8QImSRbAsu2zH+oYfs3WlTRzpYj6uGfN/IhMZvGfnnqTb5mFO+eQjrt7wzIyyHro7k5B9U9uhxTv7Fqvxj8veNMjk7z+I40H2m30GuW9R16wK3o5cc5BoduiAtdM0i+X1LoLoH05Gq2rvN5/fWFRWubLIVbkMWFdzU4Tcs/faOY90OqzNf5qXk211B+JnK2rLs5xb5m7siJxwWWnid0SFnhXwyyl+Uk3+z5w6TInrqa5/71OTHKY/x35Nu0eWy7W9B+z9LrQA/kpNfO8YvdJsNAQAAAOgWZ9GAHErY4kuWQ7GC+sxXA8FdGXnPKcf4N4fy+/LKrWk7PdbOSon3OtKh+tTJMf7VqMpFiTe+w+G60rfvy9bV+ykO8fM+22AL3DvEivGXPWbvWqFixl10JFAd3ilnzZWydNWyqvWoY518HO+7PA+DO6jyL5GJqbGUrewbC4YzOJ92AG+gdvSSg1yjz9HYkWPXVgWod1Adqaq925SBt66od/AN+dsJiVfdb8m/s4B+aJ3anDGOeWXk2x1ITlX13dKf2xKy6q+cOszR72yHsfPrvHAYGc9pPby1BD0tYpfumbtHPcbRJ7tFl8u2vwXeg/1iK5zHZ5awf1u6zYYAAAAAdJOzaEAdXvglL85g4PqYqzDOpeT5RQauu9UgsD+n7BWywqevzTqeEqfWp1ZM68Ay0SFmDsj23VkdaqNaOMalPU1GXScLim5zz5DHo044xI063CWUSuazDVlW1Y9UGUJKDl+NfFYxWnR1KiXPXDlgyzxMua9AX5jKyXtD5V+Vk/+WWiHfL/10f0r+Q5Y+NMPhGV5XGRvfVw5yzUN1zYuMvEfLXjldhY5U1d5tysFLVywhLZJzATbILrvZKdeMeIafWaJWtN7NyHvByHc/oJyCt2Wo51Zj2oRNOfm3+IwJ5ND4/407HOX5ty0sTZk2raBdMg/Y/eqQf6XkXd4tuly2/S3wHjSf82tW6Crjmit16EsAAAAAjUG2DpoHS70IveIuoy5vsrZsy0qHl+IcXq4Gpwtyyr7YbtxWcYpHLqsySpTJVss9t5RY/s2oWs6XVO8/9Mes4weHXh32qOD911kOrGyt7vqrCod4ihPj38MmC5RxT5VxK1Bdr0T1IZkIPFLF4cNySJ3JGYdr+tU1Xx3b3/UgsAHXuMBSlykP55E+sPCUpLsetuiRwzMMpZ3DEKgdveRgXLfXon+HOmgjStWRqtq7TRl464rFabrCIVzXV1volYz8+pC9pSn5zEP7HrvENS4op6r6bpDnVnV3Oa9GLz64kZFXh0RZ7yhT09F9OoCeFrVLepVxngM2Gdv80y26XLb9LfAe3FDknjIJ5Tyeq6vcAQAAALoKNViKOhG72vLxftfy+x+tlR6JM0vVeUNGuUtkhdfMNus3YRlcXw8sk9khnQdd7BjXK4D+cLxOTzSc87zvIhWfP1LhXIY70G+0s3msQBkfXA8rK7mudeBdBeE39CrS5Y66ZvLAkmeVyvPKo046/MF7D4dQXjzytZadLl/SJq8s8W7/F9c45z46FuuywO3oJQf1fK+0kzl0favSkarau005eOuKCmnxVlaLHsvIv8Kzn+idb/cteYbVxOXZKOwB28HbMuRza8d4Tt7+6PvD6FNXmEve9z4rv43xp9NYtQ09LWqXNrnGMpc42RNpk2p11OWy7a+PnOWeb81QiI4hcWbXpS8BAAAANAoJT1LZyi1Hp9ln9dsCGciuMf427XjCe7Kyd3sJ9avcMS73fesTB9Kz7K5zjFu2t392nfQQ57XJas97z5D4q+8tzzZW1QpkVafj7R4oatHtExX08U4zLpNtP1fQRl/M0ASO1+RO4lhW+u/3qNM+V1umttwn7Mwp+6SR95M4JbLOjVhjaR+XUAAjae+MQO3oJQd17Qplt1qymRe4zsF1pKr2blMO3rqiVvq+zwtBY9nJtNOj/IRtalx2wXD03kpbCVqynIK3Zcjn1qFUcvIeyJt8NPLquOt7HetzRu0o6w+gp4XskmXydVtG3tM5IUhqp8tl218fOVv05XfHe+jV7Su7zYYAAAAAdCXGgTr/2/7boXqcSYtlKiuEr6m/fc07rDP675T2eyXVr/JQKnLfq2XFxC6hLh2PMW5xGP7poedmnN3XbfaZ/ZbY1S0H+dEqHK4p8oh8VkBb+n+p4XpqYN9mWrYaX0+2rFd0/+UF9fVM1rZ9WQWmw/gMeNRrxHWnkDgQTIZyyn7mM9kqhxl6T+6o1Z4jFbSllxws1x+y9LUXoSbTqtKRqtq7TVl46YolpEXC2pxrHrrKOv7tVz3uElv+lzEZPioTnwsrtJdB2zL0c1vqM5ySb5bSiY9Z4djUAoUplz4roYjGXRzv7di0onbJEq4rLYb8YnEqr+4mXS7b/vrI2aIvg473MEP0felkXwIAAABoHHqk2KE67LbFO5T4vBN6ZYc69PCUpbxlslJzXol1PCWDz7GqQs5ILECTJR3Ukzo4xi/5xJc3rtPxNHeXUJfEqbzTsk23tZL9qI8jqmAdbA6cBR7XL7BcP9Rj9u2ZcejlzorvfdBnBZhx3SsVD70vp9w7nvX6og74SguVsFLdZ9TBGTTtEw7AYuNcHJdLi67eLtiOXnLIKOeypb9dqEj3SteRqtq7TTl460qyy8zn7AbLTqa7OfnPqvI/yg6uxKm1zeXMjAByCt6WoZ9bnuFNVigKcQjfU2Fy5meU+WuRnYIWJ/3xAHrall1SYXAuZrTxX92ky2XbXx85W3ZR3HKs2/I69SUAAACAxlETx/g27dyTwxL/dTBa8pthQC6r3wbl42hvl7fL0ej70+YT9nWwPnVwjJsrcR47XtOntpyOBqjXVsvK5JaD/FhIB7ll5foWj2v1AXOve8y2nTBCISztwP1v+cZ/l0m9zFXmEu/Y5LBHndZ4hFHRO2VOO/QDk3s5+X+2OOP2ODyDdvqGDkniJYeMcmam7DRZGqDOwXWkqvZuUw7eumJZLb/OU+/35OR/WGUoGY93WNC2rOK5E4dgEmvZWK27X5zhyThgnfGenpbwagOefX+vQx0WWGKvrwugp23ZJTljo8VVy+/JrsuXWauq66jLZdtfHzlbHNb7HOt20zMUU9fIHQAAAKBbnEd1cIzrg4DWJ+FTxBHab8lvxiu+YXFG3ejyNlkpH247VNiYkQ7WqaOOcUtMzMOO1x1QKx9/CVjHDXF6avnw+hLKQW75EDvuca2OUX6qh+xaa+t0smJ8Tgfu36cOg7vieJ0ZCz9Z5T7bkkcfmLrRo15XXA8DteyGyHPu/O1ymJ2R3xYKyMUhdKvIgZJttKWXHHLKssVl/jtAnYPrSFXt3aYcvHVFhU1475D/knrHzMrJP140/FVAOQVvyyqfWxYWTMuk6GexxZNygPZJ1/ASyep/VedfHK55bAlj1BdAT9uyS8kukoxx9Eppr0Xdpstl218fORuTMs67xFLqNNRLcgcAAADoBgdSHRzj6/VBjVlxvFUM3vvKGfY+78O05u0xICt5Lsi/r5sHBnWwXp12jB/w2eYt1wypD4hDFcrqYRUOcssW3Pse1z6oS6iekuXfCoXwMHQ4G9f+4nIIsKw0NFdhHk3Jp1cjznGs07Aq/3JG3oWWGKZ5zp23ardEXv7z6h6vHJ5BTzicD9yOXnKQsE0rcsrUzrbPAepdhY4Eb+82ZeCtKxJT2eSkwzWmHJ445J/u9JirQ303+HMnznkjVMqZEsrTDsi8AzSPifN9zDW+eEE99bbPljJu2EItyar7T1kH29dVl8u2vwXsv6++zLQcovmiG20IAAAAQLc7kergGP/F4kR8kpF/tx7UyqqLadc4vjVuj2vyYdUv/96v5LLQck1/BfXqtGP8ls8hsfKx+TAvhmbgOq+wfIRFsgvgmOuhTA73eeqzYlGumaU+rh73iD1bIU6Gh1UdgppSj+O+jkml48/TPsAtIQz6HOt0SR0UOzsj7151j5vq9w3mM1l2dFxyqI/uG3+p3/frA/Qsq+u2GL8Nlj35VUAOV/J2sySrt/WK0gD6F1RHqmrvNmXgrSuWCdiVOfdYlBX6SEJkLFF/m7SdqeL4TOsC6EpVfTfoc4sTc6xI+a79KCfvr/Ju35oVekM/S0E99bJLKfU1D3d/aowLknfPCUf51E2XS7W/Bey/l8Na6vtI3eOcyrNAy7VucgcAAADoBUdSHRzjgxbn4S8Z+c0Pj2+yyq2yQzEDymGXrCqeb/xNH8q0S12zNm9FUkl165hj3LKi6oHDNRd9PvQD13+ZJeZvaQ5y+TgzOeBwzWF1zZoesGWzZaXbk06tFDfqYk7KvHPs++bOggUZeb/69kWZMDAnT9bm5B9Ji5UqZb0wY88mv/uG7rCslDMdQltkgnCmuua4eo4Zxm9JaIDVJbejrxzu5B24ltRZlTkeQP+C6khV7d2mDLx1RcX6HXO4x960ECQSIu6lRYcfFdhNMigTZyMBdKWqvhv0uS0hTPaXIBsnB2QyZpMxaNLmf2TI5jcdi72gnnrZJYcx0mfZrfjYR8dqqMul2t8C9l/ry0BG2Sek/Gvqms1GniHpa/PqLHcAAACArqcmjvGZqho3PB2Bz11j+NZI7n3q38tkUL05x8kxYvx9WByBSyqobycd4+tUe1/LyX86LxxFh9p8sazS0qs5x+XjeLCNss2QO+9zDsxKPoA/usqzy/rVqayV0BXVoV+1cZ6+LjW2YE/kOXctkyx527UH1KFjOx2e4Z0t5qmsyvygQxmpOjlt67dsOx+Uvy+X0A7Dlmse2HY5SHitEwHa0lcOH2US72eP924IB1FQHamqvduUgZeuyATspM+5ABbH2Uz5+yqxw/Mt1/yurnmTtctH3n/vxenXH1hXQvbdoM+tJs/Ne/wp4fr6C8jmWZ4DUt7rSb8/aNG7qPU+SvqU7RyPIjbN1y6llHFGtfsDSf0e8qmbLpdqfwvY/6d5h2/K+CAJRTQqdldPMv0s+WbLxNquussdAAAAoBccSXVwjPepFTOLc/LPV9V+VuZKswqe9Ulr5bM4+TfIaqNzKddcVwc5LZXtlcmA+o+K6t1Jx7he0XY1Jd9sIxzF27qughb9vZjiID9RJEa+fGD94xgb+JqaVBrAEpbavptVux7NyLvAmKRIVoqvcih/u8dhYH1GzN2E3Y7PoJ1Ms2R3SmKndljuMeHr6LXcY47cI/mA/zXlWcxr7sjfksmQ24Ha0lcOrT79e0aZw6F3a4TUkarau4T3rJeuFDwX4L1FP9bL31emXPOziukdiQNuT8sWy6rWTcYBiX8FHI9U0pahn1tNiNuYEj3f4+ocjPMdUWV8aNloGW8cFfkdNK7Rq4ZXysT31bJsmo9dyihjr2UcPeCpP3XT5VLtr6+cLQ7rL7LDtU8WAO2SwzyTsfvclHvME8f7i7TdjnWSOwAAAECvOHE67hiXekx7HDzUr+KgDnWRvDekfLS9THPuy/ZbG48qrHcnHeNzldN3rOV0kA+OZEvrSXEsj8lW5hldoAvJB9pZy0F59wuWN0s5uK6ZK/fkfubqwPvdfFBtjdv1rGrPIyn51hoxcZ/bzg/IuMfDPH2RyZLbRp9Z51H+O4u9mbY5TS0OxV2O93htucd4WggP0W8bd0NNjHrKYUiFSVqYUubJKs4+CKUjVbV3m8/urSsS1uqHlb4595m03OOTwwGAiyyOLRsvQk7wVt2WIZ9bHNVvjRXQWXx03DnTbyxkiFLaeoO65psl35UybZqPXcoow3SMvyq606pGuly6/fWVs4xHH+fI4YY57krZ6dDSgf66yx0AAACgV5w4dXGMT+QdCGf5+PjmssKyZvJeZBm4jmVtI5fVWBPqmtcuB/qF+oDukOzWyRbUJyKPafkATgb+lyW2aV8X9sE5skJsoh3HuFHebvnQNeOHfla6s/snCNWeo5b+vc74cF5n7AIZk1VmfZ73mKUcnzdaO21kZdpu+Wielj4z27P8NTJZNy0Or2tp2/MtB4262vCVIqtpcWRczoqtLtdcELs/JZNlewO3pY8cNhorU6elbfcZW+OHJaxDi5OB6x5ER6ps7zaf30tXlKxGHe+xR5yj02JXnXf8SBsclnjBk8b77Jm0x+oKbFXlbRniueXdPyaOzBViZ9dLeR8znIZnHet7TNq3VdfHYrcHLPkPiK2YFhntKNum+diljDL2GiuN57apR3XQ5dLtbxE5y0rtP6TtpyS9l2tt8eKfWfTymsvijjrIHQAAAKBXnDh1cYw/dDn0ycj/1BaPu0tkfkgclZOyzXHY4Zqt8gE+KR+hsyuu8+o66EmP98VB+QC/XlJ5SySkwl5J26uIR9/wNtQrAG/Jh+sz6bvf5CN5RGLO9rd5v41S1gdjsnBMnKAH23V4gFdbbG+tQBTH3Go5U+CztMuk7AxIdhQsqrBe6Aj0cr8719pBlzYpIX3xuiV8WeQaeqQH5bZVFhnM7ZHnqaX9daj3SpmgnJTvoE30agAAAIDqB2URDk9w0JMhw8G6F4kApH6cZx6+BQAApdjb60a4iJkO+RersGz/xtZGkgAAAAAAzf6wwDEOAFCOPf1bmdTFSAUAoHRb+5vL4bKW62bIyuEW35AmAAAAAECzPy5wjAMAlGNPzcOwxpAIAEAQW/vCsLW+ZzTsNK6dRJoAAAAAAM3+uMAxDgDQvi0dVuZ0BKkAAASxt9NFx63xJdsMO/0QaQIAAAAANPvjAsc4AED7tnSXMqd7kAoAQBB7O2nY2oWe1+4xrt2JNAEAAAAAmv1xgWMcAKB9WzpCfHEAgErs7U3D1v7pee0zue4ekgQAAAAA4OMCxzgAQHt2tC9Onw1TOoFUAACC2dwlcRoXe5uEVdnscM1AnK7JNbeTfyNJAAAAAAA+LnCMAwC0Z0cPKlP6BakAAAS1u7/E6ZVhd+9I/PCh1oGc8X9nxGlNnE7E6VOc3hA+BQAAAAAAzA8LHOMAAMXs529qS7/J4zgdj9MGJAUAEMwOr4/TxeQgzTh9jdM3SUkc8ndioxPH+K9ICwAAAAAA9AcFjnEAgGL2c1OctuQknDEAAAAAAAAAAHUDxzgAAAAAAAAAAAAANAoc4wAAAAAAAAAAAADQKHCMAwAAAAAAAAAAAECjwDEOAAAAAAAAAAAAAI0CxzgAAAAAAAAAAAAANAoc4wAAAAAAAAAAAADQKHCMAwAAAAAAAAAAAECjwDEOAAAAAAAAAAAAAI0CxzgAAAAAAAAAAAAANAoc4wAAAAAAAAAAAADQKHCMAwAAAAAAAAAAAECjwDEOAAAAAAAAAAAAAI0CxzgAAAAAAAAAAAAANAoc4wAAAAAAAAAAAADQKHCMAwAAAAAAAAAAAECjwDEOAAAAAAAAAAAAAI0CxzgAAAAAAAAAAAAANAoc4wAAAAAAAAAAAADQKHCMAwAAAAAAAAAAAECjwDEOAAAAAAAAAAAAAI0CxzgAAAAAAAAAAAAANAoc4wAAAAAAAAAAAADQKHCMAwAAAAAAAAAAAECjwDEOAAAAAAAAAAAAAI0CxzgAAAAAAAAAAAAANAoc4wAAAAAAAAAAAADQKHCMAwAAAAAAAAAAAECjwDEOAAAAAAAAAAAAAI0CxzgAAAAAAAAAAAAANAoc4wAAAAAAAAAAAADQKHCMAwAAAAAAAAAAAECjwDEOAAAAAAAAAAAAAI0CxzgAAAAAAAAAAAAANAoc4wAAAAAAAAAAAADQKHCMAwAAAAAAAAAAAECjwDEOAAAAAAAAAAAAAI0Cx/i/MhiM06Y4nYjTwoY8c1+cVsRpe5xOxWkevQEcdWedYTK+IRHAxtE3GDs0Y+wA6A9yBwAA7HD9v0ugtHZbFaedcTqCRHq7sRvlGI8fcXmcDsTpUpxuxumLEsFQjz73sjhdidPtOI3Fadp45qk49dMbwFGXcP4BNo6+0TT9auTYwfMj92ic/onTpPS50URmaA/6g9wBgHcHdhjfC76XLmi3RFevxelOnD6rdruAhHq78TvqGJfZwipYJff7JU47khmfOH1UeUZ7uJ2H4rRFnv2ueu6HJd9r2BjgnKeX9Zwu4fyDRtu4bu4b2OfCcmvk2MFRNmvj9ClOX+O0O/nYi9NcQz5/oj/oD3IH3lnIgXcHdhjfS3XfJVCo3ZLV4dvidCxO46rdtiKh3m78TjvGLxq3H5d/bxel/DnZviD5+mV2LdWYylaHJRZF/pJy782qvDMNafON6rmPl1z+TVX+QXpaT+kPjnFotI3r5r6BfS5Fho0cO2To/DdZUfNriozG0Rr0B7kD7yzkwLsDO4zvpbrvEmi73a4bbZbYqkGk0tsN3mnH+Hu59UicZjk6HFqczsi/3HCkX0vJs0OVt6Ehbb5TPffaksv/qsq/QU/rOUcIjnForI3r5r6BfS5Fho0cO1jkMGxsiT6rftttyOcDWoP+IHfgnYUceHdgh/G9VPddAm232x2jzZ4jkd5v8I45xuPbLZXbXnfIe8riGF+fc80Vybc95ffLKtZTX0Pa/Irx3JNlP3dc3gPVTqfoaT2lPzjGodE2rpv7Bva5FBk2cuxgkcN9YxXNXPXbLNn2nzhzNqM16A9yB95ZyIF3B3YY30t13yXQVpv1SVu1OIdUer/RO+kYPyyxxQYd8v6jqpprTGXWOXXbQ/z3t0Z5dxrU5h9CrjiQcDavpfxk698APa2n9AfHOLR0YUES67KVmmLjurlvYJ9LkWEjxw4Zun4TrUB/kDvwzkIOvDsAO1yf7xJoq81WKt8jE3UNaPROOsYfxWm/Q75By2rx2w7X7UrukfLbsCrvUEPae7F67n30AmhjUItjvNm6sLqTobjqZuPoG13/bjzkkK+RY4eU8VuUtSsP/UF/kDugg8C7gz7QZDuM76Vr2+24ii8+A6n0fqN3xDEe32pmnN64bCWRwzg1Lg71Q8kJyCm/7VHlLWlIex9Qzz1MLwBPHcL5By1dqKNjvGM2jr7RtXo8ICvxLjjkbeTYQclgkfpYmIn+oD/IHdBB4N1BH8AO1+e7BNpqt8dGmz1CIs1o9Khujg1LHf+2OMYXO1y3ME5zUn4bMcr61KD2vmU890t6ABTQIZx/0NKFOjrGO2bj6BtdqcP9cborbbbFIX8jxw5KBicNGTxGf9Af5A7oIPDuoA9gh+v1XQKF22xQJu9aHEcqzWj4bnCMv1fVfFdCmV+M8q406AU2xSEC0KYe4fyDli7UyjHeaRtH3+g6/Z1pnDjvtHqtiWMHiwzMGKFn0B/0B7kDOgi8O+gD2OF6fZdA4XbT0SpWIZVmNHytHeNq21WLv9ssc7kqb2tD2nqdeu4N9ABoU49w/jVbF+rmGO+ojaNvdJXuzleHej9yuKaRYwclg2VNlwH6g9wBHWSLPe8O+gB2uO7fJVC43S4bbTaJRJrT8HV3jO+zOMa3tFnm7yrG2SxLnnlxOi1x0JOZvvE4XUoLzeJ432TWcGecrsms+aSU/VYC/PcFluVZ47mnzPvJzG8Sk/2BPGvrmW/HaaND2X1yeu92kVtyYvpzz/otFjncNerwTXYM/N3ubF3o8stqZ5HlLyLL8yLLz/o6cUo+krLvx2l2B17y30ouO3n2X+O0O05X4zSWdk5AyvV78rY7Sf9P2uRVMvHWBTY6mRz8Q9p4QnR3c0b+rXF6IXpxK+RKpho6xoPZuE73jRL6VSH7LCHJzkl/admy12KbtiR2Rz543/3UBUg8zCPSlyKfbZJNHTuouhwPEStTdHSFHJqefJC8TN4FOdfMkHfjuKSzod+rTdSfOoxJ6LfO95ybvM/kvmckdME/IjfzfbhSxr0fpE5J3R62cxiivGN3yz3fG8/7Wf62LsQ7S/Iuk/fR4WQlqjzLPUve5H11QuxL67mTcdK8kDrIuzv4uyOYfSpLr+UbdIuMQ6/IWPRdyvMkMamfyjdqcr97cVqQUm4S8uFYnL5K/rsu+owd7n7fS0V2uPRxWVU2O6eeiV39S8ptyWi0Jfck1I/RbiMFyh+Utm19u7fa4FKrL8f/vSg2aTzr7MR2bJzof/JtulfasKVrR3LqP0vapGVT5vzUBLrAMX5DVTExpgNtlnnHKO+p5fdD0kls3CpopI6JEn8RIzBHfttrlH02sCxfGPe6rZw5H6Ns/rKUt1yMyHjKNVcc67VEOvD/Zp5lYD9DjMFqI5zORd+XWOjyy2rnZBZZ5DltkeUdlfeYJc/5bnWMSztck4Muvqnnuu1YxpDI/XLOfaJuWOkjA5unog9aJ96nXPOnRS+2NcgxXqqN62bHeBn2WSaaWltAkw+VFcbAd7caON6t+VgnmWB6lmJfbQw2fewgk2y+OIcViPMtlQ/AT5Z2+ebgsN2dt2iirPdqE/WnDmMS+q3XfQ+Iw2DU8hy3DSfDSI4Mz3jed4ZM3n8VOSZOjPmGo/6SUfaNNPvg+86SD/7nGfkPqfybZLGFjSchdbBp7+7Q744q7FOJen3OcI5pLqu8y2Qiw8ZzS9k7VXiSXH3GDne376UCfQ02LqvKZufUb4V8W/9bhjjnZ0jdjsgzblT32ud5j8PSDuMy+TLfcJYfEX1cmnd2Ygk27qU4t99Zfkv6Rb9HO97+qQnU2TEuTqyJMh1ZUqYZ6+lPZVRGRIG2Sd4l2igUmJFqxVT7R8+QK0fdREBZzlXPsd94qUYyo7lY/jagZnYztz3JMyxVAy2nbVLS8b7Z2iPLAWewsZPll9nOYpT7JJ1U9Ths5DuVUtc73eoYV+XPVro04Xjd9dYLPyffaDeEu5DdMqtFHwaMF3mLlZZBZdRUx3hIG9eNjvF27XOygyZL3yTPQuMd3VXxItVp808ZOzjXyeRiiTq6X5V91+G6h8qp8nNV79Um6E8dxyT0W+d6nFbP8ZusxnwrMlxvtO8Wi3PtV8f7LJNVyJGUvTAln+kUu172O0ucydp5MN/4/aA4WPbIc69ReadC6SDv7jDvjpD2KaBe/5PWljJ+HBeH5qCsEE21RbIjZFryzxYnmLc+Y4e70/dSkb4GGZdVbbON5zljXH8wJd9lcd57726R9n5sOKXnp+Q7qc5PfB/axkmf0mc27s54lk3t9EEc42HqtsrSyMfaLHOtKm+NYZjvSRrMkNG4x732Gp1+NGXb0IwqlC4ue4eemRKlTwbDq1OuOeFjENVLeTpv1YRszXFaBWFZ6etinIOWH7KdLTHJVhjO0nHZTrO3V1aMW+5xTj3b7Jz8pgG/l5N32Hg5jHeRrd6aNrNuDBj2iS5vlhn/ZAfEjIY4xoPbuG50jLdhn++4tK2xPfpwF/Wln9WA/CRjB+d6BZl0kw97kz9y8i/0XT1U1nu1ifpThzEJ/dZLVjoM5QpxmBxJya8dICMO99huLDxJQrLMzci73tYOJb+zvtlW18qzvbU4x7w/+ovoIO/usO+Osu1TSL0We/PDCnkZw4+ZYS4s36UvlWPtszmBpXaCfGb81BjfS0h9DTouq8Jmy3WzlMN+q0ebvXW8xyJjB8C7rNAjFqfz5SpsnGWCMk+3zF0cXeMv6WXHuG1bQLtxps1QA5OtLSHRf/F6bkY/xuuZV2QFjGyjaJG87Oal5NsdauuTuo/5wnwrHfiTbSVBhoGbyMg7qF6Uj3PqM09tpZlwcH6aTHay/NDtLI7N7+oiBm3KfJHF/3+hNWOf9TLsQsf4VteV+zLL/sFnQGisRrjRRba6X/WxEfn7HOnLv3WgTnVyjAe1cd3sGPe1z3KN3tI6M2MwaA1jUeO+tEU92zqHaxo5dlD3vFpkFU1Bm5/3waZXyLh8nJfyXm2i/tRhTEK/LdxX30goh99yxswmH3PK36m21y/LyT/Dx/Fe4JtisW0RlWyJ/6E9xFGiw3j0h9BB3t1h3x0l2/bQem22zUNjHPpRO0otK8YvGzYkcYovVfk3+ExsYYd7wvcSWl+DjcsqtNmz1ArwvNja2jF+weEe842dPYm/aZGHvXLdFVCWjXugZDgr574ri4YzwjFeft0elum0kDLN7T835G/J7NwjWwdTRifB5YAJvVJ5c0q+PhVLbHdAWX41t7BJzKsdnvox5fHMeQcgnvaJoyXOv+8MYifLD93Oasb4hszQv4s8DqLscsf4fCXbXRl5zynHuMvqt768cmtqr0379UH+diPkILiLHONBbVyXO8Z3FXiP6Vj/O3Jkv6qL+tF5s80jh3Mlmjp2UPc1Vy6OlVz2Odc2kUlCHXdyfVXv1SbqTx3GJPRbL1m9UwtDXOJSu4739erPowW+Nz96yjTvm+Kgyr9EHExjKaFENhYJnVhEB3l3h313lGWfQuu1xeF5WOr52uYYi36M8btVQut8tYU6knBJLXZih3vb91KRHQ42LqvCZkudHvlMsFjC2WzJyT9ghLFJDdGSoau5zumSx6+7XMOpKH/Jfhzjna1XvyX20EibZertP7/JDOv7tNXE0Y+H1OTNli1RM8J3M/JeMPLdDyjLFeoZRl1l6bqVKfrxkNRVOeW+UPk35eTf4rOtqoLyg7azGkQclLhY/9Skb1bi/FN99VxKnl9k4KEHkP0OfeJTux81Mjs+IWXtr0D2OsTMAVlpMqtDulALx3gVNq7LHeNe9lmu0RPTLzLyHnVZuVEjeZiD2NsO+Rs5dlD31CuNrpdc/qhHOCy9XbTIx3nh92oT9acOYxL6rbOcFuhFRXk7Jj2cMXNltWqLV67jKJ9J6ALfFLfUCvl+sSn7U/Ifsqw+nFG2DvLuDv/uKMM+VaHXlpWoie34O21VrVplPyW7B5J67UnJf9M1/CR2uLt9LxXa4WDjsipstmrrry672JJJZM97XDPb2LEN/raFkKlo/NoffR/v/1ZO/mUih0qiEuAYd3dUtr2601LmCoctLV9t238y8uuA/UtT8pkHADyO2jzFPKdOf2gj62gc9CrqR46dbNyh7ClVdl6YE+0QvNHh8oO1s8w+moOIbfLvJQ1zjL/JmhSTWcyX4hxertpjQU7ZF9uNqxjZD7vYHFj2Wy333FJi+TejajnfDTaumx3jRexzyiA34VAPjHmGfJ+pqWMHdd8Nqn4HSyx7rm1LbUb+Vz5xEst8rzZRf+owJqHfeslqj6rTGcf3hMlXB2eG0xZwQ4cil/ej7zsr+vFgv1OS7nqMdR6F0EHe3WHfHWXZp4r0+rKR772ERniSkf+tudJVvlOvOfSB59jh3va9VKSvwcZlVdhsi9055CijUR3uKCPvZt+di3KdObl0uuoxmNKfvAmM41VMAuMYz6/XX5YX+7w2yzyvYj3dyOroltm+vFhMetXqfUue5OA/8/CNs1HAw/Hknnr1wB8FnXDnHA2Dy6E9U656l7I9Z1Onyg/dzkruX2TVwMUa9c2qHOO3sl6wMuh4If8/U7XJhoxyWyczz2yzfhMWG3U9sOxnl+nI7SHHeFAb1+WOcW/7bAxc9UA3N4ZhF4x59KqtZQ7XNHLsoO6vt5euDtgmaz3yRi6TnGW9V5uoP3UYk9BvvWSlV1sud7hmkbrmgSXPKpXnlUed9Db492W9sywhBQ6Ins7NeLd983H6FNVB3t1h3x1l2KcK9dp0ht0Um7TA0QF9UcImDDr0gT+xw73re6lQX4ONy0LbbMlvTix9cNxVONvjHv3iS/Bd+b3E1V8RagxmmTxdnyHH95HDYdk4xsPX66Wq2ssSynytZmtf5cyS6Nm+nR7l/zujY/z2i2zpaDlsb6XNaJYsR72F6bOrQ1BexLmDmfjvl3zkJNe88HBcH8gbsFdZfuh2VltsnrrOMvegY9zczvRZ/bZAXpLmgRPTLrPnyQqNOG0voX6VO8blvubL/mbTHeNV2Lgud4x722f1gaJDmn1qd5K6w/IYSbMrjB0y63jdN3RJwTZJLVsmQN9bdHJFVe/VJupPHcYk9FsvWX0xt6iX4YyRPPdUnv0eddrnOlbyfWcloSjU++lVlH0uzRrLWGRVCB3k3R323VGGfapCry2rbxNH3ZGMcrer/EnIxHWOfWANdrh3fS8V2uFg47LQNjv6MX757wUdxis97rHX8R5nlFz7Q9s4S3n6cNvTKfn2hNyBgmPcvU5zLR2g3ZV8Q5Yy1+Zc81Ap70BG3l9V2ZMy0PzLcGSNypaEhRXKUg92/3S8rk/Fr3qdkfeTuseQQ/kn1DXDKflmqdXcHx23IgUpv4p2ljqYqzxO1sxmVOUYP5MWB0365jX1t695YZei/w67uVdS/SoPpSL3veq7tTZgXToeY7wKG9fljnFv+6yuP2TR8xft7rjooDzGPHc3NXLskPNeelxy2Z+zVnspmzuq2nCiQP0Lv1ebqD91GJPQb53ltLzg+/BM1goyWXEZuconx8mS8FtZ76z492eeW+z198FECB3k3R3+3dGufapKry2O7jc5zuErKn9eeM9/WrocBTwQFjvc2e+Siu1wsHFZaJutFpBNuYbMkYVz/1uZ7XmPmQ7lD4hT23mhZ6gxmFpA+jhFF19X4dfAMZ5fJ9uWjA1tlqlfSnlxg/Rs392c/Gcts7s3xThv69SKX8uKgwWO1zmdWpvMpql8rgcPDETfx5A+ZsnTr2ZGEyM0v5Plh27n+PrFlpfenIY6xvX2uBny9z0y+Jun8psnT5+ylLdMVlLNK7GOp2QgNpY1wChZLo+VXJZ0UBfq4BgPauO62TFe1D5byrlseSdf6MLxztICu5saOXZQddTbS8+WWLbeNn08J9+BAqHbSnmvNlF/6jAmod96yeqg64o3dd0rtVW7L6fcO571MlexT2dsmfd6Z0U/xl7NDe9gGUONhNBB3t1h3x1l2KcK9XrEZ3WprCg3y12ckXdOFRM22OHOf5dUqK/BxmWhbbZldfktR9ks97jHr0V2i1sc/Mc7NQZTIY6mLO/8pE3/+alp1NQxPmJRgv6Sy1yXk1/P9u3Jyf/Qd1teRbJ86ztTb8wS5Q7ILKtmT3vULdkZcN9o4/3irO4TB9Nzw3hf9JkVDVV+6Ha2rPC4XEObUZVjfJseWMgAMJnFPmrJfzNNbtF/p7m/cd3qVGN7fTT6/uT1hH0Nd4wHtXF17Bse9Slsn1U5M9VEY4ulXdZ/9EfFPIdrGjl2UHXUh2dtLbHsP/LkG/3/QctnLR8W+xzuUcp7tYn6U4cxCf3WS1bm2Sxjjtcsy1vdGP0XF9gpfqyDo+J6We8sS7vd83S85bZ1UR3k3R323VGGfapQr7+qsBpZq8V1vP/bHs7nXdjh3vW9VKivwcZloW22ZbJkn6N8brpO/Fjs816H8lshYJ37Q8gxmKUdVhq/DYidWvtT06ipY3ysnRmxlDLNLWnvHfJfUrNqs3Lyj6s699VAjouKGFA185c8+y8ZeV/5dvIUZ9+0xKj6LE7sSdkadrLd7U9llh+6nS2xw36toc2oyjG+SW/tTcKnyICj35L/Stq2Q/lYvNHltnql6PEONcge6WCdOuoYr8LG1bFveNSnbfucMahO+LvL+pDpNHrleE3jxg6WOp5UdZxTYtkP8uJYJju+ov8OHhuwbMFdXNV7tYn6U4cxCf3WWU590fcHz19xvM6MaZvsxpttyfNBPe9Gj3rpsBDLy3pnqdirCZs8nQGuDj5vHeTdHfbdUYZ9qkKvLav/z+WUuy8rrJEl/0jRcDvY4e76LqnQDgcbl4W22caCSOddUyk2cigj/12V9xeHezy2LPrtC23jMsodUOXuMn47lbdbo2epm2PcsnIh4VCbZeptCCcdrjFn+5445J+u4QTDAZ+tKnLNkHrRHMrIu9AS26vPo37zjA5/JsDzl15+yHaW1ezmR827mtqMqhzj65V+nc+K461iZN43/n5IJkVmdbGdHpAByAX5t3mY0acO1qvTjvGgNq6ufcOxLl72WbZwrsgpUw8GP3dRH9JOo/MO1zRy7GCp422jih9KfudNZ8VblO3b09K3BlV7vHe8R9vv1SbqTx3GJPTb4u/jyOGQcVnFZj7L0ZR834o4OCUm7rTLarci3xSq3T475D+v7vEqhA7y7g777ijLPlWk13o1bV5b3fAZ3xuLCUexw73te6lIX4OOy0LbbMtkSX9O/pnRjwe4vij5HsdkMeaYT3zx0GMwiQ3/nU5Iv51yWXTSk9TQMW47LGRJyUZqZU7+RVnbCmU70RL1t0lbPGRXZ0ogWZqzu5OOLz5zW9LFnPz69N6b6vcNaUZbBn5jReTlMbAsvfyQ7Zw4fH0HER3qo1U5xn+x2IInGfl360G/zAJPu8bZrLGdviYv1X75934ll4W2F2rVH+IdkEtQG1fXvuFYFy/7LKtJDueUuVGveOiiPqRXhGwxfhu0fYg0deyQ8967VmK5Wp9OqN9/lpWTrQnBrVlbSkWHZ4R4rzZRf+owJqHfesnquK/TRL1Dn6c5KSxb2fsc62SuAB2zrUZv452l2+2SQ320g/gv9XsythpuVwd5d4d9d5RlnyrS6388nIZ9Smbnc/IvT3v+6L/zmFZgh3vH91KRvgYbl1Vhs30nS6R+j7J2dcgE8owi95B45F8tcjqdp4+hx2BJG2r/iujimZ+aSg0d47dVlb6UUOZNn5h7lkHJJuO3TRJTaaa65lGBlRqDYkBHAshRz+66zExd9DRWI2lxnKL/DmRIPf3csqVkf8nPH6T8kO0c/XdYiNfWnB53jA9aHONZYX3Ml843mSGv7FDMgHJIVgMlB6bMN/62NG0LlPy+NnI87bpbHeNV2Lgud4x72eckZFmUc0hNMjBUZY4XdIa+lrZ7U7btd3QaTatBbvLsqxk7WO+lVy/+VmLZp1XZGyw6nOjIgPz7fFq82lacy1Dv1SbqTx3GJPRbL1k99FlZFn1/0FsyxliQkfer77s++v4At+m8eKUF3ln7fMMKWFYGmg6+LeLEnNmuDvbiu7tO746y7FNovY7+O+vK5GxO2Ws9w6j8buTdpsp5X1boGuxwPb5LKrLDwcZlVdhsy2TJQEbZJ+R5rqlrNht5hqQO8zLuMSOl/Pnih9hkidtuPsdvtrjpocdg0fdnuU1JqNZPkeeZfillH5NxxYRtbI5j3K0us5VBSbhdgpGa9Im5ZxmUzJS/r5IXzfycl1MkRmNWjgPlvbxQ+gPIcp2qzzUPQ3jU8R7vbPGYZDD0IWv7kKWdWzL7U0JotHvYapDyQ7azMv7va2wzqnKMz1SyvpGTf4PK/9w1xmaNZKtPhV4m9mtzzgBpxPj7sLzYllRQ3046xoPbuC53jHvZ5/jfH8Vu/uwxZhjxrNP8FNv8RwXyMGMmPjb+fibFodrIsYPlfjt8toF7lv0obTuqtMs3U09VG0YtOcnKuMch36tN1J86jEnot85y0tvf896HS43t4BN5zt3ox0Pf8nRnIPr+0MedAd5ZN3xDOVq2wA/K35fLFv/hdnWwF9/ddXt3lGWfQuu1mnyKHPrZKc9QQjf1SlrR5Y9lOtGww/X4LqnIDgcbl1Vhs+N/P02bWFTvy/MSSmTA4nz/2fBLvrQsPnuWNyEjIUmSfngwRU6z5e87k37fiTGYrISPVGibHSWUu8vynbfvp26gZo7x8xZB3ivTceM4m/hed3Jxpr5P2wokW0vequveiWFozarNkFmjO7btICXLUs/KXc2YjGht+0nqv6YN5/MsmaUey+tYlhlJTVL2PZFff4HnD1J+qHaO/ouHnrqNp6GO8T41y73Ywelm8ixtx0IdHeLJNqbWCgNx8m+QvnQu5ZrrSp+XykvudRWOxho4xoPbuC53jDvbZ9G/llPl94wyh1WZazzrtC3DHs8K3L9MedyRv51Km3xv6tjBUr8LPtuCPcvW8TIXygq7ayk7YX5YCSSrzJKPj7mh3qtN1J86jEnot16y0luuj+Z8DH80Voqvcih/uyp/XU67mQeG7Q70zprwdfRa7jHHWF37axk62Ivv7hq+O8qy7UH1Wjl7PzvkH00LoePgNHwuO2c/lhkmBDtcn++SiuxwkHFZhTZbT5Z8kX7RJwvudkkomNet+lnuMU+e+4VtFX/8tyMq/4fWe1Ta9qg868EMOa2UnRhXOzkGU+19r6Qyr1i+84JPxvaMY1y2eVxN+WBOXvi721jhe8w2Q5NzzaSlHp+i/AMzFlkMtI0XoQclYsT+UTGlVhrGKZH5SXmpjskWjxme93iX1l4O1842ZDWZI6+PLrOcVZUfop0tL9O1TXeMy72mXeLsSd5+pe9DP3UJltXuLV5mhCP6LeWaRxXWu5OO8eA2rssd4872WbYKtkh2IixMKfOkSxzEjDqtyrCXmwPKYlbKPe9m9K9Gjh0sdXvk86HepmPc5FiOE8CU75KQ79Um6k8dxiT0Wy9ZnVX3PJKSr+VgbTnSFnrcwwzVcj8lT+IUuW28k9cFemetzgonl3GP15Z7jKfpdxEd7MV3dw3fHaXZp1B6bXEEXs7JP+QbesZiu8ZszkLscE/5XkLb4SDjsgptdiLnxzm6cMNcjJOyk7Wl4/0p/oYnGeV/soSgscn1SqfHYMZK9gnbroyCZdr8E7/jGM+/95OcDqgHBUlHeNqGARl1vGaPKPW0dMgTrqvZZDbqsAwIJqWMSVm9ej4qORado6PmvMh6wqhP8oK4LPGZ+gqWvUYcd622uRa5nb68RQz1O3lJ9Mms8HljFYuNs471Clp+iHZW24smirZJDzrGJ6Kcg0IsL55vLiugaibTRRZ9HLNt6zWumaMG3ZHYqzkV1rujh2+GtnFd7hh3ts/R/x+2MyX5x2RQ1tpOOCxhqFqcbKNeh+X9GqXF2wskjwtiG6bkw2UvYwenD/spnw/1NsZnuQNo6ctvRTZfpE3nVvFebZr+1GVMQr91ltOoZfywzujH64xdZmOyqq7P8x6zlHxvtHbyiRx2G/3zvOu4reA767iv402uWymymhZHcjJGWFCmDvbqu7tm744ybXsQvY5+jBe+JSe/jrG92OEeeyX8wYTUbQ52uOd9L6HtcJBxWcU2e4ZMOoyKzk7JCvNrkT0e/jPL817LmrQQWR8TXW2172N5tw5Y8h8Qez4t9dpRlY1zvM/eksv9U+o9kRYqBsc4NJ5kK0hrVWvaC0+cbdejH09fjhwMSdDyoXLHePKC3uiR/2nIlaeBn/WQDHAnZcvfsMM1W2UgOSmDhdkV13k174/O9I2S6729tYpMPmhXyy6uz/IxNCmrC5NViYtKvvffIq9VP0Hd9GKF3l5acvkL5UPim8/kOgD84CgxuSVOomdiu7+JU2BE4pm2e4bPRinrg7EYYUw+sA9mTVZB77y7O/nuCFRn9Bq6qe8H0dcmjsvE+f5W7GXid9jUID1KnvsuPer/BYJjHKrStevGdqaZDvkXqy1J/8aN7lT58D+5daXzD4LowpCsWNkbehUVfaNnZZYMuj8hiVq2zb5OhGgCAK9+ur0rD7kC3h0AANApO71bJlOY9DOEgmMcqtCz31wOi7BcN0NWO2Q6m0KXD9/JDOcfAH2jDHnNk1UpR5BGLdvHPDhsLxIBqGU//ds3BAMA7w4AgMba6CUS5mQd0vheMDjGoQo9e2GomW9cw515J5uHLh++kxfOPwD6RruyminbNUfrfKZCw9uodUjf59AH1wJA4X5qHjw3hkSAdwcAAKTY5yT82psk7jvS+FE4OMahCj2bLqpj8SXbDBV92Iny4Tt54fwDoG+0Oyh7JIchz0MitWyjlYYuH0MiALXsp8PqM24EqQDvDgAASLHRyTlmt5GEXTg4xqEKPZs01Gyh57V7jGt3dqJ8+E5eOP8A6BtFZbREDoJ7ksSoRyIdbYvNMjmRDJJ/Vr/9JXr80eXMDgDoSB/epT7j9iAV4N0BANBoG70oOURUH7Yd//uSnK83gJTsgpvCMQ4V6NlNQ83+9Lz2mVx3r1Plw3fywvkHQN8oKqNhYo7Wpi0+GPq6w/j7HIn9nrARSQHUtg+PEF8ceHcAAIDY4fWGfU5CpiyWnbpX4/Q6sdNIKV14E2pQRSwwCKFnySrBcdGxJOzJZodrBuJ0Ta65nTW7Fbp8+E5uOP8A6BvQ/fo6bujrSuPvV9kGD1D7/tsnMZxbTCAV4N0BANBo+3wlsvOKnbr5whtVQluNVCCQrv0inbLFHYnvPdQ6fC2ZmInTmjidiNMnmenaWYfy4X9yXisrQpI0jkQA6BvQlfp60nhfzo/T7Didl38fRUIAte6/B9X32xekArw7AAAabZ+PW5ziDxI7jXTyhae34e1AKhBY55ItHheTgy7j9NVwJCVxwt9JWJTEcf1rHcsHAADokffxYdla+U1WnyYr/pYhGYDa9tnfVPhAk8fyUbwBSQHvDgCAxtnmmbJqPPF7vU3GDEjFXXgH1KDqClIBAAAAAACo1XdbcqDWlpzEwg8AAAAAjwHWYuUYf4tUAAAAAAAAAAAAAKCniaLoJaeaAwAAAAAAAAAAAEBjkDhhJhycAQAAAAAAAAAAAAC9SxRFA8lp5oZj/A1SAQAAAAAAAAAAAICeJlklrlaN70EqAAAAAAAAAAAAANCzRFHUF6dRwzGerCAfRjIAAAAAAAAAAAAA0LNEUTQvTh8N5/jrOA0hGQAAAAAAAAAAAADoWaIomp/EGDec45/itA7JAAAAAAAAAAAAAEDPIodxXlIxx2/EaRnSAQAAAAAAAAAAAICeJXGEx+mu6R1HKgAAAAAAAAAAAADQ80RRtDBOJ+L0EmkAAAAAAAAAAAAAQF35P0NsnPLHTwKDAAAHU3RFWHRNYXRoTUwAPG1hdGggeG1sbnM9Imh0dHA6Ly93d3cudzMub3JnLzE5OTgvTWF0aC9NYXRoTUwiPjxtc3R5bGUgbWF0aHNpemU9IjIwcHgiPjxtZmVuY2VkIGNsb3NlPSIiIG1hdGhjb2xvcj0iI0ZGRkZGRiIgb3Blbj0ieyI+PG10YWJsZSBjb2x1bW5hbGlnbj0ibGVmdCI+PG10cj48bXRkPjxtaT53PC9taT48bW8+JiN4MjJDNTs8L21vPjxtaT54PC9taT48bW8+KzwvbW8+PG1pPmI8L21pPjxtbz4mZ3Q7PC9tbz48bW4+MDwvbW4+PG1vPiYjeEEwOzwvbW8+PG1vPiYjeDIxOTI7PC9tbz48bW8+JiN4QTA7PC9tbz48bWk+cDwvbWk+PG1pPm88L21pPjxtaT5pPC9taT48bWk+bjwvbWk+PG1pPnQ8L21pPjxtbz4mI3hBMDs8L21vPjxtaT5pPC9taT48bWk+czwvbWk+PG1vPiYjeEEwOzwvbW8+PG1pPm88L21pPjxtaT5uPC9taT48bW8+JiN4QTA7PC9tbz48bWk+dDwvbWk+PG1pPmg8L21pPjxtaT5lPC9taT48bW8+JiN4QTA7PC9tbz48bWk+cDwvbWk+PG1pPm88L21pPjxtaT5zPC9taT48bWk+aTwvbWk+PG1pPnQ8L21pPjxtaT5pPC9taT48bWk+djwvbWk+PG1pPmU8L21pPjxtbz4mI3hBMDs8L21vPjxtaT5zPC9taT48bWk+aTwvbWk+PG1pPmQ8L21pPjxtaT5lPC9taT48L210ZD48L210cj48bXRyPjxtdGQ+PG1pPnc8L21pPjxtbz4mI3gyMkM1OzwvbW8+PG1pPng8L21pPjxtbz4rPC9tbz48bWk+YjwvbWk+PG1vPiZsdDs8L21vPjxtbj4wPC9tbj48bW8+JiN4QTA7PC9tbz48bW8+JiN4MjE5Mjs8L21vPjxtbz4mI3hBMDs8L21vPjxtaT5wPC9taT48bWk+bzwvbWk+PG1pPmk8L21pPjxtaT5uPC9taT48bWk+dDwvbWk+PG1vPiYjeEEwOzwvbW8+PG1pPmk8L21pPjxtaT5zPC9taT48bW8+JiN4QTA7PC9tbz48bWk+bzwvbWk+PG1pPm48L21pPjxtbz4mI3hBMDs8L21vPjxtaT50PC9taT48bWk+aDwvbWk+PG1pPmU8L21pPjxtbz4mI3hBMDs8L21vPjxtaT5uPC9taT48bWk+ZTwvbWk+PG1pPmc8L21pPjxtaT5hPC9taT48bWk+dDwvbWk+PG1pPmk8L21pPjxtaT52PC9taT48bWk+ZTwvbWk+PG1vPiYjeEEwOzwvbW8+PG1pPnM8L21pPjxtaT5pPC9taT48bWk+ZDwvbWk+PG1pPmU8L21pPjwvbXRkPjwvbXRyPjxtdHI+PG10ZD48bWk+VDwvbWk+PG1pPmg8L21pPjxtaT5lPC9taT48bW8+JiN4QTA7PC9tbz48bWk+YjwvbWk+PG1pPmk8L21pPjxtaT5nPC9taT48bWk+ZzwvbWk+PG1pPmU8L21pPjxtaT5yPC9taT48bW8+JiN4QTA7PC9tbz48bW8+JiN4MjIyMzs8L21vPjxtaT53PC9taT48bW8+JiN4MjJDNTs8L21vPjxtaT54PC9taT48bW8+KzwvbW8+PG1pPmI8L21pPjxtbz4mI3gyMjIzOzwvbW8+PG1vPiYjeEEwOzwvbW8+PG1pPmk8L21pPjxtaT5zPC9taT48bW8+LDwvbW8+PG1vPiYjeEEwOzwvbW8+PG1pPnQ8L21pPjxtaT5oPC9taT48bWk+ZTwvbWk+PG1vPiYjeEEwOzwvbW8+PG1pPmY8L21pPjxtaT51PC9taT48bWk+cjwvbWk+PG1pPnQ8L21pPjxtaT5oPC9taT48bWk+ZTwvbWk+PG1pPnI8L21pPjxtbz4mI3hBMDs8L21vPjxtaT50PC9taT48bWk+aDwvbWk+PG1pPmU8L21pPjxtbz4mI3hBMDs8L21vPjxtaT5wPC9taT48bWk+bzwvbWk+PG1pPmk8L21pPjxtaT5uPC9taT48bWk+dDwvbWk+PG1vPiYjeEEwOzwvbW8+PG1pPmk8L21pPjxtaT5zPC9taT48bW8+JiN4QTA7PC9tbz48bWk+ZjwvbWk+PG1pPnI8L21pPjxtaT5vPC9taT48bWk+bTwvbWk+PG1vPiYjeEEwOzwvbW8+PG1pPnQ8L21pPjxtaT5oPC9taT48bWk+ZTwvbWk+PG1vPiYjeEEwOzwvbW8+PG1pPmI8L21pPjxtaT5vPC9taT48bWk+dTwvbWk+PG1pPm48L21pPjxtaT5kPC9taT48bWk+YTwvbWk+PG1pPnI8L21pPjxtaT55PC9taT48bW8+LjwvbW8+PC9tdGQ+PC9tdHI+PC9tdGFibGU+PC9tZmVuY2VkPjwvbXN0eWxlPjwvbWF0aD5GJm8eAAAAAElFTkSuQmCC\&quot;,\&quot;slideId\&quot;:293,\&quot;accessibleText\&quot;:\&quot;open curly brackets table row cell w times x plus b greater than 0 space rightwards arrow space p o i n t space i s space o n space t h e space p o s i t i v e space s i d e end cell row cell w times x plus b less than 0 space rightwards arrow space p o i n t space i s space o n space t h e space n e g a t i v e space s i d e end cell row cell T h e space b i g g e r space ∣ w times x plus b ∣ space i s comma space t h e space f u r t h e r space t h e space p o i n t space i s space f r o m space t h e space b o u n d a r y. end cell end table close\&quot;,\&quot;imageHeight\&quot;:99.84},{\&quot;mathml\&quot;:\&quot;&lt;math style=\\\&quot;font-family:stix;font-size:24px;\\\&quot; xmlns=\\\&quot;http://www.w3.org/1998/Math/MathML\\\&quot;&gt;&lt;mi mathcolor=\\\&quot;#FFFFFF\\\&quot;&gt;w&lt;/mi&gt;&lt;mo mathcolor=\\\&quot;#FFFFFF\\\&quot;&gt;&amp;#x22C5;&lt;/mo&gt;&lt;mi mathcolor=\\\&quot;#FFFFFF\\\&quot;&gt;x&lt;/mi&gt;&lt;mo mathcolor=\\\&quot;#FFFFFF\\\&quot;&gt;+&lt;/mo&gt;&lt;mi mathcolor=\\\&quot;#FFFFFF\\\&quot;&gt;b&lt;/mi&gt;&lt;mo mathcolor=\\\&quot;#FFFFFF\\\&quot;&gt;=&lt;/mo&gt;&lt;mo mathcolor=\\\&quot;#FFFFFF\\\&quot;&gt;-&lt;/mo&gt;&lt;mn mathcolor=\\\&quot;#FFFFFF\\\&quot;&gt;1&lt;/mn&gt;&lt;/math&gt;\&quot;,\&quot;base64Image\&quot;:\&quot;iVBORw0KGgoAAAANSUhEUgAAA3oAAABuCAYAAABx/GFoAAAACXBIWXMAAA7EAAAOxAGVKw4bAAAABGJhU0UAAABnE/JmZQAAF6FJREFUeNrtnS1QI8/Wh6+IiIhAIBARERGICAQCgUAgIhCIiAhEBAIRgUAgVlAVERGBQCAQCAQCgYiIQCAQCAQCgUAgEIgIBAIRMXfmvr37Zmcnkz49Xz2T56ma+t+6S2ZO9+mvX3+c/s9/AAAAIHEcx6m6z477tMkNAAAAAACAfAm6ZfdpeILOfQbuM3KfsfM3NXIKAKDQfUHJfZrus0JuAAAA5KsTr6tO/MB9zpSg+3TmMyb3AAAK3T+03OdNtfnv5AgAAIBdHfWK+2y4T8d9Ttzn3H3upjpvU27JXQCAwvUZJbWT49nX5iP0AAAALOqwT5zkOCKHAQAK1Wd4569fZrT5CD0AAIAFEXp1chgAoBB9xXbACh5CDwAAwOLOe8t9+u5zqZ6h+9yrbZvfEUTeJ7kLAJD7PmI3ZAUPoQcAAJBzIfhgIPSuyD0AgFy3/Y/Cdh+hBwAAkLMOf9lA6HGHHgBA/tr7DRWMywSEHgAAQA47/3dhh899SgAA+WnjTVbwEHoAAAALJvTo7AEA8tG2r6u7UeOAth8AACCHg4EfQWd/So4BAFjdpm+owFtxgtADAADI2YCgLuzsW+QaAICV7fmaiq48SeBKHYQeAABAzgYGbUFH7w0elsk1AACr2vGNBAUeQg8AACCnA4SeoKN/JMcAAKxpv1dnCDzvrtQL92n+Dp7l/rem2vsJQg8AAGAxBgqSe/ROyDEAACva7h2faPt2nzNv++ac3+0h9AAAAIo/UFgSzu5ukmsAAFa03x3VfntBV/a99lzw2yeEHgAAQLEHCk1BJ+/NFpfJNQAAK9pvbytm1fC3hwg9AACAYg8UBoJOfkiOAQAUou1fR+gBAAAUu7N/FnTyXXIMAKAQbf8KQg8AAKDYHb3kfN4quQYAUJg+AKEHALDgHcGlZgewRW7lzrcdQQc/JscAABB6AACA0AP7fXsl6OAvyTEAAIQeAAAg9MB+334IOvgOOQYAgNADAACEHtjt14awg6+RawAACD0AAEDogd1+PRJ07i/kGAAAQo9cAwBA6IH9fr0XdO4DcgwAAKFHrgEAIPTAbp9W3OdH0Lk3yTUAAIQeuQYAgNADu326LejYvXv2KuQaAABCj1wDAEDogd0+HQg69hE5BgCA0EPoAQAg9MB+n74IOvYjcgwAAKGH0AMAQOiB3f6squ2YuqyRawAACD2EHgAAQg/s9mdH0Km/kWMAAAg9hB4AAEIPiuNPj3NyDAAAoYfQAwBA6IH9/nwXdOq75BgAAEIPoQcAgNADu325IezUa+QaAABCr3BCz03MivdQDP7kx5LX6Xv/JTcgQp2qZVmvlA1VvIHQW1Bfngg69OcEvl9WbcDvp4xXAAAQemkNANvuc+Hb2nJokY1etLRX9/lxn/UUvud1yl2vw1ff/HNA3316iD4IqUst9zl1n+FUmZ3mwytbKdjScJ8zZcM0X+5zk0Y9QuiBRb68F3To/Yjf8oTcvvtcqz7ke8Z3vLr46H1PtRuIPwAAhF6khJW8kNEq+ti56oQmtifKu7g2rbuNlKh8m+PwMYM7UPVpXa0WPAgbjX5CNq0qkakTRn4fLyL0FsCP5YAJlzA2Db+xr4SbKZ9K9LGjBgAAoTc3EQ01S3jsPlfu8yS8Q8hj1YJ07KcxQJ4auD9r5o03cNiguixkA7GmBmTvTjR2YrbrRDignXBXGEJvAfy4JagT3upbSSjwumqlPi68OnyM5wAAEHrTRh+GbBczpZtxmqoBHehVgt/bFebPmG2cC9MobCpx9xbjgO5RMqgMsW3Ft+ot4QbvIvQK7seTJOqDahMeneQY0b8AACD0fht9n0BHc2nhQOvOkgHBb5h5LW5DsKJWxF8SHMxtRbSxGnFl8QtPI/QK7keJGDvQfGfPYIeMCW9EAAUAQOh5RjfV2Tv/80sdCv8ySNhrhunZntGRPif4za5BHj1TZQrbEKyHDL6ulAj06tiBCsDyleZkiuZ50rngaYRegX1YE1aHdY3JnzsnXbxdLct4EwBggYWeRqKWDbaZ/GQRCcz9ZiUgWuCfA+sJfnfNsCPm8HwxG4Lq7wquBv2tsAGXqmPSoCxfJts31bUfTzEMIrkEFKFXZB92hIKqFPKuRgznck0ZxrHNGwAAih11s2qw6rCRgZ39rFYgDAbqRlHaIDeNQUMYnKFmcEa2KbSpZFhOrduejdADS3zocTGnHRjPCeIyVLtC2mpHypb638fqvF3UrZ57eBQAAKEXSUQF0MlgYD3JagVNbdeTDtQZ6MF0GTpL8qoFdQ/eP9us1erF1tQdXvPK8YTIsQi9gvtQsgLXnvGO1ZD3PCkxV9awparuqzUVfO+23rWn2pt3nsSeQ2ozAEJPN3FVYUdzlqJtJc3taGsJ29EWFoAG1Qamyo90C/Cj4N29oFW5oFVHtZX0bEZ9n3CPHkKv4P6TnM+bBEW4DAl29KH6CZNt1y1n9iXqsQSLySCvkwgGB//PCTUaAKEnSaDkbM8wRbsONW3aTsGWrkAQV6g24Cs/kiApPzph1FXAJX+Z7M0bbE5FDx2pQBID96njJYRewf0nOZ/3EPD7yoy+0qtD1Yi2tQwH/E8IPYQeACD05iVwIDmgnpJNVcEsZyclm1oaYm9MlYGIdWyuWFCrc/47JXvkNEIPZvpPcrdkz/fbUsDvJ2rCpByTfVeGg/4aQg+hBwAIvbAE7ggTWErBpluBPccp5tW8VcYhVQYCys22sI4dzXmf/1zeDVH4EHow03dl4VnrHd/vzwJE3k7MNtYNz+t1EXoIPQBA6IUlcMWmM2gGZ+IGKefXiEhoICwzFeFAcxjyrqOAABBlchmhBzN9tyXcOl2e+q1/J4f3v5sJ2Tk0GHBcWpjfCD2EHgBCz7JERo5GFpMdS478bqKrlPNqLU/baMCaOia5t/JzxjtWfYJxTJlD6MFc350I6t5o6nfeEYJP37/vJmhnx2DA8YDQQ+gBAEJvXiJv4tpWFtGOM4MMv7ekUIyoLhBSZnrCcl3x/d47J/Sc1qQLIPQK5DuJ8OiGTM4cJWxn1aD/+8h5fgNCDwChl0IiJcEiLhKyYd3wjMKLJYVih+oCIWVmS1iut+bU0RtyFaEHc/0mPZ9XnzExc5mSveKrFhB6CD0AQOjNS6Rky8gwge/778zztqTd2TijOeNM45hzUjCn3FSEExknIZMgXnlbIVcRejDXb5Iz32/qN5u++vbopHRtjiO7igWhh9ADAISeViI3pJ1hzN8/9n3jwFs51LRnknJeNQNs6FNVQKPsPAvq2Z36TTng3Oo2uYnQg1j95qg+p+QTW99OivdMemfu8i70AAAQevYlspJVx+IFk3Cfr+mtmKqzlRygX0oxr3oBUdqqOS7gZbWiez/lhx/lhz4rR7HmteQM6of6Td/3/1+Tkwg90PabJLjXfkC/s5eyvdLVsB+8DACA0NNJ6FiQyGqM3x0FrVaoTleX1RTz6dX37dMcF25vdfJj3kDCSfGuwoI3JnvCxsQf2t2LALhMTiL0QMtnNWF92/XVt5sMbL5fiAEHAABCL/WEPpkGiojwzZbvvbdT/9ZO2x4Ne/1XK0zS3NYTc1rawiAFVzQHkfNcGlXP758DchGhB9o+k5w9f/KJrM80d4pEEHrPeBoAAKGnk9ALQSLbMXxvybeKOJlemVMBKHTZSymPzn3fPcupr5tCkfebHk1C5LwfO2Z4Z3dK5CBCD2L3mROws6Gdkc3SYCxDPA0AgNDTSegvQSJ/JdAJDwKEoC6HKeTPsk8c5fJsnrcCaSjyCAQST/7fGuT5JM3tyRnmzbU6U2Xjoxv2/tPiNLQWqJ6VNLalz2KUod3SK4YIBAZ5q5sti9vIPD5VShVCTzehkvNDZxG/te3r0N6CtskIOr1+CvkziFvsZuTnSycajzQLqU2o5P4cqDBvCMueLJ0FqmdbhnmU2XZ8gzOF/wsgQ6sKOaubHZriWKlRqhB6ugndTGPGMyB8tUdzxt/qzsheJpw3Nd+MvmdXJYc+rjpml9L7qdM0pDYAHS9KABaEHkIvxrJ0YphHgwxt3jawd41WFRB6CD1A6OkktC45uB7hO31d0ejo3yk0SjhvRkWYRY2xge3SNBj7oCLcOjtYoLxB6CH0sixL4yy3QXlHEIT2fnFuFxB6CD1KFUJPN6FlwWrPt+E3Gr6VsdCzRwECK3bhqWGzPzLoU147V8Ntg0Gc0DRE8sMj2zYRegi9RPsyk3PIxxnbPRLaO6I1BYQeQo9ShdCTJFYS8ascw0DudM7fn2va8pFQfnirL/578zZy7F+Enh1+GAjy+maB8gWhh9CLoxyZnM/L5DqFiOKU61YAoQcIPYSeKLEPgoQ2hO/uSs8eSc5ZJJQfZ77PnOW8MO/H1LAwwIjmh5Ygr18QeoDQE5Ujk/N5hxnbvCm0d+IsyNldQOgBQg+hF19ibwQJ3Ra8t+b8e39YV+N3kjMLKwnMCk9vZX3Ne8fqxBeMpUHTENkPTlZlG6GH0Ct4OXrN02qesnkgtPmelhQQeoDQQ+hJE3uZxKAhQEBqnXNz/6YtsGc9xnzw7vDzR/xsFqRAX0dsVJ5oFlIfjLYWJE8Qegi9qGXI5IqCrgV2S+/841oFQOgBQg+hJ05sP+6tLu7f7ZiuBrp/tyGwpxljPvjF0EWBCvRaxFW9Fs1C6pMqPYQeIPQSGUR+WbCaty60+Ydtm4DQA4QeQs8ksUeChPY13rcUsGXzNqHZ2U5MedD0vfejaJ2qY35W75ImIZPOjuh6+RHmW+RWbiZQtPqxFGzuCW2+xtMAAAi9pAeflxrv6wUcIK8L7CkL7DmKIf1VdV6j8AM3JeolK3t3jkGkVYhlUuWLvEfogZaf3gX1apL1bLjq48bCQcY2ngYAQOiZJHY3rlWGGVsE+wY2/aQxM+udGXT+vceoX/DC3Q4QtkGDoR5CI9Z8byjxJmGTnEPoQaiP6sI69WCBzdJtbM8Ol6QDACD0DBMrCfH8NEc0+S+FfnfM7t57jWuFcc53/OcTXxZB3KgZ5UN1Pupr6gyIl/5T9n8nkt+vBg3LEbmH0INQHx0K61THApufhTbv4WkAAISeaWIlZ+I+Qt7TDfj7tqFNugEahhHS3fStPn57K5IUf0igjp0Zno+8I/cQehDqI8k9sN9ZT+Q58rvznljNAwBA6EVJ7IrkfMOMd9RVJzrNvWkHJbgO4NHw/ZWAcx2HFH1IoH61HXO+GeQh9CC0Hf8R1KcrC2y+EbYBzZz44lr1qTzJPIxPABB6qSV4SUOYeStl6xHsOU8y470ooH7ByIAaEqhX1YCgC9IgDFxUj9CDYP9sC+vSTsb2rguDYY3y0i9xTUrinFDjARB6URL8bXp/hxN8Z95pRHuOdVc8DN59FDDwrlLsIYF6NQoKsKIRDIeVZoQezPeP5IqCr6xFk7eiKIwOup4jXyD0EHoACD2LE/wmSOza1O/K6s45v3BaimiPJCpZWfDeZsCMaociDwnUqcNZnbVw+9aQ3EToQaB/JOfzLjK2Vbqad54zXyD0EHoACL2CNNJbU78bBPx7NwZ7mnFvbZuxje6C4g4J1Ke1gLNDj78nJYSRAj/ZVozQg398Iz2fl/W2zTvJgCLqZClCD6EHAAg9005oN2SG8iGOQan7jg2BPdsa7ysFdETeVQIVijvEXJfKqmz5g6rUp/6mJmxg1slZhB785RvJro+vLNt6g4BMzRz6A6GH0ANA6BVgQPNnq6Pz7515sQ1IhZFAOxrvOwsYeK9S1CGButSfNTni+zvJOb19chahB3/5RnLebZShnZWA4w2FG9Aj9BB6AAi94gi9wxnBUi4ycsLhnPd0TMQhgEGZ3Q7YTtab8beSc3rn5C5CD/7yTS7EkzBgzEtet2kj9BB6AAg9uxM8kAw61VaYabzBbTVmm3RXPHoh79gIGHhfceYJEqhDywFl9nVWsCDpOT1yGKEHf/xSF3bQjYzsXBOcI/yZDnSG0AOEHgBCL84EnwgSGxQ5bJCATa+a9lzO+P2S82800SdHEKUTQFBeb8PO5QX8/aawkeEKEIQe/J9f9gX1ZpzFxN6Ms7phfWo75z5B6CH0ABB6Fif4V4QG6CuJCGFO8B1kQdzO+P2Qc3mQUv05CCiXB3N+UxJuP2uR0wg9EJ/PG2Zk47nAxi5eBQBA6KU9UM10pkkwyHoI+G3QGcIdijYkUE7rahLhr1VmnVUE92+uBfXsIoKNVXVWaAmPIfRy7pNKQH0L4zgDG5uO/p15Wm0FAAAg9KIkuGMo8j6SCls9I3rh3Mz3Bl0BnWyfYg0JlNGS2g78V3nUrRPeTL6grr1GsPFxahtbA88h9HLsk21hH9VO2b4VwUr9LSIPAAChl0aC24ZCr5WgTce6W0enflNz/r0UfURnCilNRngBFTYEv18T1rdlAxunAy09UhcQejn3yUBYZ2op2lYJmPiZeeUDdREAAKGXVoK3DBL9nGRHJRSfpRmd7Afb1SCh8rkZsHLcFb6jJIjK57EnfP/OlI3ef7l4HaGXd588CerLj6Xl5cFk0gYAABB6aQq9lkU21QLOO+U6XDVYXV+WA6LC3phMfAij1Z0L3rvquwblF55D6OXcH0uCs2//W8FO0TbdgGZ3TD4CAGTal1QWUeg1bFrNmxqo6hI0IOtQnCGBclkKEGefptcfCLYoa5/TUwPiV1995VoRhF7e/bEj7KeuU7JL907MIfUQACDzvqS2iEJPmujdFGxaiRAJdEBRhpQG/5MoA32DSZY1jXdec60IQq+A/rgQ1pXzFGzqaK4yXnEmDwDAir6kaRJ8cpGE3l2Kdv0YOOOeDhVCylRbnZH5VuXrSQVVqWn8thdQ3voR7SkJw8X357zvhJVthF5B/TG26ZJpFTV3nsjz/v2IPgkAwJq+5MxwEamS50SvxLmiEKNd70InvHDIHULK0/GcAdnprC2YM677uI9jK5bwnJ537q6uaeM1A0yEXkF80TDolA8SsqWs2gqdutrEewAA1vQlJcEVOJnpn6QSr3XGIGWbHgUOmLBFDULK0o7mFqtvJZi21IBuVd135ectrkmFgFU4nQmN6tTvKwHb2og4i9Arki+6Bp1yJwE7llRAlbmBYNK82gEAALTHgqb08554nS0otZRtGtl0bhByXb5vnPiYxDmzo65qkPKjgjvcqGAwfvu4SgGhVyRfnBjUkf2YbdjS2GUyUTsHCLoCAGBXP7KsJulN+cr79s3POQk8zcCmc83MJ3Q8RC3fWQ4gywbnj1LfsobQQ+hl6Is9g3pwGtO3K+pMx0RjpZ0JFgAA+/qQFeE9rGHRk0t5zYSwmcpxFmffNGdxR5xDAo2yFBf9hOy7iMk+ovsh9Iroi7LBme3XKCtr6psHGpMwP6ziAQBY23fsRziXF4S3k2olj5kRpnS7Gdl0oHEOgs4VdMpSHJX8MikRpYJNTCLax6QHQq/I/mgY1ONzaZ1QUah7GgJvoiZoqngHAMCavsILuLKm4i3EuZvLv41zoL5TykvG3IeIqVJGNrXnZDIdLOiWpahn9G6Trgczgr5oX3uS673jCD3Q80lVbZ2RTIp416m0Zu1KUVszN1TAl3vN8+qXs6LfAgBAKv2BFxxrV91neqJ2ND0pfZAmYzUGO1W7OzrKrq3fgf1sybDrGR3aeoY2bYZsldmgmIOgLG1EWDEbpDHZoWaGTO6OHCLyEHoL5pstzeiX/n7jXQm/e/XfN0Gd+9S9cxMAAFLpB/JAzZYMG9gQgMVnUz2tsNmwEI3CL4Pomp2UbewIBOlEpYntmgi9RfVRQ22zfEuog/5WgrLJMQEAAIRenoXekc+wp6xXCdQ+W/+g94TiDRHKVEvjnM+PGuQ3Mmy83ucIvCER/hB68Je/1tS57psIws+rW8/qbF+blXIAAChSJzm9RaVuiV2PhbmsEGwp6yW1LfhYBVO4VE9PhXFfssDGsrrYc9pGb//3IVvHEHqg5T/v7N26EmyHatvl5dRzoer8oZoAWmXVDgAAitwx9tRsaN0im3bU6sUeHgIAhB4AAAAAAAAg9AAAAAAAAAChBwAAAAAAgNADAAAAAAAA64Xeshf4RuMhgAcAAADEzn8B12gw7ojN+OcAAAFXdEVYdE1hdGhNTAA8bWF0aCB4bWxucz0iaHR0cDovL3d3dy53My5vcmcvMTk5OC9NYXRoL01hdGhNTCI+PG1zdHlsZSBtYXRoc2l6ZT0iMjRweCI+PG1pIG1hdGhjb2xvcj0iI0ZGRkZGRiI+dzwvbWk+PG1vIG1hdGhjb2xvcj0iI0ZGRkZGRiI+JiN4MjJDNTs8L21vPjxtaSBtYXRoY29sb3I9IiNGRkZGRkYiPng8L21pPjxtbyBtYXRoY29sb3I9IiNGRkZGRkYiPis8L21vPjxtaSBtYXRoY29sb3I9IiNGRkZGRkYiPmI8L21pPjxtbyBtYXRoY29sb3I9IiNGRkZGRkYiPj08L21vPjxtbyBtYXRoY29sb3I9IiNGRkZGRkYiPi08L21vPjxtbiBtYXRoY29sb3I9IiNGRkZGRkYiPjE8L21uPjwvbXN0eWxlPjwvbWF0aD7e2y79AAAAAElFTkSuQmCC\&quot;,\&quot;slideId\&quot;:294,\&quot;accessibleText\&quot;:\&quot;w times x plus b equals negative 1\&quot;,\&quot;imageHeight\&quot;:17.6},{\&quot;mathml\&quot;:\&quot;&lt;math style=\\\&quot;font-family:stix;font-size:24px;\\\&quot; xmlns=\\\&quot;http://www.w3.org/1998/Math/MathML\\\&quot;&gt;&lt;mi mathcolor=\\\&quot;#FFFFFF\\\&quot;&gt;w&lt;/mi&gt;&lt;mo mathcolor=\\\&quot;#FFFFFF\\\&quot;&gt;&amp;#x22C5;&lt;/mo&gt;&lt;mi mathcolor=\\\&quot;#FFFFFF\\\&quot;&gt;x&lt;/mi&gt;&lt;mo mathcolor=\\\&quot;#FFFFFF\\\&quot;&gt;+&lt;/mo&gt;&lt;mi mathcolor=\\\&quot;#FFFFFF\\\&quot;&gt;b&lt;/mi&gt;&lt;mo mathcolor=\\\&quot;#FFFFFF\\\&quot;&gt;=&lt;/mo&gt;&lt;mo mathcolor=\\\&quot;#FFFFFF\\\&quot;&gt;+&lt;/mo&gt;&lt;mn mathcolor=\\\&quot;#FFFFFF\\\&quot;&gt;1&lt;/mn&gt;&lt;/math&gt;\&quot;,\&quot;base64Image\&quot;:\&quot;iVBORw0KGgoAAAANSUhEUgAAA3oAAABuCAYAAABx/GFoAAAACXBIWXMAAA7EAAAOxAGVKw4bAAAABGJhU0UAAABnE/JmZQAAGClJREFUeNrtnS1QK0vTgF8RERGBQCAiIhCICAQCgUAgIhAIRAQiAoGIQCAQR1AVERGBQCAQCAQCgUBEIBAIBAKBQCAQCAQCgUBE7LvzfnPOl7Nns5me/ZvdPE/V1r11L9ntmZ7p6Z6fnv/8BwAAAFLH87y6/2z6T5vaAAAAAAAAKFZAN+8/TRXQ+c/Af4b+8+n9TYOaAgAo9VhQ8Z+W/yxQGwAAAMUaxBf1IL7nPyc6oPvwpvNJ7QEAlHp82PafV23z36gRAAAAtwbqBf9Z9Z+O/xz5z6n/3I4N3rZcU7sAAKUbMyp6J8dTwOYT6AEAADg0YB956XFADQMAlGrMUOevnyfYfAI9AACAGQn0FqlhAIBSjBUbISt4BHoAAAAOD97r/tP3n3P93PjPnd62+R0jyPugdgEACj9GbEWs4BHoAQAAFDwQvLcI9C6oPQCAQtv+B6HdJ9ADAAAo2IA/bxHocYceAEDx7P2qTsZlA4EeAABAAQf/N+GAz31KAADFsfE2K3gEegAAADMW6DHYAwAUw7av6LtRkwDbDwAAUEBn4Ecw2B9TYwAATtv0VZ14K0kI9AAAAArmECwKB/ttag0AwEl7vqyzK49SuFKHQA8AAKBgjkFbMNAr52GeWgMAcMqOr6YY4BHoAQAAFNRB6AkG+gdqDADAGfu9NCHAU3elnvlP63fyLP+fDW3vRwR6AAAAs+EoSO7RO6LGAACcsN2bgaDt239O1PbNKb/bIdADAAAov6MwJ5zdXaPWAACcsN8dbb9V0pVdZc8Fv30k0AMAACi3o9ASDPJqtrhKrQEAOGG/1VbMuuVv9wn0AAAAyu0oDASD/A01BgBQCtu/QqAHAABQ7sH+STDId6kxAIBS2P4FAj0AAIByD/SS83lL1BoAQGnGAAI9AIAZHwjODQeAdWqrcLrtCAb4T2oMAPsOBHoAAIAjAO7r9kIwwJ9TYwDYdyDQAwAAHAFwX7fvggG+Q40BYN+BQA8AAHAEwG29NoUDfINaA8C+A4EeAADgCIDbej0QDO7P1BgA9h0I9Kg1AAAcAXBfr3eCwX1AjQFg34FAj1oDAMARALd1WvOfH8Hg3qLWALDvQKBHrQEA4AiA2zrdEAzs6p69GrUGgH0HAj1qDQAARwDc1ulAMLAPqTEA7Du1RaBHoAcAgCMA7uv0WTCwH1BjANh3aotAj0APAABHANzWZ11vxzRlmVoDwL5TWwR6BHoAADgC4LY+O4JB/ZUaA8C+Y98J9Aj0AABwBKA8+lScUmMA2APsO4EegR4AAI4AuK/PN8GgvkWNAWDfse8EegR6AAA4AuC2LleFg3qDWgPAvmPfCfRKF+j5hVlQD83gT33MqUFf/ZPagBh9qpFnv9Iy1NEGjsCM6vJIMKA/pfD9qrYBv58qWgHAvgOBXlYOYNt/zgJbW/YdklFlS3vxnx//Wcnge2pQ7qoBX3/zzwF9/+kR9EFEX9r2n2P/uRlrs+O8q7aVgSxN/znRMozz5T9XWfQjHAFwSJd3ggG9H/NbKpDb9Z9LPYZ8T/iO6osP6nvabhD8AWDfgUAvVsEqKmW0zj52qgehkeuFUhfXZnW3kQ4qX6co/JPOD7o/rejVgnuh0einJNOSDjJN0sjvokUcgRnQYzVkwiWKNctv7OrAzZYPHfSxowYA+w4EelML0dSzhIf+c+E/j8I7hBRLDpRjNwsHecxxfzKsG+U4rNJdZtJALGuH7M2Lx2bCch0JHdoRd4XhCMyAHtcFfUKtvlWEAV5Xr9QnherDh2gOAPsOBHrjQu9HbBezpZtzmeohA+hFit/bEtbPJ9s4Z8YorOng7jVBh+5B4lRGyLYQWPWWcIV2cQRKrsejNPqDtgkPXnoMGV8AsO9AoPdb6LsUBppzBzvirSMOwW+YeS2vIVjQK+LPKTpz6zFlrMdcWfxC0zgCJdejJBjbM3xnz2KHjA2vZAAFwL4DgZ4SuqXP3gWfX/pQ+JdFwV5yLM/GhIH0KcVvdi3q6IkuU1pDsBLhfF3oIFD1sT2dgOUry8kUw/OkU0HTOAIl1mFD2B1WDCZ/br1sUbta5tEmAPYdZjjQMyjUvMU2k588MoH536yFZAv8c2A9xe8uWw7EHJ4vpyGo/+7gelDYjnK4dB+TJmX5stm+qa/9eEzAieQSUByBMuuwIwyoKhHvaiZwLteWmyS2eQMA9h3KnXWzbrHqsJqDnP28ViAsHHWrLG1QGGPQFCZnaFickW0JZapYtlPntmfjCIAjOlScTbEDn1OSuNzoXSFtvSNlXf/7oT5vF3er5w4aBcC+A4FerCAqhE4OjvUorxU0vV1P6qhjCGC8DZ2kedWCvgfvn23WevVifewOr2nteETmWByBkutQsgLXnvCOpYj3POpgrmogi5poPYsR8L25eteetjdvPKk9+/Rm7DsQ6JkWri4caE4ylK1iuB1tOWU52sIG0KTbwFj7kW4BfhC8uxe2Khe26qi3kp5M6O/qv3GPHo5AmfUnOZ83CstwGZHs6F2PEzbbrre9yZeoJ5IsJoe6TiMZHPw/R/Ro7DsQ6EkKKDnbc5OhXPuGMm1kIEtXEBDX6DYQaD+SJCk/JmnUdcKlYJvsTXM2x7KHDnUiiYH/LKIlHIGS609yPu8+5Pe1CWOl6kP1mLJtWzr8jwR6BHqAfQcCvWkFHEgOqGckU10wy9nJSKZtg2Dvky4DMfvY1MFEr84F75TsUdM4AjBRf5K7JXuB31ZCfj/SEybVhOS7sHT6GwR6BHqAfQcCvagCbgoLWMlApmuBPIcZ1tW0VcYbugyEtJsNYR87mPK+4Lm8K7Lw4QjARN1VhWetNwO/PwkJ8jYTlnHR8rxel0CPQA+w70CgF1XABZfOoFmciRs4NDNMJjQIazM1oaN5E/Gug5AEEFVqGUcAJupuXbh1ujr22+BODvXvrZTkvLFwOM4drG8CPQI97DsQ6DlWyDdBAdspyjHnye8musi4rpaLtI0GnOljknsrPya8YykQMH7S5nAEYKrujgR9bzj2O3WE4CPw/7dSlLNj4XDcE+gR6AH2HQj0phXyKqltZTHlOLGo8DtHGsWQ7gIRbaYnbNe1wO/VOaGnrCZdAEegRLqTBB7diMmZg5TlrFuMf+8Fr28g0MO+A4FeBoWUJIs4S0mGFcszCs+ONIpNugtEtJl1Ybten9JHr6hVHAGYqjfp+bzFCRMz5xnJK75qgUCPQA+w70CgN62Qki0jNyl8P3hnntqSduvijOaEM42fnJOCKe2mJpzIOIqYBFHtbYFaxRGAqXqTnPl+1b9ZC/S3By+ja3M82VUsBHoEeoB9BwI9o0KuSgfDhL9/GPjGnlo5NJRnlHFdtUJk6NNVwKDtPAn62a3+TTXk3OoGtYkjAInqzdNjTiUQbH17Gd4zqc7cFT3QA8C+A4Gee4Ws5TWwqGQS/vM1vhVTD7aSA/RzGdZVLyRLW73ADbyqV3TvxvTwo/XQZ+Uo0bqWnEF917/pB/77JTWJIwDGepMk99oNGXd2MpZXuhr2g5YBsO9AoGdS0E9BIesJfncYtlqhB11TljKsp5fAt48L3LjV6uT7NEfCy/CuwpIbkx2hMQmmdlcZAOepSRwBMNJZQ9jftgL97SoHme9mwuEAwL4DgV7mBX20TRQR45vbgfdej/2/dtbyGMgbvFphlOW2noTL0hYmKbjAHMSuc2lWvaB+9qhFHAEw1pnk7PljIMj6yHKnSIxA7wlNA2DfgUDPpKBngkK2E/jeXGAVcTS+MqcTUJiyk1EdnQa+e1JQXbeEQd5vepiE2HX/6dmhzu5UqEEcAUhcZ17IzoZ2TjJLk7HcoGkA7DsQ6JkU9JegkL9S6FiDkEDQlP0M6mc+EBwV8myeWoG0DPJIBJJM/V9b1Pkoy+3JOdbNpT5T5eJjmvb+w+EybM9QP6sYbEufxDBHuaVXDJEIDLDv2PeZsu8EevYFlZwfOon5rY3AgPYatk1GMOj1M6ifQdLBruMzV5N4wCxkNqFS+HOgwrohLXu6dGaon61b1lFu2/EtzhT+L4EMVhWw7zBL9p1Az76ga1nMeIakr1a0Jvyt6Yzsecp10wjM+Ci5agXUcd2zu5Q+yCKmITMH9HNWErDgCOAIJNiWjizraJCjzBsW8i5jVQH7DgR6BHomBV2UHFyP8Z2+adDomd8pNEy5boZlmEUVJieIootpsNZBTbh1djBDdYMjgCOQZ1v6zHM7vjqCIJT3i3O7gH0HAj0CPdOCVgWrPd+W32gGVsYizx6FBFiJB54GMgczgz4WdXC13DYYxhGmIZYeHti2iSOAI5DqWGZzDvkwZ7mHQnmHWFPAvgOBHoGepLCSjF/VBDr68ZS/PzWU5T2l+lCrL8F781YLrF8CPTf0MBDU9dUM1QuOAI5AEu3I5nxeLtcpxAxOuW4FsO9AoEegJyrsvaCgTeG7uyHbZOan/Mb4nEVK9XES+MxJwRvzbkIGBQcjnh62BXX9jCMAOAKidmRzPm8/Z5nXhPKOvBk5uwvYd8C+E+glV9grQUE3BO9teP/eH9Y1+J3kzMJCCrPC41tZX4o+sHrJJWNpYhpi68HLq23jCOAIlLwdvRRpNU/LPBDKfIclBew7EOgR6EkLe55GowoJII3Oufl/0xbIs5JgPag7/IIZP1sladCXMY3JI2Yhc2d0e0bqBEcARyBuG7K5oqDrgNzSO/+4VgGw70CgR6AnLmw/6a0u/t9t2q4G+n+3KpCnlWA9BIOhsxI16OWYq3pcypn9pEoPRwBwBIzakDSz8JcDq3krQpl/2LYJ2Hcg0CPQsynsgaCgfYP3zYVs2bxOaXa2k1AdtALvfS/boOrZn9U7xyTk4pCSXa84gfk6tVWYCRSjcSwDmXtCmS/RNAD2HQj00nY+zw3e1ws5QL4okKcqkOcggfLX9XmN0ndsHdRLVvZuPYtMq5DIpMoXdY8jAEZ6ehP0K2X/GjnLWw2ZDE3sfDwAYN+BQG+8sFtJrTJM2CLYt5DpJ4uZWXVm0Pv3HqN+yRt3OySwDXOGegQaidZ7UwdvEtaoORwBiNTRorBP3Tsgs3Sr6ZPHJekA2Hcg0LMsrCTF8+OUoCl4KfSbZ3f33ktSK4xTvhM8n/g8C8GNnlHe1/vnv8bOgKjyH+c9413S+n6xMCwH1B6OAETqaF/YpzoOyPwklHkHTQNg34FAz7awkjNx7xHv6Yb8fdtSJtMDvDcxyt0KrD5+qxVJmj+k0MdOLM9H3lJ7OAIQqSPJPbDfeU/kefK78x5ZzQPAvgOBXpzCLkjON0x4x6IeRMe5sx2gPPPrAB4s318LOdexT9OHFPpX27PnGycPRwAi7fiPoD9dOCDzldAGtAqii0s9pvKk8+CfYN+BQC+zAs8ZBGZqpWwlhjynaVa8ygIaDBhxqCGFflUPSbogTcLARfU4AhCunw1hX9rMWd4VYTKsYVHGJdLop84RPR77DgR6cQr8LShsI/DbsDvzjmPKc2i64mHx7oMQx7tOs4cU+tUwLMGKQTIcVppxBGC6fiRXFHzlHTSpFUVhdtCVAumCQI9AD/sOBHoOF/hVUNjlsd9V9Z1zwcBpLqY8kqxkVcF7WyEzqh2aPKTQp/YnDdbC7Vs31CaOAITqR3I+7yxnWaWreacF0wWBHoEe9h0I9EpipNfHfjcI+f/dBORpJb21bcI2ujOaO6TQn5ZDzg49/J6UEGYK/GBbMY4A/KMb6fm8vLdt3kociriTpQR6BHqAfQcCPdtBaCtihvI+CafUf8eqQJ4Ng/dVQgYidZVAjeYOCfelqm5bwaQqi2N/0xAamBVqFkcA/tKNZNfHV5623iIhU6uA+iDQI9DDvgOBXgka/J+tjt6/d+Yl5pB6skygHYP3nYQ43ks0dUihL/UnTY4E/k5yTm+XmsURgL90IznvNsxRzlrI8YbSOfQEegR62Hcg0CtPoLc/IVnKWU5K2J/yno5NcAhg0WY3QraT9Sb8reSc3im1iyMAf+mmEMGTMGHMc1G3aRPoEehh34FAz+0CDyROp94KM45ybusJy2S64tGLeMdqiON9wZknSKEPzYe02ZdJyYKk5/SoYRwB+KOXReEA3cxJzmXBOcKf8URnBHpAoId9BwK9JAt8JChsWOawQQoyvRjKcz7h93Pev9lEHz1Blk4AQXu9jjqXF/L3a0IjwxUgOALwf3rZFfSbzzwm9iac1Y0aU9sF1wmBHoEe9h0I9Bwu8K8YBkit7s2lINPQ8PvXE35/w7k8yKj/7IW0y70pv6kIt59tU9M4AiA+n3eTk4ynAhm7aBUA+w4Eelk7qrnONAk64X3Ib8POEG7StCGFdrqoJxH+WmU2WUXw/+ZS0M/OYshY12eF5tAYjkDBdVIL6W9RHOYgY8szvzPPyFYAAPYdCPTiFLhjGeSpFYlaSjL1bSpfdcqQQbZPs4YU2mhFbwf+qz2a9gk1ky/oay8xZHwY28bWRHM4AgXWyYZwjGpnLN+CYKX+miAPAPsOBHpZFLhtGehtpyjToenW0bHfNLx/L0UfMphCRpMRKqHCquD3y8L+Nm8h43iipQf6Ao5AwXUyEPaZRoay1UImfibBuASAfQcCvcwKvG5R6Kc0Byph8FmZMMi+s10NUmqfayErx13hOyqCrHyKHeH7N8dkVP/k4nUcgaLr5FHQX34cbS/3NpM2AIB9BwK9LAO9bYdkaoScdyp0umpwur/Mh2SFvbKZ+BBmqzsVvHcpcA3KLzSHI1BwfcwJzr79bwU7Q9lME5rdMvkIgH2HXHVfm8VAr+nSat6Yo2pKWIft0JwhhXZZCQnOPmyvPxBsUTY+p6cd4pdAf+VaERyBoutjUzhOXWYkl+mdmDf0QwDsO+Su+8YsBnrSQm9lINNCjEygA5oyZDQ4jOIMBBaTLMsG77zkWhEcgRLq40zYV04zkKljuMp4wZk8AOw7OKH7lk3yyVkK9G4zlOvHQhl3DKgQ0aba+ozMt25fjzqpSsPgt72Q9taPKU9FmC6+P+V9R6xs4wiUVB+fLl0yrbPmTgvy1P8/YEwCwL6DM7o/sVxEqhW50AtJrigkKNebUAnPHHKHiPZ0OMUhO560BXPCdR93SWzFEp7TU+fuFg1lvMTBxBEoiS6aFoPyXkqyVLWtMOmrLbQHgH0HZ/ReEVyBk1v8k1bhjc4YZCzTg0ABI7aoQURb2jTcYvWtA6Z17dAt6fuugrwmNakQsgpnMqFRH/t9LWRbGxlncQTKpIuuxaDcSUGOOZ1QZWoimCyvdgAA7DsY+4K29IteeJMtKI2MZRq6dG4QCt2+r7zkGCU5s6OvapDyo5M7XOlkMEH5uEoBR6BMujiy6CO7CcuwbrDLZKR3DpB0BQD7Dm7pfF5P0tvyVfTtmx9TCnicg0ynhpVP6niI277zdCCrFuePMt+yhiOAI5CjLnYs+sFxQt+u6TMdI4OVdiZYALDv4J6+F4T3sEZlT64UtRKiZio/8zj7ZjiLO+QcEhi0paTopyTfWULykd0PR6CMuqhanNl+ibOypr+5ZzAJ88MqHgD2HZwdO3ZjnMsLQ+2kWihiZURFut2cZNozOAfB4AombSmJTn6eVhClk02MYsrHpAeOQJn10bTox6fSPqGzUPcMAryRnqCpox0A7Ds4o1uVcGVZ51tIcjdXcBvnQH+nUpSKuYsIpio5ydSeUskMsGDaluKe0btOux9MSPpifO1JofeO4wiAmU7qeuuMZFJEXaeyPWlXit6auaoTvtwZnlc/n5T9FgCw75CJDlVyrC19n+mR3tH0qOODLPnUPtix3t3R0XKt/07s50qFXU4Y0FZylGktYqvMKs0cBG1pNcaK2SCLyQ49M2Rzd+QNQR6OwIzpZt0w+2Vw3HjTgd+d/ueroM99mN65CQDYd8hkHCgCDVcqbOBCApaATItZpc2GmTAKvyyya3YylrEjCEhHukxs18QRmFUdNfU2y9eUBuhvHVC2OCYAgH0HAr0iB3oHAcEe814l0Ptsg07vEc0bYrSpbYNzPj96EGjmaLzepgR4N2T4wxGAv/S1rM91X8UI/FTfetJn+9qslANg36ktKNMgOb5FZdERuR5Kc1khuNLWK3pb8KFOpnCun55O4z7ngIxVfbHnuIxq//c+W8dwBMBIf+rs3YoO2Pb1tsvzsedM9/l9PQG0xKodAPYd+w5lbvg9PRu66JBMm3r1YgcNAQCOAAAAYN8BAAAARwAAALDvAAAAgCMAAIB9x74DAADgCAAAAPYdAAAAnHcE5lXiG4OHBB4AANh3gMT5Lxcl/TBqfg+AAAABV3RFWHRNYXRoTUwAPG1hdGggeG1sbnM9Imh0dHA6Ly93d3cudzMub3JnLzE5OTgvTWF0aC9NYXRoTUwiPjxtc3R5bGUgbWF0aHNpemU9IjI0cHgiPjxtaSBtYXRoY29sb3I9IiNGRkZGRkYiPnc8L21pPjxtbyBtYXRoY29sb3I9IiNGRkZGRkYiPiYjeDIyQzU7PC9tbz48bWkgbWF0aGNvbG9yPSIjRkZGRkZGIj54PC9taT48bW8gbWF0aGNvbG9yPSIjRkZGRkZGIj4rPC9tbz48bWkgbWF0aGNvbG9yPSIjRkZGRkZGIj5iPC9taT48bW8gbWF0aGNvbG9yPSIjRkZGRkZGIj49PC9tbz48bW8gbWF0aGNvbG9yPSIjRkZGRkZGIj4rPC9tbz48bW4gbWF0aGNvbG9yPSIjRkZGRkZGIj4xPC9tbj48L21zdHlsZT48L21hdGg+cQAgkgAAAABJRU5ErkJggg==\&quot;,\&quot;slideId\&quot;:294,\&quot;accessibleText\&quot;:\&quot;w times x plus b equals plus 1\&quot;,\&quot;imageHeight\&quot;:17.6},{\&quot;mathml\&quot;:\&quot;&lt;math style=\\\&quot;font-family:stix;font-size:26px;\\\&quot; xmlns=\\\&quot;http://www.w3.org/1998/Math/MathML\\\&quot;&gt;&lt;mi mathcolor=\\\&quot;#FFFFFF\\\&quot;&gt;m&lt;/mi&gt;&lt;mi mathcolor=\\\&quot;#FFFFFF\\\&quot;&gt;a&lt;/mi&gt;&lt;mi mathcolor=\\\&quot;#FFFFFF\\\&quot;&gt;r&lt;/mi&gt;&lt;mi mathcolor=\\\&quot;#FFFFFF\\\&quot;&gt;g&lt;/mi&gt;&lt;mi mathcolor=\\\&quot;#FFFFFF\\\&quot;&gt;i&lt;/mi&gt;&lt;mi mathcolor=\\\&quot;#FFFFFF\\\&quot;&gt;n&lt;/mi&gt;&lt;mo mathcolor=\\\&quot;#FFFFFF\\\&quot;&gt;=&lt;/mo&gt;&lt;mfrac mathcolor=\\\&quot;#FFFFFF\\\&quot;&gt;&lt;mrow&gt;&lt;mo&gt;&amp;#x2225;&lt;/mo&gt;&lt;mi&gt;w&lt;/mi&gt;&lt;mo&gt;&amp;#x2225;&lt;/mo&gt;&lt;/mrow&gt;&lt;mn&gt;2&lt;/mn&gt;&lt;/mfrac&gt;&lt;/math&gt;\&quot;,\&quot;base64Image\&quot;:\&quot;iVBORw0KGgoAAAANSUhEUgAABGkAAAF1CAYAAABbOLfsAAAACXBIWXMAAA7EAAAOxAGVKw4bAAAABGJhU0UAAADpGfLIQgAAOmRJREFUeNrt3S1UVc/6OHADgUAgEAgEgoFAIBAIBoPBYDAYDAQCgWAwGAwG1jIYCAaDwWAwGAwGgsFAMBgMBgPBQCAQCAaCgTD/ve8d/4vfuedlz5z9duDzWWuHe7+yz3NmD8N5njMvt24BAMANFUJYLq6jitfzhmL4WPH1P3piYLwwXgAAANc16VoN1b1vKIaTiq9/4omB8cJ4AQAASLokXWC8MF4AAABIuiRdYLwwXgAAAJIuSRcYL4wXAAAAki5JFxgvjBcAAICkS9IFGC8AAAAkXZIuMF4YLwAAAEmXpAswXgAAAEi6JF1gvDBeAAAAki5JF2C8AAAAkHRJusB4YbwAAAAkXZIuwHgBAAAg6ZJ0gfHCeAEAAEi6JF2A8QIAAEDSJekC44XxAgAAkHRJugDjBQAAgKRL0gXGC+MFAAAg6ZJ0AcYLAAAASZekC4wXxgsAAEDSJekCjBcAAACSLkkXGC+MFwAAgKRL0gUYLwAAACRdki4wXhgvAAAASZekCzBeAAAASLokXWC8MF4AAABIugDjBQAAgKRL0gXGC+MFAACApAswXgAAAEi6JF1gvDBeAAAASLoA4wUAAICkS9IFxgvjBQAAgKQLMF4AAABIuiRdYLwwXgAAAEi6AOMFAACApEvSBcYL4wUAAICkCzBeAAAASLokXWC8MF4AAABIugDjBQAAgKRL0gXGC+MFAACApIvqz2GuuDaLa6e47vc81o3iWuvotZeK615sp0fFtV62nfHCeAEAACDpYpq2v11cT4rrsLguBtp7u6cxv4jxXZb9t8XX3SquoxF987S49q57scZ4AQAAIOmSdNXTzsvF9bC4nhfX5wrtftTD97ARizP/3G3pdR8PKWINbbNypo3xwngBAAAg6eLf7JiyGPO0uN4V14/i+hPSlcWQxR69r3I51vFAjPdbas+/Ce32s7gWjBfGCwAAAEnXzXuG94vrYyxg/A31etCj9/l0SHx7Lbzu64x2e2e8MF4AAABIum7eM9wPzXnRk/e4MmK50X4Lr/01cxbSuvHCeAEAACDpulnP8G4s1AxeL+MMm5MpijRfe/Iev4yI720Lr32Y2XavjBfGCwAAAEkXV9u33MtlN3NfmosexL89Jr5PLbz+y8wizQ/jhfECAABA0sWwdn44cDJSVUsdxrw4oX/8aCGGzcx2uzBeGC8AAAAkXYxq648ZxYZ7Hcb7ZkJspy3F8TlnKo3xwngBAAAg6WJUW2/NyubBca+dSTNYLluKZbm4fivSGC8AAAAkXZKuutq63J/mNLHW8KGDOOcT4pxvKab14jpPaLdT44XxAgAAQNLFuPY+SCzSfOt5jLdbjGs9ob9+MV4YLwAAACRdjGvvR4lFmvJUqLmWCyEpG/Xeabn9qs6oeW28MF4AAABIuhjX3isZ+9KstBjfj8TYHnbQhlsVjjR/aLwwXgAAAEi6mNTm54mFkM2W4nqaUUDa66gNJ8W6aLwwXgAAAEi6mNTmXxMLIbstxLRSYXbKMC87asO5MfF+NV4YLwAAACRdVGnz1M2DX7cQ08eQ512H7Xg0IqZHxgvjBQAAgKSLKm2+26djuMv9W0K+ww7b8WjERsvzxgvjBQAAgKSLKm2+nlgI+dFgLIvFdXbltcqTnT4lxPa9w3b83aeZPcYL4wUAACDpknTN3nNfTDzm+k+DsbwdeK394nqRENtpR204N6IN14wXxgsAAABJFynt/jtxNs18AzFsDBQ6zmMBaTshrsuO2m9rSCyfjRfGCwAAAEkXqe2eesLTes2vX85EOR54jZ343+4mxjbXQfs9HxLHHeOF8QIAAEDSRWq7v0sshDyq+fUHixxH/4otcYZNitWW225uSL/9arwwXgAAAEi6yGn3p4mFkL2a+93FwGbB61f++0pibJstt93dmzaLxngBAAAg6ZJ0NffsHycWQg5qfO2jcX0rzlT5mxDbg5bb7uimzaIxXgAAAEi6JF3NPfs7iUWaDzW97u7gyVHlzJkp+kVpt8V22xrY7Piy7v16jBfGCwAA4GYm6pKum/vslxKLNF9reM3lWJS56smIf/szIbb9FtttcBbNa+OF8QIAAEDSxbRtf5nw/E9qeL1PA/f8MepkpiH/dpw3LbXX4NHgF8NmARkvjBcAAACSLppq+/8sS5rytR4MuefWmH+fcvrUpxbaar64Tgde94XxwngBAAAg6aKOtv+WuORpqcYCx+cJP7OfENe3Ftrq5eBrjpoFZLwwXgAAAEi6SG3794lFmrXM1zkYskzo9oSfedbmUqwJsWwOOW1q03hhvAAAAJB0UVfbv0os0jzIeI2NIXvf7Ff4uZQjwi8abqcfA6/30XhhvAAAAJB0UWfbP0ss0uxmvMZggaN83gsVfm4rMba5htro+cDrnOUu+zJeGC8AAAAkXYxq++3EQsiLxPs/GXKPRw30zdJqA+2zEZdmJcdvvDBeAAAASLpIafu7iYWQ9wn3XhlS4PhadcZL3Gw4xZ2a22auuL4PvMah8cJ4AQAAIOmSdDXR9uuJhZDPCff+MvCz5b40G4nx/U2I7X7NbfNiyGbHK8YL4wUAAICkS9LVRNsvJRZpvlW874MhP/smI77jhNie1Ngud4YUiHb0F+MFAACApEvS1WQfuEzoA78r3G+huE4Hfu48Z7Pd4meOEmLbr6k9FoYUh77oKcYLAAAASZekq+k+cJrQB84r3O91HadCxXt9TIjtbU3t8W7IaU7LeorxAgAAQNIl6Wq6D/xMXPK0NOZem0Nm5vzOPR67LLwkxPWlhrbYbXqvG+OF8QIAAEDSxaj2P0os0qyNuE95GtKvOoscxc8+r3u/nAm/C+dt9HnjhfECAABA0sWw9j9MLNLcHXGfYQWVD1PGtpMQ1+kUrzPsuO1yX5pFPcR4AQAAIOmSdLXVB94lFmkejehHFwP/7u+0R1aXs3BSApvidd4MOS78jt5hvAAAAJB0Sbra7AP7iUWanSH3+Drk372qIbatxNgWMl7jwZB9dF7oGcYLAAAASZekq+0+8CKxEPJk4OcfDXtWdSwVKk9VSoxtI6P//xm4x2HuRsfGC+MFAACApItp2n83sRCyf+VnF4cUOYYuiZoivhT3Eu5b7kPzbfCIccdtGy8AAAAkXZKurvrAdmIh5NWVn30z7JSlOmeiFPc6S4jtccJ9h8X+QI8wXgAAAEi6JF1d9YF7iUWa9/Hn7g/Zy6W0WXN8xwmx7Va856Mhsb/RG4wXAAAAki5JV5d9YCOxSPMxLhX6OeS/HTYQ35eE2F5WuN9WPHnqqu/2oTFeAAAASLokXbPUB0pHIzYbLo/gXmogvvd19dG4h87vIfvQ3NYTjBcAAACSLklX131gKbFIczpkJkrpdUPxvUqI7dOY+wzbKLjWTY6NF8YLAAAASRfTPoNpndVx5PaI2J4nxPFzzH0Ohvz7A0/feAEAACDpknT1qR9cTFmkedZgbI9TZvmMuMfOiGVb9qExXgAAAEi6JF296gcnUxRofhXXfIOx3U2I5e9g4aX43+tDilDlzJ9lT954AQAAIOmSdPWtH0xTpNlpOLa1xHhWrvzswpAjvMujt7c8deMFAACApEvS1cd+8DOzQNP40dXljJfEmNau/OzhkP++54kbLwAAACRdkq6+9oOjzCLNg5bi+5sQ0/34My/bOoHKeGG8AAAAkHRR1zPIKdK0tvFu4nKscpPgB3FZ0/85+alc/uRpGy8AAAAkXZKuPveDTxlFmrstxvc9Ia63xfVn4P87L/u6J228AAAAkHRJuvreD96nzqJpOb4vU2xsXJ7stOkpGy8AAAAkXZKuWegH7xL6weXVzXlbiu/tFEWax56w8QIAAEDSJemalX7wKmU5UQfx7WcWaF55usYLAAAASZeka5b6wX7C0qGVDuLbyyjQfG1rY2PjhfECAABA0kVdz+BFxWew31F89xMLNGWfWvJkjRcAAACSLknXrPWDKjNVzroqfJQb/yZuFLzhqRovPDEAAEDSJemaxX6wU6H99zqMbyWhn+54osYL4wUAACDpknTNaj+YVKQ57np/l4p95MDTNF4YLwAAAEmXpGuW+8GjCW1/pwcxnk2I8chGwcYL4wUAACDpknTNej+4O6bdP/UkxnH95JeNgo0XxgsAAEDSJem6Dv1gY0Sbn/el+FHE8WNEjH+K67anaLwwXgAAAJIuSdd16AejNubd7lGMhyNOcrrjCRovjBcAAICkS9J1nfrC5eAypz7t8VLE8npIn3joyRkvjBcAAICkS9J13frCtytt/bO4FnoW3+Mr8ZUFpceemvHCeAEAAEi6JF3XsS9sxQ14PxTXcg/jW4gnOH0vrnuemPHCeAEAAEi6JF1gvDBeAAAASLoA44XxAgAAkHRJusB4YbwAAACQdHliYLwwXgAAAJIuSRcYL4wXAAAAki5JFxgvjBcAAICkS9IFxgvjBQAAgKRL0gXGC+MFAAAg6ZJ0AcYLAAAASZekC4wXxgsAAEDSJekCjBcAAACSLkkXGC+MFwAwux8eHhTX5+I6j3+gL4rrqLh2imteCwFIugDjBQDQ7IeGxeL6MuGP9a/iWtNaAJIuwHgBADTzx3ohFmCq+FNcm1oNQNIFGC8AgPr/WL8Jac6Ka0nLAUi6AOMFAFDvh4XLkO6t1gOQdAHGCwCgvj/Uz0Kev8W1rAUB46ikCzBeAAD1/KH+FvI90YKAcVTSBRgvAIB6/lD/maJI81ELAsZRSRdgvAAA6vlDPY0jLQgYRyVdgPECAKjnD/VfRRoASRdgvDBeAED3HxaOLXcCkHQBxgvjBQB0/2Hh/RRFmm0tCBhHJV2A8QIAqOcP9f3MAs15cS1pQcA4KukCjBcAQD1/qOeK61dGkeap1gOQdAHGCwCg3j/WW8V1kfCh4XNZ3NFyAJIuwHgBANT/B/tuXMI0ydviWtBiAP9//FyK+3tVuXYbiuGg4usfeGJgvDBeAMBsfHBYjH+4T4cUZ76V+9doJQAAAIAWhRBux9k15bWsRQAAAAAAAAAAAAAAAAAAAAAAAAAAAAAAAAAAAAAAAAAAAAAAAAAAAAAAAAAAAAAAAAAAAAAAAAAAAAAAAAAAAAAAAAAAAAAAAICphBAWiut+cd1r+HVWiutOcW0X105xPSquzeKa70EbLMfYHsfYyhg3+hBbi20wX1xrxXU3PpudeD2ObbNU42stxfZ9WPa7WWjnIsbVGOtyzW2+caXflb+HCzPYd/79bg/2nX/vaSv+m7kbOsYuxfbZmoFYF2M/X23wNeZiv7935e/Bv3Fm4RYAANygZGElJlLPi+uwuH4V12X4r8MGXq98rffFdRpG+xv/zXrLbVEmj58mxHZeXG+aTFg67AsLMUl6V1zf43OY5Li4XpcJVoX7lwW43eJ6VVwfiuuouH4X18WQ+97tWZK6GZPH8r3+GIj5Tg2vsRn7/J8Rvw8fy9/Vnvabsli1V1xvY7+5CNWVY83P+Dv1qM7CX4/apyz4Piiu/TjGXh1fTnr4LB/GvwefB2J93MDfnmexTf5M6CNfyrj8xQYA4DomC2Ui9DIWI84mJFD7Nb1uOTvgSZmQhHRvm/y2PSbgzyq0xbDEefua9It/hbOLMJ3DUYWEWIS4rHifi65m0sQkdTcWDf4l1JdNxVr87O2YgFZpmzKRfdCTPlPOsHoRCyx1+xpnUSzM4Pi6Fce6f8W88wnv9V1HsS5cKZq+iQXTPxPGu4WaXnsj/v25zOwbq/6aAwAwa0n3v6njj+K3t0cVkoVh1muI5X5mceaqDw2103ZGcWbQ0xntI4tx9sOPmhPs82HfeMdCWOViT8Pv/d8yrkex0PBhyOyYxmONxdLU17yoMmupwXZ7GmfLXIbmncTXW+jZ2Ho7jmt7sRjzZcLsu3EetVQ8uhd/Bz/Fwtrf1OJITWPO6xr6TllMWvOXHgCAvibb/xLOvSvfiJ7XkCD9riGZeVNjMrdXY5utxm9k63DZVdI8xXN5MeFb86vKhO4gFrTWY9utxm/hH8cZOJeTks84K6Wq3Rrf77+9P/79fvyoucDwLDNp/jbNTJMOxpj9xHHlJCbkO3Gm1rB+c5pwr7stv+c78ffk9cDSvDr7TnmvxZp/t/8tV3oVi0cnNcX6ZMrYdhLGnCrO6mw7AACY9sP4vynqxxnfiFZeZjRFfJsxtlDzh/KFmtruoubYvs1Iv9mOiWaV2TD7Vb+tjoWQD0OWR6xc+TcpCdpqjcW4pm0mxrRRw+yt0NaGs3EvlZRE/2ssEsxXuPdc7GdVCx8v29poOBaRmva9hjhvx3Y5avBvQcjdKyjOnvnUUEyvfBoAAKAvyfZJCwnEg8zYHjeYLDycst1eNbhMY6PH/WWl4syhvzFpXsh8nf2B+3258vpV/arxfTddpPmTUjSIy6vqKhA+a7jPrCbOfjrJ/f2MhdOUYu2HWESZdK1N8f7bKNLs1/CcdlqI82dmbOsVi8LT/P6ZTQMAwI0o0mRtEhmXBzTpTWZ7LcSTSpr0oqd95UnFWSyfQw2nB4X/nkL0f2aaJCaSb2p878sxnoNYCLgfl978Oxb66ZTL3j4nxHKv5hlcHxvsM48SZz59mjZZbmi2xd0p4lm70lf+HQn9NM5a+TDFHjRX1XEqWBtFmoOMuO7WtOy2kS8TAACg7iRq5coeD1evMhF8XsPGnl8zYnrbwgfybxlxLSTOCMh12LM+spCQ+D6raxlJXN5wNcF/mzgr4WEHbXU/c7+MJxXvf7eB2WVHDbTDXMZss1d19J1YFLnsS5GmYswPp9hn5U9N7bYQx/6NgeLj67jvUR39bi0xpu0KBcm/8cuGaePb94kAAIBZKeRM803m08TXGlcMOI6zOTbiBqRLU+wLc5JRMPgxYYnGyzjbYy4Wv3KXRP3q0bO/XXGZwUUTiWxsw39OE2Z+XYaOTvLJnJGwXuG+Gw3NKDiq+f3nzDZ7VXMM32apSBNjzp09+Kmlfr2UuO/PoN+Jr/dkzGv9+1uweXXPoopFnVHezdjf5dX4PFzdXKs+HQIAXX8g3M384LuV8BqfxnxTvDtqA9H4jW9jRZqYdP4YU5x4Nia2/aYLSA0+86pLVc5CQ8fYxgJhji8dtttiYqxnk2ZCxOVWp6EZ72su0PzoskAT43g6g0Wae5mx7bXcv/eaLoLEQuflqP2KwpjNpMu/OZmFpPe3ZsgUYyMzMiYAAEz6QHg7cz+aqiezfBy1X0aocBpIOfukieVOMbZRS5zKPUhuV0haUxOGkx487+cV4z6tMgtkijjmMz9Av+q4/WqbCRHb4PuIAuHLOMNmK+Sfgvaipvdc/q58Sd0PJzRwylJm4XZWizQrHfTvnKVZDyve+/GIsafS34J4j5yZVLM2k0aRRpEGALjhRZqNpmYzlB+ORyxXqby/yZgiz8jkcIrYQkg4wjekb878reNnfVAxzvMmCzRX4sk5Znqr4zZMsTPhXsOKhD8Gp9vHJXY5y6E2anrPr1OLkaGhE3XivjRJS3HCf4+eHnVttNBncpbJ/e6of6eOaWdVxstYbPw7pNi/G9JOP8vZ1+ylIg2KNADALH0gzPlm+kmF+z4ZsbxpKzG+j3V/IB/YD+Vq8Wg7MbbUmTQfOnzOVZObchbH5iwnhA3Gu5AY7+qYew3bp6QsGiwk/D6N3Y8m1LPpbM4SmPsNPoOlxFi+9mCMfZ3Rhm86ijW1GPipwj3Xhtw3+W9BvFfOMtNnt2aIIo0iDQCgSJOzqeWkpUD3hxQwfuXsb5KxD8bjCffbGVE8upsYV84ysRcdPeN3CTE+ajGu1CLNYce/KymzOE7G3OfBkN+P72HMhshxydHPiq99WceMo/h+U5e/fGzhOaRa67jfHGXE/KCjWFPtVCiqHQ8Zbzcz4zvIiPH+rRmiSKNIAwAo0qSe1vJ7wv3Wh3xr+rPqngND7pd6/OrqmHttDUk6sxKGuL9CI3s31Px8U5YHPGs5tpM6E8IW4r2fEOv7EfdYHrLM6yRU25+p6rKn3Rrea0pR6OosrOUeFhKedNhn5jPGsEp7fjUQ63pGnMsT+tC3ugo08Z4fulr2p0ijSAMA0NYHwtRNSV+PudfykMT7eIoCTep+Ob/G3Ot2XQWaeL+cb3SXW362KbOkPre9lChjudhyx78rKe35fMQ9pkpaw3+PJj4esxfMvZrea84yp7ctPYdUHzvsM1sZ8X7tKNa9OuMcMoPv77QJcMbMyr9dLpFUpFGkAQBI/TC4mJEo3x9zv6+Ds26mSaxD+vHgHxNim/Yb3e+Jsf1s+dnuJDzbs9xC2hTxpe7v8rsHvy8ps87uDPn5l0P+3V5GHOUMhYdxr5P34b97LD2qa/ZFvP9JRnKz1sIzmMuI66jDPpOzh0pXyyJTl2U9G3OvZ03MJIyztWZmiaQijSINAEDqh8HUb3lHTsMv/v+nQ4oga1PG96aO5TBDlvz8HZZEJ8SVs4ThRcvPNSW++x30vdRTet50/Lsyl7A/y8Xg70mcAXNZZUlUD8aF3YzE5ktLsa1kxHbcYVv+moXlObFomjqmrY+4150h93pZQ4zLGW35XJEGRRoAYJY+DD6rIxEb8qG8lhOCMvbEWBtyjwcD/6ZMlB9MGdedvn7wi8u6Uk5oeTUjicjjjn9XNnOXgcQCz2Cyft718q0af+9Kj1qKLed376SjdlzKiLWTE8wyfh9/DIszzs4cnIX1IdRz0tiDjPZcV6RBkQYAmKUPg4eJH16ejEhEzgeKIHVMa09divVnyD1Wwv9u0lrHN7qpxa1WNgKNxYCUZVhlMrXYUd9LOVL6sqs4r8T7NHfW1IhlTvd6OiZsZiQ1f9taLheXdc1KkSZnc/H3HcX6NjHO/Yp/U37UuAzveepzn7X9aOL7LGdqrro6u+ZvAQB0+GHwPPFD7+0h9/jSxMyMkHaSTunTkHsM7rHwvqZvdL/1dCnI+7r2F2oh1pSNl3/14HflS0K8m1d+bmPI0o93PR4TcjbE/tpifC9mqEjzNiPW7Y5iTd2D6E6FZ/Nn2N+MKWL8WNceZXDNPssBAJn69kc9dU+Q30PuMfjN5mFd31xmJGM7Az8/ONvlqKYCzUJI32x5r4Xn+SQxpo8d97+v035r32KsKXsQ/bnaz4YUCnu7zCmzAFl61mJ87zLi+9VRWx5nxLrUQZype738Cf+759L6kN+RRzXHeTLN3wRQpAEA+l6k2U6M//XAz28OfCj/VWeCEdJPGlkZmL1w9RSQ33XFFvL2xFhv+Fmuheqb2ob43FY77n8p8d7vONaUWV2HV35u2JHGuz3+oJ+zeWzpTosx/siI72sHbbmaEefPjp576rKsN0P6zc9xfy86KCSVbt8CRRoAYIaKNKnLGh4PzCy4+qH8T52FiHj/lNkqX8bMBijvs1VjbC8T262cOTHX8LNM3ej1dcd9L2UW10XoeF+J8N8jrqt6dqUPnw78t++hx3tkhPTT3v797s+1FN9qSJ/F9j9FhZ4WwUsHHT33z4lxPhj4+dcD/70cfxdqjvFeYoy/boEiDQAwY0Wa1MR+ZUyh4nHNsaWebvFsTEL9pON2+9zwc9zJSKq73oQ3JeavM/a7shF/ZnC5XllcuN3zD/o5p+d86/GMj38edtCWnzLivNvRc0/Zm+zv1fEj9pnLgfHldgMxphbH39wCRRoAYFaKNCH9aNjjgQLKZZMfhot77ifG9y8xvjMQW2175MT75+xH86jB57gS0jd/ftGD/peyr8izjmNdTnjm/zk+OfzviWelVzPwQf9Zxrj2oeeFj/LZLXTQlmeJcZYzxuY7iHMjMc7DgfHw98B/324ozu+Jcd69BYo0AMAMFWlSp44fxJ+bH/hQ/rOJxCKkHQ3+K/5MmRz/GkiYl2uO637Gc19u8DkeJcZy1kXCOuU391sdx5oy6+dT/JmDIe2+OAMf9Pcz+vdBS7GVha+c/XK+dNCO6xlxHnb0zF8lxrk9pmj2tqEYFxOL43+DY5QBAJixb11SP5jfG/Jz5Te/6w3Fl5LEvxzxnu43ENebxHb73eAzfJiRCD7vQd/bSCwqdb0fzYeEeJ/E2U2DxYTHMzIu5BRpdluKbTezOL7bQTs+z4jzaUfPPPU0r5X4czttFSJD+jK3L7cAAGDGijQpMzAu4gyarYFvM581FFvq5qXlt9abA7HtNxRb6pG67xqKYy4jlrM+fLsc0o5WP+xBvOeJfXGwWPhthsaFFxnFhQc9LSaUOtl/KXEm4D9rHcSZeprXv1mL5cyWk4ElZXcajPPtrBWjAQAg9YN5ytTxz7FI86upvV4G4nuSENvJkGVOv5qILWPK/f+fgdRxG/3zoif972hWkq3EWT8n8ffkfFb3xgjpm1C38v5C3qlT/5nZ1EEbzmcsy/rd0fPezil+DJld9rbhOM/7XvACAIBpPvCm7quyN2SZ01qD8X1J2Q8j/N9TPy4bXIKVOuW+kX0RYrHoPCOWpR70vZXEQte9juNNWbbyPvzvxruHMzY23O1pkeZjRlynoZsNg+9kxPqmo+f9PrX4Ef73BLDfTbZznCWZOmNw7hYAAMxQIpY6dfz+wDfDuw3Hl/It9M7Av99vMK7U/Wi+NBTHq4wk8G1P+l7K6UF/ut7kOHHWz16M+WphbG3Gxoa1vhVphiyz7NUyrBrGif+MYx3FepIy2yfOwjxtc2PvjP19PvorDwDArBVpfiYu4biaqH5r8lvKjOUl35te5nQlttQ9YPYbiGFhoBBQea+UnvS9lH1FDjuONXXZyn4fZkd00M8fNBxPzv4uHzpsvx8Z8a50EOdq6ileQ2bevGwhzu+zUPACAIDcD7ypy03O21hKdCW+lG9NL9r6Rj+j3Rr5hjnzhJujnvS91H1Fut6P5nHiLIOTgVk0KzM6RqTOtNttMJYHGf39rKulffGY8NRx4ntHse6lFp0H3ttx08uK4n5jF4lxLt0CAIAZSsAeh3xvWojvW2ZsH3vWbhcN7UdznNE22z3pe6nLQNY6jvd9YmFg5mfRZBZGXjeYoKf298su9zGapQ29E5fynQ1Z5rTZQoyp+6d9uwUAADOWgL3JLII0vj9I5ulJ/xKz2z1K2BspGmVu6nrRxRHEIxLu05SksAcxn2T+rpT9cXXGx4lfXSfGmWPVw47bLWeD4/sdxJm6lG9wXH7X079Xjt4GAGDmkq/TzMTzaQuxPcqM7aCF2H53ffRvPAo91aee9LvUmUhd70ezGvK9vwbjxE5iIXCh5te/l1Gw3Z3B8fVvRydQ3Z2if1+0tZQvY3+fO/7KAwAwS4nXeuaH8laOss385rzxvT+K+y9nxLVccww5e+KUHvWk732fpW/EM/br6M0yrZre/1xigvy05r5+NoMFmpyTsb50FOv+FP37eUsxLmfsn+bobQAAZirxepb5ofxpS/HlLC9520JcqQn7SQMxPMksYM33oN/lfGu/0XHMR5m/K4fXaLxYG9g4fJyfdSTIccnjz1kr0ExR+Nibsf590tbMn4y9kT7cAgCAGUu6cj6YtzWLJmd5SeN70cTYPnZdOMo81rcvS52+d13kSow3db+Oq+5dszFjI+F0nRdTvtZK4rLC8z4tbyli+TojR2/nzspr9XjrjH3Atm8BAMAMJVsLmYnnfkvx7WTE9rGl2FJn+DzuSVL1pAf9LmcWzfsZjDnEzXbnruHYsZUwo+ZR5mvcS9zP5XOfjlqOhb0/qUeFdxTrzhT9e77FOM8T41u9Rr9z8/GLC1c31/wtAIAWPvTdy1wus9hSfO8z4ttqIa7UfSYuG9hENTepWupBv/vR52/rR8Scu1/H3jUeP1YqPsvLuDRvruJ9y31H3iUUIS+67h8j3kfOpucfOor1fWb/3m0xxtuJsf28Zr9v02zszPTu+tQIALTxoe91X2eqxPhSZ6t8aymu1P1ofjQQw6eMZ3fcgz63nfkBebXjuI8zT7xZvOZjSLmZ8NOKMxyO4x5Ym4MFm1iYuR/7ddWlVJdxDFvpadscZPSZxx3FmrP313Gbs8Qy9uB6e81+1xRpFGkAgBtQpDnP+KCy1VJsOfvR7LQUW2qB5HkDMZxltE/XS4YWMpPBrvejyT16+/0NGksW42yjqst7/sS+cJKx5PJvnPlxu+dtkrrZ8WUXRb0p+vfTluNM3Qfsuu0FpUijSAMAXPOkajPjQ0otp7VUjC91Oc95W2vGM4pbd2t+/dykaq/jPvdyFosdUywt27yB40pZrHmesRdLFd/jbIrFGWiHnKO3f3QU6/PMWWILLcY4l9inLq7bHiKKNIo0AMD1T6Zyjt5+2mJ8XxJje91SXOsZycxczTE8yvyQudFhf1sL+acjdV1cytmv4/iGjivbY/apOUsscJabBh/GwszajLXDbkafOego1qOMWN+0HOOdxPg+X8PfLUUaRRoA4JonU6lHIJcJ9lJLsc1lJPRtLcNK3RfhSwMxvMr4gPkndHjKUEbR7ao7Hf+u5CzRen7DxpP1Ec/4Ms6gWr3yb1djofFJXCL173oWZy3dCT06pSmzPT5m9Jl7HcSZe7T8Zstxvrjpv3+KNIo0AMD1TqiWQ/rxzR9ajC91KVabS51S96PZayCGnG++f3bY33aHzKiYiWUL4b9HTedYvSFjyVwsGl6OeHYPbuD4Oheqb358dQyb6yDWnMT/Rwdxpo55t69hv1KkUaQBAK5xEpGzXOZRi/Gl7l3ypqW4cpKv9QbiyJnZcdhhQfBsIHF/0/e4r8Sfc/T2txsyjqyH8ZvjPrih4+t6Rp/5MkP9+0XLMc4nfqnw+5r2K0UaRRoA4BonEal7bLQ2UyXG96OnS51SZ/gcNxTHZcYHzDcd9bXBb8D3Emcjvez4dyVn1tKTGzCG3J+wv8yHGzy+vsjoM887ivV7RqzLHfS13o91ijSKNAAAuR/0cvYgeNtifAuJRYjT0N6JU6mbLb9vIIblzA+Y+x30te3B2QJxNlLK5rH3Z+x3pbRyzceQ7Qq/o5s3eIw9zOgz6x3EmXNK3PcO4nydGONjRRoUaQCA6/5Bb6vF+LYTYztoMbYvXScLYUaO345LPq4uDSuXaC0mLgUpCwFLHf6u3M9o5x83YPyYVLiq/USzGWujs8Q+cxq62Y8m52j55x3EeZwQX9k3F65pv1qLs2Bd3VxrtwAAGvqgl7rfy0mbCUS5TKKnS53KWRV/ml4WUPzM53F7eYT0o2j/2WnxGZbFmF8Dr38v/reU07F+dfy78r7P7dxBeyxXnAV1coPH15z9aF5nvM5SmHJz6sz+vdFye6YWpb9lvEY5e/Nr2+8NAAD+fSD92XQCMWV8f/r4DXRIP+Xne8ZrvJy0r8kUU97bLNIcjlpqFYtQVb3LeO29uDxivob3kbNB89I1HjuqziS7vO5Lvsa00ZOMPvM483fsbJolGBn9u4tTnVJnVr7MeI1/xaozhRoAANr+wHu750ud1vpaQMo4BeUg8f6PB/b5OKy5SLPXUjsNntz042ohLbEIt52R0P1rw6NpCjWzsl9Hi/0/td+9u4lLnhI3xc6acTcwFp3nLO/J7N9dLHV6lxjj2hRjRid7dwEAcLOLNLt93ish41SU+y3GlnrKz4OEe68PLCM5HzUTYYrlTvsttNGTIf3n9pX/vtHU0opyOdXAXilvp3wvOft1PL3GY8fHjPYoZygs3rAx9rTJ2Slxn6TLaWfIlQWXjOd5u4P2TJntc5FSmB0yZhzd5L2UAADoJoFI/Zb3XcvxfWvqA/mUcaWe8vO3amxlMWYgEbkcV3yaYuPgdw230c6QE3/uTSjiTGrDuYqvvTmwSfHhtMlWxibR132p05/MfneWOiNqhttopcnZKXGm4Z86igoZReefHbRn6szKzwn3HlYYX74FAAAtfuBdyEi0HrYcX8rR24ctxpa61ON7xfvOxQ0rK894iZvyXmYkg78abJ9hBZpnQ/7dxwbacLBA83Pa2Rsh7+jtb9d47Mg99n1wVtV+F7MxWmynhxntsl7x3osDpxxd5LZlZv/e76A9U2d+Pk0Yd3/kznwEAICuEojKs0Fqiu9RYnxPWowtdT+aZxXvO7h/y/cqbZ65oW2Y9jSYEbFsDynQHIz4tylLQQ4qvPbgt+FndXwbnrnvz5NrPHashHr9iMtt1q5ZO6UuITqpeN/5ODbUUkDP7N+bHbRn6szPjQr3nBuysfnBLQAA6OAD75vU/SRaji/1ONi1FmM7TIztXoV7Ph0y02C1oXiSikcJ7bI3pEDzddgSjIxlWjsVCjSDy8S2anpfqUW5a3+aUcbMi6p+x81ht2e9DTPGsHcV7jk/ZOndu5b791kXe7XEvpGy/HWuwj1f5xTGAQCgiQ+8vxI/mG+3GNtCYhJ40nLbnScm7EsT7jc4+ySpwJB5zG+IfWCuhvaYH1H0+zXqvWfMlNoc8/orQ57JTo3P+3vf9+voYPz4GNpxHIsIGzPYRl/rLETGe34Y8ju2MGWcx4lxvuqgLZfq3oB5msI4AADU/YF3M3Efk4s2T2XJWIr1rsXYUpd6HCcWaJKXymQepV7L3hJxRszPEXuOrI75udSlIItjnsfgcq/dGp93zsbMz27AGLI6sPdPG8qZFM9mZVlURvHjzoT7vR5SAN7qoH/f6aAt7yXG+CFj3L13CwAAOkoeUqe3H7Yc39sez/K5X9cGsiOWB73KjOs4M/G9zJl1EvdyeD5i8+nTSZuYDpkRMMn8kHs8iEsvGttPIvPo7ds3ZBzZzty0ug7lkp+7PW+f1CLW6pjftXdN7HuU0b9bO0VvIM7U2YKfxtzr2ZB+u3sLAAA6TB5Sj1t92nJ8qRvhrrQYW+oJI/+zf0NczvVhSKLweoq4nk6Z9H6oMlsqJozbY/aHOK1SpMjog88HYng1pP0+1L1XRsa+Isc3bCzZbnB/mqqbDj/sadtMvRlvXOYzbLndm47699eO2jJn35yFIWPX25xNyQEAoMkPuysZ334vtRhf6vT7ny23335G8vU6LknairNPTkcUSeamiGthyKySVH/iCSo7MdbVeG3G4tS7CfvxVCrQxHh/Z8R3FPdCGVbE+9rEN/wZBcOXN3BM2Rwxo6pNn/s2gymzfy/Fn12MMz4uRswimu+of+901JYvMtrzMM62Wyuux+F/j9kOcTyZuwUAAB0mDqnT249bji91r5L9GSjSVCni1LGB716HSXKZYC4nxHpS42s3VaDZyojl3g0bT8o2+hb64U9cFjPXk7bJKZr+jb8bowrp32os0OT075UZ+btVdeP0hVsAANBx4pA6vf1ly/GlLoO523J8T2tOFJ7WHF8XCfO71GQncybNqALNQkPPej+jSDB3Q8aRhVhcvByyx9GHOLOlq/1qDvuQfI/YUHsaJ3UWSTL69/cO23Kz5rb82eYMUQAAGPVBdz5jWcJWy/Gl7G9x2XYyVp5sUlOScNFEgSkuk/jdUjJ8kbtpc03FpM9NbmKaUTD8dEPGkXsjZkJ9v3ryUizkPIxLSs5aLtR0noSH/z2NaRq/Q83HQ2f07xcdt+e5Ag0AANctubqbuvliz+P72UEbLoTpjx4+anL/jLgHQ9NJ8dcwxVHI5canNczemWuwDVMLhiG0eMpYR+PHQpyJN2yGzPNJzyP+fr+uealbb5PxkH5s9LjftaUe9O/1jvvfy+syywoAAP59yH2V+IH2TcvxpR69/byjdsz9hvxvTGbnW4hxuaGlT+XmwI+mLZCE9KPMr86eetZC+z3OiG3pGo8d90dseF3OzLuTcb/NOB6dtrBX0nyH7fZjyvgPmihGZvTvXz3ogwtTzBK8jMu7bBIMAECvEq3Ub7Dvim9onItx08mUBOFtF5tuxqLQ35pmJezV+S10XK6UtCdGW9/mZ+zddHRNx4z5WCi4HLEE53YNr3EvtndTR3m/7LD9NjNn3pVt+6BH/Xu/J/3xdkahphw3Nn0CAACAayzOVJm0OeqvmOAu9yDW5xlFsLNYXNpq6Nv8+THLZ64qZyPsdjkj4ob28fXiOm5rw+bYHx7Ge9fpsu79XDIKC98TijPbZnxMHM8+Thg3LuL4fE9bAgDAzUoYVuPSgf14lcWEB10mhRPi3YgnVL2Lic5RvL7EgslBnDGz3lZyE5PY3bhPzft4vYrH7t7WyzrpJ9tjNhn/0nTBLPbTDzWeEPWpB216N+6rMvh79yb+zunrae25HIt6z+PY+yKOI+XSvEUtBAAAwHVIfp+PKY58bXNmQizgva+pWLPm6QIAAAAzIc5GGLfsbL6juNYzjowe9NoTBgAAAHpvwhHHZ11sfD0kxp0xy7Am7vfiKQMAAAC9FkJ4MqHA8bhHsS5nHm19aa8SAAAAoLfivi9/JhxhPNezmOcSTky6ylHMAAAAQD/FE4bGud/TuBczZtQ89sQBAACA3gkh3JtQ1DjvarPgivGvFddFQpFmx1MHAAAAeieE8GlCUePDDLyHfUUaAAAAYGbFDXgvJxQ1ns3A+1ip8D7+eejJAwAAAL1SFiwqFDUezch7+VKxSHPHkwcAAAB6peIyobsz8l5eVSzSLHnyAAAAQK+U+81coyLN0wrv5a+nDgAAAPROCOGoQmHj3oy8l50K7+XQUwcAAAB6p2KRZmdG3stehfey66kDAAAAvVOxSLM/I+/lYML7KE9/WvbUAQAAgN4JIXysUKT5PCPvZdLpTh88cQAAAKCXKp6I9HsG3sdiuSnwhPex6YkDAAAAvVRxs93SWs/fx6STnT552gAAAEBvhRBWKxZp3vb4PSwU18mY2C+K67anDQAAAPRaCOF7hSLNRV833S3iejMh9j1PGQAAAOi9EMJ2xdk0H3oY++N4atPIZU7FNecpAwAAAL0XQpgvrtOKhZrdHsV9f8JmwZ/L9+YJAwAAADMjFjwuKxRpyn9zpwfx7k6I94sCDQAAADCTQggvKs6mKfenedxRjEvF9XFCfK8scQIAAABmWgjhdajubXmyUktxzcX9Z8Yty/pTHinuKQIAAADXQghhv+LSp3+Fkf2mTn4q7rtYns5UXL8nxFGeULXh6QEAAADXSgjhbnGdJcyq+RtPUnpQFlamfO3FeJ93sQg0zmks4ljeBAAAAFxP8dSn5xUKJcMKNuXMlg9xn5tyk997xbVVXKsD11ZcxvQ8Lp/6UXEWz3FxPbE5MAAAAHBjxJkt5ZKmk9Ct8+J6Hws+ijMAwKx9plqKX1A9LPfRi19S7V+5nsf/vzx1807577UaADDuw0X5weKgxYLNaVz2pDADAMzSZ6b5WGh5WVyH8cum3C+pvsYCzoYl3gDAqA8fS/GbnnJJ0+cJJy9VWSJ1HD/EHMQlUMtaGQCYsc9H9+MS7j8Nzix+68AEAKDqh5OV+E3P3fhBZWfI9Sj+9422jvEGAGjos89ccW3HvfXa9KU8bMETAAAAAG68+MXT74737SuLNaueBgAAAHDjxGXf70N/XBTXU3vWAAAAADdGCGFzio2Am3ZkXz8AAADg2ov77V2EfjuzsTAAAABwbcXDDy7DbChPl9r01AAAAIBrJZ7eNCsFGoUaAAAA4PoJIdwrrr9hNpV75yx5igAAAMBMCyGsxRkps+ybU58AAACAmRVCWCyuk8zCSPlzX+Ix3a+Ka//K9aa4PsXiSVubEL/2RAEAAICZFEL4kFiUeVtcD8riTuLrrBfXXnF9bHhZ1V1PFQAAAJgpIYRHFQsfP+KmwnM1ve5iLNj8bqBIc2zZEwAAADAzQggLxXU6oeBRLlN63GAMc8X1pEIcqZ54wgAAAMBMCCEcVJg9c7ulWBbi/jV1OTGbBgAAAOi9EMLqhNOcyoLJfAdxlbNqLmsq1Gx70gAAAECvxdOYRvnaRYHmSmzbNRVqDj1pAAAAoLdCCCtjiiC/yqVHPYhxt4YiTXmC1JInDgAAAPRSCOHViKLGn7b2oKkY54caCjV7njgAAADQO+UypjF70Wz3LNaFuAHwND566gAAAEDvhBAejShmfOnjaUhxf5ppnHvqAAAAQO/EYsywvVtWexzzjykLNfalAQAAAPojLh/6O6SI8aLncT+cskhzx9MHAAAAemNEseO0uBZ7Hne5j87ZFEWaB54+AAAA0BshhPezNovmSuxvpyjS7Hr6AAAAQG/EWTP/Z1PdcgnUjMT+YIoizQtPHwAAAOiFEMLGLBcviliXpyjS7OsBAAAAQC+EEJ4OmUWzNGPv4VSRBgAAAJhpQ/ajOZjB9/BZkQYAAACYaQOzUC6La3UG38ObzCLNMz0AAAAA6Fw8wvr8StHiw4y+jxeZRZrHegEAAADQGyGEleLaLq61GY1/J7NIc9fTBwAAAKjJFEWaZa0HAAAAUJPMIs2ZlgMAAACoUWaR5lDLAQAAANQohLDnZCcAAACAjoUQ9jOKNHe0HAAAAECNQggHiQWa8tjxeS0HAAAAUKMQwvvEIs17rQYAAABQsxDC98QizUOtBgAAAFCzEMJfS50AAAAAOhRCWEycRfNKqwEAAADULIRwL7FIs6bVAAAAAGqWeLLTVy0GAAAA0IAQwreEIs2WFgMAAACoWdyPpuqmwT+0GAAAAEADQgiPE2bR3NViAAAAAA0IIXyoWKA50loAAAAADQghLBTXnwoFmsvi2tBiAAAAAA0IITypOIvmtdYCAAAAaEgI4WeFAs15ubmw1gIAAABoQHmUdsVZNLtaCwAAAKAhIYT3FQo0h1oKAAAAoCEhhLW4GfCkZU7LWgsAAACgISGEjxVm0TzQUgAAAAANCSGsF9ffCQWaT1oKAAAAoEEhhKMJBZpjpzkBAAAANCiEsD2hQFPuU7OupQAAAAAaEkJYKK5Tx20DAAAAdCiE8GZCgeatVgIAAABoUAhha8KR2+U+NfNaCgAAAKAhZfGluE7GFGh+FdeSlgIAAABoUAjh1ZgCzR8bBQMAAAA0LIRwb8wyp4vi2tRKAAAAAA0KIawU19mIAs3fsoCjlQAAAAAaFkL4OqJAU86seaCFAAAAABoWQjgYsw/NjhYCAAAAaFgIYXvMPjS7WggAAACgYSGEO3G/mWGeayEAAACAhoUQlsdsFPxKCwEAAAA0LIQwX1zfRxRoPhXXnFYCAAAAaFAIYaG4vowo0JQnPC1oJQAAAIAGlTNkiutwRIHmqJxho5UAAAAAGhZCeDeiQPOzuBa1EAAAAEDDQggHYwo0S1oIAAAAoGHlcdojCjS/FGgAAAAAWhBCeFpcl0MKNH+K67YWAgAAAGhYCOHhmALNphYCAAAAaFgI4VFxXQwp0PwtrjtaCAAAAKBhsUDzd0iBppxVc18LAQAAADSsXMY0YgZNWaDZ1kIAAAAADQshbI0o0JT2tBAAAABAw0IIa8V1OqJA81QLAQAAADQshLBaXGcjCjSvtBAAAABAw0IIK2MKNG+Ka25G3se8pwkAAADMpBDCcnH9HFGgeT9LBZri+l1ch44HBwAAAGZKCGFhTIHm06wUaOJ7eXEl9n1PFwAAAJgJsUBzNKJA83WWlg7F/XT+XIl/1RMGAAAAei8WaL6OKNAczdreLgPFpkNPGAAAAJgJcd+WYb4V19KMvZcXA+/hkScMAAAA9F7ca2aY43IT4Rl7L/eK6/LKezidpX10AAAAgBsqhHAwokBzMmv7uBTxbgzsQ1N65SkDAAAAvTamQHM2gwWareI6H3gf5Yya2540AAAA0FshhNdjCjTrM/Zetovr75D38sWTBgAAAHpryMa6V2ee3JmR9zBfbghcXN/DaA88bQAAAKCXQgi7AxvrXvW2uO729HoQYy8LTB/jjJ9xLmwYDAAAAPRSnHlyGW6GN544AAAA0DshhPsj9m25rtY8dQAAAKBX4nKhm1Sg+eqpAwAAAL1SziipsH/LdbPnyQMAAAC9EUJYKa7fN6xA86e4Fj19AAAAoBfKQkVx/Qo3z4GnDwAAAPRCCGG+uL6Fm2lLDwAAAAA6F0KYK67DG1qgKWcOzekFAAAAQKdueIGmtKsXAAAAAJ0LIby/wQWai3KZl14AAAAAdCqEcCfcbB/1AgAAAKBzIYS7N7xIc0cvgO78PyKOrNUugOI+AAABmHRFWHRNYXRoTUwAPG1hdGggeG1sbnM9Imh0dHA6Ly93d3cudzMub3JnLzE5OTgvTWF0aC9NYXRoTUwiPjxtc3R5bGUgbWF0aHNpemU9IjI2cHgiPjxtaSBtYXRoY29sb3I9IiNGRkZGRkYiPm08L21pPjxtaSBtYXRoY29sb3I9IiNGRkZGRkYiPmE8L21pPjxtaSBtYXRoY29sb3I9IiNGRkZGRkYiPnI8L21pPjxtaSBtYXRoY29sb3I9IiNGRkZGRkYiPmc8L21pPjxtaSBtYXRoY29sb3I9IiNGRkZGRkYiPmk8L21pPjxtaSBtYXRoY29sb3I9IiNGRkZGRkYiPm48L21pPjxtbyBtYXRoY29sb3I9IiNGRkZGRkYiPj08L21vPjxtZnJhYyBtYXRoY29sb3I9IiNGRkZGRkYiPjxtcm93Pjxtbz4mI3gyMjI1OzwvbW8+PG1pPnc8L21pPjxtbz4mI3gyMjI1OzwvbW8+PC9tcm93Pjxtbj4yPC9tbj48L21mcmFjPjwvbXN0eWxlPjwvbWF0aD4ZgtjyAAAAAElFTkSuQmCC\&quot;,\&quot;slideId\&quot;:294,\&quot;accessibleText\&quot;:\&quot;m a r g i n equals fraction numerator parallel to w parallel to over denominator 2 end fraction\&quot;,\&quot;imageHeight\&quot;:59.68},{\&quot;mathml\&quot;:\&quot;&lt;math style=\\\&quot;font-family:stix;font-size:26px;\\\&quot; xmlns=\\\&quot;http://www.w3.org/1998/Math/MathML\\\&quot;&gt;&lt;mfrac mathcolor=\\\&quot;#FFFFFF\\\&quot;&gt;&lt;mn&gt;1&lt;/mn&gt;&lt;mn&gt;2&lt;/mn&gt;&lt;/mfrac&gt;&lt;mo mathcolor=\\\&quot;#FFFFFF\\\&quot;&gt;&amp;#x2225;&lt;/mo&gt;&lt;mi mathcolor=\\\&quot;#FFFFFF\\\&quot;&gt;w&lt;/mi&gt;&lt;msup&gt;&lt;mo mathcolor=\\\&quot;#FFFFFF\\\&quot;&gt;&amp;#x2225;&lt;/mo&gt;&lt;mn mathcolor=\\\&quot;#FFFFFF\\\&quot;&gt;2&lt;/mn&gt;&lt;/msup&gt;&lt;/math&gt;\&quot;,\&quot;base64Image\&quot;:\&quot;iVBORw0KGgoAAAANSUhEUgAAApIAAAFzCAYAAACNeOncAAAACXBIWXMAAA7EAAAOxAGVKw4bAAAABGJhU0UAAADn/krlRQAAGuxJREFUeNrt3S9UHE26B+AVCAQCgUAgIhAIBAKBQCAiEIgIRAQCgUBERHwiAsE5EQhEBAIRgYhAICIQCAQCEYFARERERCAQCAQCgZhbvdvcne10D1M93TM9zPOcU+Le/WAqVZ33/aWn//zrX9Su1Woth/E+jAmrAQBAtwHyNIyn1n/sWhUAADoFyKUwTtoCZEuQBACgU4CcD+N7q5ggCQDAXwEy7wykIAkAQGGAPOoiQAqSAAD8O0C+CeM4IkAKkgAAIx4gZ9OvsB9b5QiSAAAjFiCTM5BfSpyBFCQBAEY0QE6HcVBBgBQkAQBGKEAe9vAVtiAJADBiAXImCXthPLTqIUgCALyyADkZxucaA6QgCQDwCgPkfhj3rf4QJAEAhjxATqVfYd/lhL2f6Q02q8lX3el/n1wzuRXGH0ESAGC0g+R9Tnj8mDzm54Wfm+nx7KUgCQAw5EGylQbCb2EshTEW8bMfBEkAgNENkmthTJT82ckenispSAIAjHgQvRQkAQAoEySPBEkAAMoEyT1BEgCAMkFyV5AEAECQBABAkAQAQJAEAECQFCQBABAkAQAQJAEAECQBABAkAQAQJAVJAAAESQAABEkAAARJAAAESQAABElBEgAAQRIAAEESAABBEgAAQRIAAEFSkAQAQJAEAECQBABAkAQAQJAEAECQFCQBABAkAQAQJAEAECQBABAkAQAQJAVJAAAESQAABEkAAARJAAAESQAABElBEgAAQRIAAEESAABBEgAAQVKQBAAQJAVJAAAESQAABEkAAARJAAAESUESAABBEgAAQRIAAEESAABBEgAAQVKQBABAkAQAQJAEAECQBABAkAQAQJAUJAEAECQBABAkAQAQJAEAECQBABAkBUkAAARJAAAESQAABEkAAARJAAAESUESAABBEgAAQRIAAEESAABBEgAAQVKQBABAkAQAQJAEAECQBABAkBQkAQAESUESAABBEgCAfgXJfUESAIAyQfJUkAQAoEyQ/C1IAgAQGyInw3gqGSS/WkEAgNENku9a5V1aQQAgMnvMhLEWxk4YB2F8D+MiM76FsRfGdhiLYYxZuWZu5nkPQfLJxgIAXeSN5TAOw/hTMnPch3EWxmYYE1a0GZu62sPX2s/WrSQAkJMzxsL40EN4LPKQnsmctMqD29zktPJtBZv5278MAIBMzljr4WbemLOUn+SQ/m/uQhg3FW5k8vX4uJUFgJHPGJPpV9hPrf75Ecas1a9/c2fSzX2oYRN/hrFilQFgZHPGdBrqBiHJNmt2odoNHQ9jPr0+ITlr+NiHjbxO77CaswMAMDKZY6aGayFjPQqT5TdwPb1O4Et6G/11TWceY/91cBXGcTqv5J3eW+kdV27SAYDXkUEm028mmyAJk6t2JX4T/7SGyx+7BgBDnz/GBvh1dpHkPpAZuyNIAgDNzh+7XT7h5SiMf9K7uWfDeJOOueQeizA20kf6XFZ0o865Z10DADQ3RM51uIwuCYMnYbyNDXThv59K77fo9STZe7sEANDMIHnR4UkucxX8/uRr84893PPxxzMmAQCaFyI3C8Lbt6rDW/oEmrJnJ/+xWwAAzQmRYwUvNjmq67rE9M7wK/dkAAAMd5DcyAlsV3Xf3NLDsyqX7BoAQDOC5HUmqN0ld2D36bOXS7xgZdeuAQAMPkQuD/ru6PB5+5FB8sLOAQAMPkh+yYS0HwOYQ/J4oPuYN+3ZOQCAwQfJ28yzIucHNI+9yLOSU3YP6v1LOZ0+E6yb8ammORx3+fnHdgzUC/Wi7/u+mAlnBw2ay0sW7CDU+5fyTcRfyKOa5vDH4xxAvVAvGrvvnzJnI6cHPJ+biONwxQ6CxqAxgHqhXgxu3y/r3tfI+ZwJkqAxaAygXqgXzd/zyfQs5PPZyNkGzGlXkASNQWMA9UK9aP6etz/257Qhc9pyjSRoDBoDqBfqRfP3fCq9RvI8jLWGzOldxHE4YRdBY9AYQL1QL3g+Bla6PAZurRZoDBoDqBfqBWWC5KXVAo1BYwD1Qr2gTJDct1qgMWgMoF6oF7QfA91eI7litUBj0BhAvVAvaD8Gurlr+yGMcasFGoPGAOqFekH7MdDNcyRPrBRoDBoDqBfqBdlj4KiL/X9npUBj0BhAvVAvyB4D1y/sffIu7jErBRqDxgDqhXpB+/6Ph/H4wt7vWinQGDQGUC/UC7L7/9Kjf5KQOWmlQGPQGEC9UC/I7v/nF/b9wCqBxqAxgHqhXpC3/5cvnI2csUqgMWgMoF6oF2T3fi6Mpw57/tkqgcagMYB6oV6Qt/c7L9yp7dpI0Bg0BlAv1Av+2vfxNCwWWbdKoDFoDKBeqBfk7ftGh73+boVAY9AYQL1QL8jb87Ewfhfs850bbEBj0BhAvVAvKNrzD77SBo1BYwD1Qr0gdr87XRu5a4VAY9AYQL1QLyja792C/b3wPm3QGDQGUC/UC4r2erbguZG3YUxbIdAYNAZQL9QL8vY5ucHmR8Hba1asEGgMGgOoF+oFRfv8sWBfN60OaAwaA6gX6gVFe7yYnnnM2rM6oDFoDKBeqBcU7e9EGL/yjic314DGoDGAeqFe0Gl/T3L28kyIBI1BYwD1Qr2g097uFITIcasDGoPGAOqFekHRvm7kPOrnUogEjUFjAPVCvaDTni6E8ZDZv59hTFkd0Bg0BlAv1As6hci77N6FMWN1QGPQGEC9UC/odDxl36Od/N9vrA5oDBoDqBfqBUX7OJ2zl7dCJGgMGgOoF+oFnfZwMoyrzH7dJ19zWx3QGDQGUC/UC4r2byLnHdpP3p8NGoPGMPzHwlj6arLNMFYbPtfkAv25AX32VBhv03VaD2N+VB6WrF7Q496Np8+FzIbINasDGoPGMJz7PxvGhzBOcx6/sdHQOe+0NaA3ffzcpTAuCo7N5AaB7dceKNULety7w5x92rQyoDFoDMOx18nF7e/C+BTG9y7W/aKBf4aFzEOLV/r0ue9zgnbumr3mZ9+pF1TwD8B221YGNAaNoXl7OpsGxo9hfE0var9vxUsC22SD/lzJV++/MnNc7dN6Pkas23VyHZh6oV7w/3v2jxAJgqTG0Nw9XA3jOA1Zj61qrTXoz/lxEM0ofMaXEuv2Vb1QL/j3fm3mvPpw18qAxqAxNGcPd1v12WnIn3Gm4Kvl3T589nnJs7nz6oV6IUT+FSL3BjynaTsDGgP/u34raZjMjs/pmco/PQTJ84b8Gc8K5nfYh88+Lbl2e+qFejHCdel9Toj8Nsgb0tLLY67Sm+Pm7BJoDHRfPLdKXif50ID5b3SY30kfPv9zySB5pV6oFyP8j9vsNwjJP2rHBzyv7bY36IzbKdAYiFvndzlnCLoxNcA5T75wfFz1YQ6LJdftQb1QL0awziRPVrjL7MX3QT8aKzkD2faP6UM7BRoD5db6uEQgejvA+R68MLebPs3je5lTkuqFeiFE/vsa40GfiRzLvJLR19qgMVByrZeG5Yab9Ouxl84EPvVpLskzOH8LkuoFhfsynxMirwf9CLE0RJ40+fm4oDFoDMO032PpheYxvg1gnuMR8xzv05zyGuXAz5aqF+pFQ46L7L78GfQd0ul7vU8y89qyY6Ax0Nt670cGycuGz3G2z2dduj1ez9QL9WIE6slMzp78HPQbnpJLctIzou0em/SSBdAYNIZh3fP1yCB5388L5dOwFnNzy3Kf16/bM5Nf1Av14pXXksnMtYfPYW0zvTSlnyN5McOH9Lrqm0E9LgwESY1hVM4gxJrp4/yuIuf2bgBruNTF45TeqRfqxSuuIxMl/q4O2rKdA42Batb8LrIAL/ZpXh9LNIftAa3hS3OdVC/Ui1daP8Y6vCSgqa7tHGgMGkN1ax772r+tPsxppuRD0z8PsJneN/mNQOoFNR33p63h89HugcagMVS35rE33Hzpw5yOSzaIrwNcx4uCOa2rF+qFENkYD26yAY1BY6h2zbea9Aig9K07ZZ02LEjev9bXr6kXI183vreG04ndA41BY6h2zecjC/FVjXNJ7vy8bX/IeM6z3zr5McB1/N2kM6TqhXpR495/bg2vFTsIGoPGUH14i3nEzn2NcznMfNZuGDtNf/B3+jVf3hrOqRfqxSvb990hDpG/W/1+z3eLkSZIagwjtPexr/wbr2EOC5kwdpeG3I2IeT0NaP3yXjf5Xb1QL17Znm8OeVvfHcSiIUgKkhrDKOx97J3b8zWc0fuV+YzN9H9biZzb2ADW71POPJbVC/XC2cjGSP6ROjOIRUOQFCQ1hlHY+6+Rfz3WK/78bBC7eA6E6ZnKGG/6vHZjOcftuXqhXoAgKUgKkhrDqOx97MO/tys+7h4yZw7m2/732LfvLPZ57VZG7WykegGCJIKkxkD7ur+P/OuxX+FnX3Q6ttIzfo8Rc1vr89pdjNrZSPUCBEkESY2B9nVfjvzr8a2iz80+w/I+7zqmiOMisdXHdVtq/e8NQk9VXz+qXqgXABqDxtD0vZ+KDJLnFXzmdOvv1wp+KPhvryPmtjvAs5Ff1Av1AkCQ1BhGcf9jniX5p4LPyz5o/KrojutW3EPJD/q0XtnHEj0M5K5Q9UK9ANAYNIYG7H/M18f3PX7WWs7vXOrw38fcVX7Sh7UaD+Mm87k76oV6ASBIagyjuv+XkV9vT1UYwr6/8DMxz6+77MNaZV8Rd9kawPMr1Qv1AkBj0Biasv9HkUFyruTn7Od8JTz7ws/808+v3V+Yy2LOXeSL6oV6ASBIagyjvP97kUFyrcRnLORci7nbxc/FPJ7ooeZ1usp83rF6oV4ACBIaw6jv/z+RQXKrxGdkQ1iy3xNd/NxS5NzGalqj7Bt4bst+xa9eqBcAGoPG8Jr2fyMyrO1E/v4POb9jvYZjM/GmhvVZyLyBp+v5qxfqBYDGoDG89v1fiQxrRxG/eyYnhJ13e+YwvUEnxnLFa5O8XedH5jNO1Qv1AgCNgf+s/XxkWPse8bvPMj+bXCe5EDm/mNckrla8Njuj/MxI9QIAjYGX1j727TaXXf7etSoeGh5+5lfE3D5UuC7LOSF20/GiXgCgMfC/6x/zdpvfXfy+iZxnRt6VuUEl53WEtb8mMZ1/NsCeOVLUCwA0Bv5e/5uIY+Cui9/3pYq7vdPfdRwxt8OK1uNrzl3a044U9QIAjYG/1/+6qrfbpA/uzp7h/F320TxJOIyY11kFa7FV97WX6oV6AaAxaAyv6Ri4iAyScwW/J7nL+WeVQSznGY61vSYx/btw149jXr1QLwA0Bo3htRwDp5FBciUi9H3rcW6bEfO66eFz8h71k1wnOekIUS8A0BgoXv+vkUFyveA4yj4z8rHXx+UkZzNjJtbD5xzkPKpo2dGhXgCgMdB5/Xcjg+Rmzu84z/nv9iqYW+xrEidKfMZaznWdO44M9QIAjYGX138nMqx9yPz8et5eVfG1cHK3dOTcFkoc//fZt9fU9d5u9UK9ANAYNIbXdgxsRYa13bafncwJYpW+jzpybm8jfm9yXeRlzvMuPepHvQBAY6DL9d+IDGt7bT97kHf3dJVn9NLnOHbrfcTvzZv7miNCvQBAY6D79X8bGSSP0p9bLXgrzmLF84t5TeJWl79zPWfuB44G9QIAjYG49V+IDJLH6dfCeQ8yP61hfmcRc/vcxe9bynmP9g/XRaoXAGgM1HsMtNIHmOfdoPNQ5n3aXczvqKpjNL2m83fOdZGzjgT1AgCNgfj1n4oMkjc5Z/QSX2qa317E3E46/J68m2sqvTFIvVAvADQGjWEUj4Ne3db1FpjI1yRed/g9+zn//b7dVy8A0BjobQ8eegyS/9Q4t/e9viax4FWLF66LVC8A0Bjo3x7k+RnGeI1zW4mYy2M2HIb/ez4nKN96XqR6AYDGwOCD5GbNc5uLnM9M289O5Dw+KHnsz5JdVy8A0BioZg+uS4bI2h+bU+I1iXNtP3ua879v23H1AgCNger24KJkkFzr0/weI+a0mv7M537dWa5eqBcAGoPGIEjGP09yrE/zi/nqPbmxZi3nzTXJWdcJu61eAKAxUO0enJQIkit9nN+PiHkdhnGf89DxN3ZavQBAY6D6PTiKPRvZ5/mdtcp7qPr93+qFegGAxsB/9+BrxHHw1H5DS5/md9hDkHxvh9ULADQGjaG+4yDmNYSHA5jfbskQuWd31QsANAaNoRlB7aH9OY19nN92iRB57s016gUAGoPGUP9xsNPlHuwOaH6rkSEyOaam7Kx6AYDGoDHUfxx0c8bvdlDhLLlZJvLmmgW7ql7YMQCNQWPoz3Gw2cX6bw9wfjNNeWWjeqFeAKAxEBckfw36esMuj5F9u6leqBcAGoPG0N/jYP2FtV9uwBxvm/KmHfVCvQBAY+C/e7DSYd1PGjLHTsfJTzfXqBfqBYDGoDEM5jhYKFjzu6YEtDCPq4I5Jq9DnLWL6oV6AaAxaAyDOQ6KbmbZaNAcTwvu0F62g+qFegGgMWgMgz0WnrJfaTfpmsMwly85x8Q7O6deqBcAGoPGMPhj4bJtra/DmGjY/N5n3vftHdrqhXoBoDFoDA05FpbSm1a+hTHdwPlNpHdm/wjjrR1TL9QLAI1BYwD1Qr0A0Bg0BlAv1AsAjUFjANQLADQGQL0AQGMA1Av1AkBj0BhAvVAvADQGjQHUC/UCQGPQGAD1AgCNAVAvANAYNAZQL9QLAI1BYwD1Qr0A0Bg0BlAv1AsAjUFjANQLADQGQL2wYwAag8YA6oV6AaAxaAygXqgXABqDxgDqhXoBoDFoDIB6AYDGAKgX6gWAxqAxgHqhXgBoDBoDqBfqBYDGoDGAeqFeAKAxAOoFABoDoF6oFwAag8YA6oV6AaAxaAygXqgXABqDxgDqhXoBCkFrKoylMN6FsRnGpzB228an9P+/GsZy8t9btVd/PBx1ObZqmsN+l5+/b8dAvVAvoH9/6cfTMPg5jNMw7lrlJD93nobMhTDGrC4AwOsMkMnZxMMw7lv1uEt//4LVBgAY/vA4FsZGGFet/joLY80OAAAMZ4hcD+N3a7CSQPnGbgAADEeAfL7wuSkewvjoGkoAgGaHyMUebp6p20UY03YJAKB5IXI1PfvXZLduxgEAaFaITJ7x+NQaDsld44t2DQBg8CFyY4hCpDAJANCQEPk2jMfWcLrzhhwAgMGEyLkaHy7eL5fu5gYA6G+InIx4Sf1fL61Pn++YPCJoL/NO7YMwTtKA168bd77YUQCA/gXJb5HBMXl14VoSQCM/Zz6M7TCOa/4KfcWuAgDUHyLXuwxnV+mNOGMVfe5kGirreFvOL19xAwDUGyInwrjp4k0y72ucQ/L+7g9dzCPWBzsMAFBfiNvv4izkbB9D7UmFQfKPs5IAAPUEtzcv3KWdhLrxAczrQ4XPsdyw0wAA1Qe2ow4B7HwQIbJtblU9FP3UTgMAVBvUZjoEtZ/J18wNmONWBUHy0UPKAQCqDWl7HV41ONugeX6rIExu23EAgGrC2XiHayM3GjbXiR4elP7s2K4DAFQTzoqeG3nWxLuc0+sle3oHt10HAKgmmJ0VXEv4psFzvuoxTLpOEgCgx0A2UfBqwp2Gz/tdj0Fy2e4DAFQfyG5i35k9gHkn13Xe9hAk1+w+AEBvgexo2M5Gts39sIcguWX3AQB6C2PZ91nfNeGZkV3Ofa2HILlj9wEAygexhWEOWGGu0z0EyV1HAABA+SD2Meds5NSQ/RluBEkAgP6HsOz1kftD+Gf4LkgCAPQ/hLWfzXtq8nMjO/wZDkoGyX8cAQAA5QLYePpV9rNvQ/rn2CkZJN87CgAAegtiM+krB+eGdP6bJYPkit0HABjtIFw2SE5bPQAAQTLWrZUDABAkywTJUysHACBIbrtjGwCAMkFyt0SQXLZyAACC5H5kiEweeTRu5QAABMmjyCB5ZNUAAEiC5I/IIPnOqgEAkATJR19rAwAQGyInI89G7lk1AACSIPk2MkjOWTUAAGLv2D63YgAAPAfJy4gguWTFAAB4vj6y2xttrqwYAADPQfJ9xNnIFSsGAMBzkPzWZYi8sFoAADyHyIkw7rsIkU9hLFgxAACeg+SHLs9GfrFaAAC0B8nrLt9iM2m1AAB4DpFLXZ6N3LJaAAC0B8mjLkLkqZUCAKA9RM6lN9C89JX2tNUCAKA9SB53cTZyzUoBANAeIue7eJPNiZUCACAbJC9eCJG/3KUNAEA2RG508eDxeSsFAEB7iEzeYnPjUT8AAMQGyYMXQuShVQIAIBsil1543E9y3eS4lQIAoD1Ejofxp0OI/BnGlJUCACAbJPc6hMh7N9cAAJAXIt92+Er7IYxFqwQAQDZEzoRxWxAikweSv7VKAADkBcnzDs+K9PpDAAByQ+R+h+siN60QAAB5IXKjw3WRHjgOAEBuiFxOr3/M88kKAQCQFyKnO9xcs2eFAADIC5HJQ8d/FITIkzDGrBIAANkQORHGWUGITO7cnrBKAABkQ+RYGKfenw0AQGyQ/FoQIq/DmLRCAADkhcj9DiFyygoBAJAXIj8VhMifQiQAAEUh8mPBA8fvw5i1QgAA5IXIdx1C5KIVAgAgL0Suh/GQEyKTN9ksWyEAAIpCZN6rD5Ozk6tWCACAvBC5WHAmMgmRG1YIAIC8ELlUECIT21YIAIC8EDkXxk1BiPxohQAAyAuRb8K4LQiRe1YIAIC8EDnTIUQeJO/XHpI/h/d8AwD0MXxNp684zHM0TCEyjN9hnHo0EQBA/eFrokOIPBmWEJn+WXba5r5rdwEA6g2RFwUh8nyYviZOr++8b5v/GzsMAFBfiDwvCJEXw3atYSYQn9phAID6gtdpQYi8DGNqyP4sO5k/w7odBgCoJ3idFITIX8mNN0P2Z3mbvm3n2c0wXdcJADBMwWu/IET+GbbrCsN8FzLXRXreJQBAn0Pk7RCGyOQ1jnc57wGftdMAANUGry8dQuT8kP1ZNsJ4zPmznNlpAIBqg9dOQYh8GpYHd6cPG18P40er2JrdBgCoLoBtZW5GaXcYxkpDx1o69yQEH3d4feOzBzfZAABUFyLXO4TI1+bAjgMAVBMiVwuuI3yt5uw6AEDvIXJlxELkuV0HAOg9RM51cT3ha7Nt5wEAeguRM2H8HrEQmTyQfNLuAwCUD5GTYfxsjZ59uw8AUD5EJs9YvGyNpiVHAABAuRA5FsbpiIbIn54dCQAgRJax5SgAACgXJI9GOEQmb7IZdxQAAMSHyOXWaDt2FAAAlAuSKyMeJJcdBQDAoPwfLhxgxhiC56gAAAEqdEVYdE1hdGhNTAA8bWF0aCB4bWxucz0iaHR0cDovL3d3dy53My5vcmcvMTk5OC9NYXRoL01hdGhNTCI+PG1zdHlsZSBtYXRoc2l6ZT0iMjZweCI+PG1mcmFjIG1hdGhjb2xvcj0iI0ZGRkZGRiI+PG1uPjE8L21uPjxtbj4yPC9tbj48L21mcmFjPjxtbyBtYXRoY29sb3I9IiNGRkZGRkYiPiYjeDIyMjU7PC9tbz48bWkgbWF0aGNvbG9yPSIjRkZGRkZGIj53PC9taT48bXN1cD48bW8gbWF0aGNvbG9yPSIjRkZGRkZGIj4mI3gyMjI1OzwvbW8+PG1uIG1hdGhjb2xvcj0iI0ZGRkZGRiI+MjwvbW4+PC9tc3VwPjwvbXN0eWxlPjwvbWF0aD6oaBkGAAAAAElFTkSuQmCC\&quot;,\&quot;slideId\&quot;:294,\&quot;accessibleText\&quot;:\&quot;1 half parallel to w parallel to squared\&quot;,\&quot;imageHeight\&quot;:59.36},{\&quot;mathml\&quot;:\&quot;&lt;math style=\\\&quot;font-family:stix;font-size:22px;\\\&quot; xmlns=\\\&quot;http://www.w3.org/1998/Math/MathML\\\&quot;&gt;&lt;mfrac mathcolor=\\\&quot;#FFFFFF\\\&quot;&gt;&lt;mn&gt;1&lt;/mn&gt;&lt;mn&gt;2&lt;/mn&gt;&lt;/mfrac&gt;&lt;mo mathcolor=\\\&quot;#FFFFFF\\\&quot;&gt;&amp;#x2225;&lt;/mo&gt;&lt;mi mathcolor=\\\&quot;#FFFFFF\\\&quot;&gt;w&lt;/mi&gt;&lt;msup&gt;&lt;mo mathcolor=\\\&quot;#FFFFFF\\\&quot;&gt;&amp;#x2225;&lt;/mo&gt;&lt;mn mathcolor=\\\&quot;#FFFFFF\\\&quot;&gt;2&lt;/mn&gt;&lt;/msup&gt;&lt;/math&gt;\&quot;,\&quot;base64Image\&quot;:\&quot;iVBORw0KGgoAAAANSUhEUgAAAjAAAAE5CAYAAACOFho6AAAACXBIWXMAAA7EAAAOxAGVKw4bAAAABGJhU0UAAADCtU4xAgAAFcBJREFUeNrt3SFQ3F67B+BPrEAgEAgEAlGBQCAQCAQCUbECgahAICoQFRWICgQzFRWICkQFAoGoQFQgKioQCAQCUVGBQFQgEIgKBGJvcm+4szc3yya7SfZs9nlmMvN9/wJJz9n35dfdk5P//IfcOp3OTHTsR8eO0QAAQg8urej4FB2PnYRRAQBCDS5T0fEhOm47KUYHAAg1uPzt9GCUAICQwsurwUWAAQBCCS3xGpft6Lju5GTUAIBRBpedrDUuAgwAEGJ42R4kuAgwAMAogsvb6LjsDMlIAgB1BJd2kTUuAgwA0JjgIsAAAFUGl7XoOM/IHo/JR0iX3TvrCjAAwKiDy0Uqb9wkjwJYSn1tvGHdsQADAIw6wLyEl/voOIiOhRzf81OAAQBGGWDip0VvRsd0ge/ZFGAAgHELPfFHSU8CDAAwbiHmVoABAMYtwFwJMADAuAWYCwEGABBgAAAEGAAAAQYAEGAAAAQYAAABBgAQYAAABBgAAAEGABBgBBgAQIABABBgAAABRoABAAQYAAABBgAQYAQYAECAAQAQYAAABBgAQIABABBgAAAEGABAgAEAEGAAAAQYAECAEWAAAAEGAECAAQAEGAEGABBgAAAEGABAgBFgAAABBgBAgAEABBgBBgAQYAAABBgAAAEGABBgAAAEGAAAAQYAEGAAAAQYAAABBgAQYAQYAECAAQAQYAAAAUaAAQAEGAAAAQYAEGAEGABAgAEAEGAAAAQYAECAAQAQYAAABBgAQIABABBgAAAEGABAgBFgAAABBgBg0ABzJcAAAOMWYO4EGADI9TtzKTo2o+NjdBxGx0nXEf///eTP3xitaidiOjqeO8W0jBwAE/J7shUdG0lAeSj4+zJ+g+A4/n4jWf7EbHSKkyoBmITfkTvR8btTjtv4nRmjWt7knA0wCdtGDoAG/25cjo7rTjXiG2cWjPJwE7Q4wMdH/z34Rg+Ahv5ufB8dT51q/YuOLaM92AS1hnxbzOd5ADTtd+N+p167Rr3YBMXvvNwMOeiP0bFqNAFoyO/Gvc5oWJaRY3LWo+M0eeuqDM/JLWPzRheAMf792B5wSUVZv0uXTML/fDS0EL87ktyH/jk6zge49auo+B2dr8mK7fXkGmaVBQCB/96ce+Uf9vFamF/xRz3RsRJ/bep7Z5Pft/Gffx9i7cz1xG9RUnRTurooEQAC/b153uNdkaOinzBEXz+VLAK+HeBX5Z4AI8AAQJ7fme96bD63OuTPbSUBqMjHUvEnJTNmBQDoFzTSN7T8LXNdZ7KsokiI+WBWAIDXwsVmxt21SxWc56N91gCAsoLFRSo87FR4rm8F7kjyMRIAkBkollPB4azi880X+CjJRrEAQGagOExt679Qwzm/uRsJABgmTHQ/SuewpnMu5wwwX8wQk1CEcUEc9Dl2Sjxfv3MdmBXUo3oMfJ4WUhvVzY0oOPVyYpaYhELcqXNVuz1/QD02YJ62u4booOZzHwswoGGCelSPg4zb4SjefUnOvSfAgIYJ6lE9DjJuL7dPfx/Buds5pu3QLKFhapigHskau6U67jzKOO96jml7b4bQMDVMUI+E9BrJE2BWjRQapoYJ6pFxCzDTRgoNU8ME9UhIr5F+a2AujRIapoYJ6pFxe414GjWKQcME9WhWgnuN9LuNet4ooWFqmKAeCe01cvLKdF0bITRMDRPUo3oM8TXy95Xp2jJCaJgaJqhH9Rja6yN+BtNzj6n6Ex0to4SGqWGCelSPob0+dl+Zqh0jhIapYYJ6VI8hvj5+9ZimW+++oGFqmKAe1WOIr4255OGRWdpGCA1TwwT1qB5DfG3s95iiM6ODhqlhgnpUjyG+LlrRcZcxPf/s+4KGqWGCelSPob4u3veYnj2jg4apYYJ6VI8hviamerz78sPCXTRMDRPUo3oM9TXxMWNa4s3s5owOGqaGCepRPYb4epiNjoeMadkwOigQDRPUo3oM9fXwM2NKdo0MaJigHtXjOL0WvhkZ0DBBParHUF8H8aZ1j+l5jxf0Gh3QMEE9qscQXwPxni9XqWmI//+M0QENE9Sjegz1NXAsvICGCepRPY7T/O+6XRo0TFCP6nGc5n41eTTAi3jzujdGBjRMUI/qMdR5X0ot2n0UXkDDBPWoHkOe8/nUowLi8LJiZEDDBPWoHkOd75nouEk9XVp4AQ0T1KN6DHaup1K3Sz9FR9vIgIYJ6lE9hhxeLrqG+Tk63hoZ0DAnZe7eRMdmdGyHsE9Ecj2LNTX/teTv/S46FtSjehyz8HKeGuYdIwMaZpPnKl7s146Ow9Tn5rGTEV/bSvIWeKeqEJPsUPo5Y4v1l23W2+pRPY7BHJ96OCNomE2el9n4LeXo+Jg0vD/J28y9xIv/WiP8F+V117WsV3Se8xwvn4/qUT0GPL/pXXa/GBXQMMd1/F8+BtqLnzQbHZfR8dAZzMaI/g4Hqet4V8E52gXGoa0e1WOAc3uYGtqjUf2jAwQYDbOM8bjrlOfziALYv9R1fKjgPN8KjMPduP5iUI+NrfN0yD+p8zWafPS6biYQYDTMsv9VdpI6zgcMNj9GcP2/6ghSGW+997OtHtVjIHOafr7Rj5rDy3YI6+RAw5ysuVlJ1r7kdVvz9b3vcR0nI3qddjtWj+oxkPnsXrv2s+bwMtf1kbR3YBBgNMxa52ch4yOa18zVdF1zyZNys5xXcL6ZguPwSz2qxxHP5WYqvMQL3adrPH+ra6O8G+ttEGA0zFHM0dcCv7jXa7qm01eu4aqic+4VGIcL9ageRziPG13bCnSSIDE9wr6xZ1YQYDTMUczRcoFf3Hs1XM/bPrd031V47h85x+FMParHEc3hWmqvovhj4Nkazz+VWjP2FMJGl6BhTu485V0L863i65jOcS3PFTfnn6MeB/XIK//YeEiFl/mazr2Q3O2U/mj3u5lBgNEwRzlPRzkDzE3F13GY8zpmKryGqRyb2rkLST3WPXdLGXs4PSZ3FFZ53Pd5R3Td7CDAaJihz1MnaaCtiq5hrU+j7PamhneCfr9y/nn1qB5rnLfFkvd0Kssfs4MAo2GOep6KrIOZr+D83Xc0BLGYOPkX73Oda3DUIxljOFNwu4M6WbyLAKNhBjFXTzmb1moF5/5QsHG+q2lMrjPO/UU9qscaw8t1oOHF4l0EGA0zmLm6ydm4PpZ83jcFwlNljxPocW0XGedeVo/qsYa5mir4rmTdzswSAoyGGcpcneRsXF9KPu9Z6q6KYJ7LlBHqLtWjeqwpvJx3wrZhphBgNMxQ5mo/Z+M6L/Gc77pvj04WK+ZZyHtcw3hMZVzLlnpUjzXMU+jh5bbSnXc7jDUBRsMcwVy1c748r0s632xyi+aLr8l/z3O3xWkN47GWOmd8rVPqUT3WME+h+zDpA4AAo2GGNVdLOV+ef0s630lqP4uZ5L/f1PmaKfCO1Af1qB6R4BBgNMzw5mq6wEt0Zshzrad+3m7Xn+XZCfdPxWMxlXp3aOzffVGPCDAIMBpmk/vGQ86X6OKQ4aB7se519+fp0f/+luP8DxWPw7vU+fbVo3pEgEGA0TDDna+8t21uDHGOg9TPWunz571UtSNwvKle9y68d01490U9IsAgwGiYTe4bxzlfou8H/Pnp3W1PMr4m76Z2CxWNwW7qPDvqUT0Ck/cLUcMcr/nKeyv15wF+dqvzf3cV/dfJeCxBxsc3vaxU8PefSa19uehUebuoelSPgIapYZYyfu9zhofjEn72Xo+vW815DW8r+PsfVh2S1KN6BDRMDbP8+cr77sd5wZ87n7zj8r93EcV3PfX42oWc17BT8t89/nir+5EGp+pRPQICjIY5HvO1ljM8XBX8uelbo7de+dq8t3Pvl/x3v0rdNj2rHtUjIMBomOMxX/Nlb2aX8a7Oj37rSjr5Hu74tcS/d3rhcFs9qkdAgNEwx2e+WmXeKZe8m/K369ue8uwh08n3UMfTkv7O8UdWj03+6Eg9AmiYkzBn9zkzzGyOn5XelO4g5zVc1PG6STbV674z6qGJHx2pRwANcxLm7DZngFnq83NWU3u+3OV9BEH0dd/reJxA/DFUGfvbqEf1CGiYGubo5+zXsLvxJh9FpR/K+K7ANRzmOP/9kH/PjVTAOlWP6hFAwxzfOTsd9jbmjD1fCm0IV2BDvdaAf8fZzv9/WOOcelSPABrm+M7ZYc7w8L7H98+lHgr53O/jpoyfsV3l4wQybuveVI/qEUDDHO85y/vux0GP708vwD0c4BrWc17D6gA/+2PqZ3xTj+oRQMMc/znL+ziBLxnfu5XeL6bXjrt9rmE55zVsDfBzn/LsCKwe1SMgwGiY4zVneT++OU1932zGLdjtAa9hfpiPsXr8zOnUHVbPTXvWkXoE0DAnec7yfnxzkfq+9OLf6yGuYSp1h9DQjxOIvvZskD1p1KN6BAQYDbNZAeay63tWMwLH8pDX8TfHNRwN+Dr8OegdTOpRPQIapoYZ5pwt5gwwd8nXx3u+/E4/76iE6/id4xp+5Pg5y6knYccfc82rR/UIoGE2a84WCgaYo9R//1dGQEge+jjUayfe+TfZAbjbW/WoHgE0zObNWd4FtE/JuxvPg65L6XMdx8M+TiBjV+F99ageATTMZs5Z7idSZzwu4CHv845yXMeXHOd/LPD9Z5O47kU9AmiYkzRvg/pQ4jV8ynnO6YzvfZsOOoPu2qse1SOgYWqY4zNv/wYIL7/LfIcjY1O8XhZT3/cm41EGq2ZVPQJomM2ft7sBAsxmydeQ93bu9a7viT/+ukr9+Uczqh4BNMzJmLfbUb77klxD3tu5213fczTIPjHqUT0CaJjNmLfLggGmXcE15F1MvJt8fXrR7nW8o6/ZVI8AGubkzNtFgfByUeF1POU4/+eMnYAf02tjUI8AGmbz5+2sQIBZqfA68qzFubRoVz0CaJjE43iSM7x8r/g6bgZYTHxgBtUjgIYpwLxmueLrOCsYXiZ+szr1CKBhTvK8fc0xlKc1XMdxgfByY9GuegTQMCd73g76DONzHTvbxs8uyhle4kW7S2ZOPQJomJM9b/228T8M6PVT+iZ66lE9Ahqmhtm8eSvtgY05rmMzx5TumTH1CKBh0m/ePtR4HWt9pvPEol31CKBh8jKOG68slG3VeB1v+uz/YtGuegTQMPnfcVzvsXB3uebrmOkxjfEGd/NmSj0CaJj0e+fj64iu5V/GHUfLZkk9AmiYpMdxKvVsofhp09Mjupab1LtA62ZIPQJomPQay6tkyO7r2PPllet42czuqYqnXqtH9QigYTZr7t4k+8HMjfg65pLr8HRp9QigYYJ6VI8AGiaoR/UIaJgaJqhHAA1Tw0Q9qkcADRPUo3oENEwNE9QjgIapYYJ6BNAwQT2qR0DD1DBBPQJomBomqEcADRPUo3oENEwNE9SjegQ0TA0T1COAhgnqUT0CaJigHtUjoGFqmKAeATRMUI/qEUDDBPWoHgENU8ME9QigYWqYqEf1CKBhgnpUj4CGqWGCegQYecPcio67Psf3Es/X71x3ZgX1qB6hykKbjo6V6HgfHQfR8SU6jqPjpOv4HB0fomMtOhaio2XkAIA6A8tsdLyLjtPo+BMdz53i/ibfvx3/PKMKAFQVXDbjtyyj41+nXE/JOzZLRhkAKCu4vI2Oy049zqNj2agDAIMGl7no+DbgR0TDiM/3NTqmzAIAUCS8rEbHQ2e04vU1i2YDAMgTXraSdSkhiNfbrJsVAOC18LI9go+M8izybZsdACArvGxVcIdRmetiVs0SANAdXpaj47ETtvt4YbHZAgBe7ja6L7gu5SLZYfdLsvvuyxHv53I2xAZ3/dzEO/+aNQAQYL7nCA63SVhZKfBzZ+K1K8mt2PclhpgDswYAkx1eNvqEhetkB97WkOeZSh4/cFfSot55swcAkxleWslHPb0WzR6U/dDF5Jx7JdymfWQGAWAyA8zHV8JLu+Jzrw75sVK8DmfGLALAZIWXqR477cbvjGzVdA0LyVOpB/XJTALAZAWYvR6hYLfm61gcYu+ZazMJAJMVYLLWvpyN6FrWhrjletZsAsBkhJd2aJvExYtyBwwwu2YUACYjwPzMCAJbI76muQHvTPpmRgGg+eFlOuPjmsuyb5ce8NqOBwgwP80qADQ/wGxmhICVQK5teYAAc2dWAaD5AeY8FQDOA7u+ordVP5lVAGh+gEnfsrwe2PWdFH0LxqwCQLPDy2rqd//3AK9xR4ABALrDwW6Ia19S17gowAAA3eHgtPvOo0Cvcapgfrk3swDQ7ABz0rXXyk7A11lkP5jfZhYAmh9iWtHxNn6nI+BrvCsQYM7NKgAwbgHmixEDAMYtwGwbMQBg3ALMvBEDAEIIMP9yhpdbowUAhBBeZgq8+/LViAEAIQSYIg90XDdiAEAIAaadM7zED31sGTEAIIQAs5szwBwYLQAglABznDPAvDFaAEAoAea33XcBgHEKL/EdSM85Asya0QIAQgkwmznCy4WRAgBCCjDfvfsCAIxTeJnOsQOvtS8AQFABZrtPeHl25xEAEFqA+WnfFwBgnMLLQp+7j+Jbq6eMFAAQUoA57PPuy4ZRAgBCCi9zfRbvHhklACC0AHP0Sni58tERABBaeFl5Ze3LU3QsGSUAILQAc/nKuy+bRggACC28vHslvBwaIQAgtPASL9x96BFefln3AgCEGGB6PfPoJn4itRECAEILL70+OrqLjnkjBACEFl4Wk7uL0uJ9YBaNEAAQWniZSj4iynpI41sjBACEGGBOeoSXbaMDAIQYXrZ7bFj33ugAACGGl7Ue614+Gx0AIMTwEu/3cp8RXo6jo2WEAIDQwstMdFxnhJcT4QUACDG8TCVPkk47FV4AgFDDy7lHBAAA4xRgfmSElyvhBQAINbwcZ4SXS883AgBCDS9HGeHlT3TMGh0AIMTwst/j4YxvjA4AEGJ42c3YZfdReAEAQg0vOxnh5cGTpQGAcQov8SMD1o0OABBieNnqEV7aRgcACDG8bPR4OOOm0QEAQgwvy8kC3bRPgV3nXPIRl83zAGDCw8tiskA36PCSXOvLnjS/zRwATG54WUj2dUn7HOC1trvW53wyewAwmeFlJtlRN+1roNd633WN9qIBgAkML9PRcZ0RXuIHNrYCvN6Trmu8MIMAMJnh5VdGePkZaHjZS13nllkEgMkKL/FHMVcZ4SUONNMBXu/b1L40dyGGLACgujDQio7LjPByEwebAK8361lMB2YSACYrvPzICC/xIt75wK613SNodTyLCQAmK8Cc9AgEn5KN4UZ5xO+0fEnW4Pzt9GbxLgBMUHg56jSDRxoAwISEl/2GhBeLdwFgQsJL1iLYcXVgRgGg+eFlp0HhxeJdABBexo7FuwDQ8PCy1bDwYvEuADQ8vGxEx1PDwovFuwDQ4PCyHB2PneY5NLsA0NwA89BpJot3AaDBAaaJfppZABjMfwGn2D0EQQy0cAAAASp0RVh0TWF0aE1MADxtYXRoIHhtbG5zPSJodHRwOi8vd3d3LnczLm9yZy8xOTk4L01hdGgvTWF0aE1MIj48bXN0eWxlIG1hdGhzaXplPSIyMnB4Ij48bWZyYWMgbWF0aGNvbG9yPSIjRkZGRkZGIj48bW4+MTwvbW4+PG1uPjI8L21uPjwvbWZyYWM+PG1vIG1hdGhjb2xvcj0iI0ZGRkZGRiI+JiN4MjIyNTs8L21vPjxtaSBtYXRoY29sb3I9IiNGRkZGRkYiPnc8L21pPjxtc3VwPjxtbyBtYXRoY29sb3I9IiNGRkZGRkYiPiYjeDIyMjU7PC9tbz48bW4gbWF0aGNvbG9yPSIjRkZGRkZGIj4yPC9tbj48L21zdXA+PC9tc3R5bGU+PC9tYXRoPsLqHBQAAAAASUVORK5CYII=\&quot;,\&quot;slideId\&quot;:294,\&quot;accessibleText\&quot;:\&quot;1 half parallel to w parallel to squared\&quot;,\&quot;imageHeight\&quot;:50.08},{\&quot;mathml\&quot;:\&quot;&lt;math style=\\\&quot;font-family:stix;font-size:18px;\\\&quot; xmlns=\\\&quot;http://www.w3.org/1998/Math/MathML\\\&quot;&gt;&lt;mfrac mathcolor=\\\&quot;#FFFFFF\\\&quot;&gt;&lt;mn&gt;1&lt;/mn&gt;&lt;mn&gt;2&lt;/mn&gt;&lt;/mfrac&gt;&lt;mo mathcolor=\\\&quot;#FFFFFF\\\&quot;&gt;&amp;#x2225;&lt;/mo&gt;&lt;mi mathcolor=\\\&quot;#FFFFFF\\\&quot;&gt;w&lt;/mi&gt;&lt;msup&gt;&lt;mo mathcolor=\\\&quot;#FFFFFF\\\&quot;&gt;&amp;#x2225;&lt;/mo&gt;&lt;mn mathcolor=\\\&quot;#FFFFFF\\\&quot;&gt;2&lt;/mn&gt;&lt;/msup&gt;&lt;/math&gt;\&quot;,\&quot;base64Image\&quot;:\&quot;iVBORw0KGgoAAAANSUhEUgAAAccAAAEACAYAAADGEb2+AAAACXBIWXMAAA7EAAAOxAGVKw4bAAAABGJhU0UAAACfoJQcSwAAEWhJREFUeNrt3V9oHdl9B/Bl0YMe9KASlSisi0UQwSwiGOKCCi7Rggkm+EEUl3ipH1RqgggmmCKoSx3qxQ9+8FJDHPCDKCKYRRCXeIkLDpgiiil+cKhLXeJSP+hBFBMMdYhDFKLA7ZnsOB4Pc+/MvXfm/jufDxyyWUsz9/7m5/PduXfmzDvvRKjVah0L42YYy+8AQMzSULwbxkHrM5dVBYBYQ3ExjDuZUGwJRwBiDcUjYWwVhKJwBCDKULzVIRSFIwDRhOKh9EKbslAUjgBEEYo3wthvdUc4AjBxoTgbxvUwXrV6IxwBmKhQvBzGy1Z/hCMAExGKV3KhmPzz/fQCnMfCEYCYgnE1E4p76YU3K2FM535uXTgCEEs4Xkxv5D8RxlTJz94TjgDwdjieF44A8HY4HhWOAPB2OC4IRwAQjgAgHAFAOAKAcAQA4QgAwhEAhCMACEcAEI4AIBwBQDgCgHAEAOEIAMIRAISjcARAOApHAISjcAQA4QgAwhEAhCMACEcAEI4AIBwBQDgCgHAEAOEIAMIRAIQjAAhHABCOACAcAUA4CkcAhKNwBEA4CkcAEI4AIBwBQDgCgHAEAOEIAMIRAIQjAAhHABCOACAcAUA4AoBwBADhCADCEQCEo3AEQDgKRwCEo3AEgN+F4xHhCABvh+MJ4QgwUfP6V8P4KIwfhrEbxi/D+E06kn/+7zB+EMZGGF9WseIiXqgYjtdUC2Bk5/KZMP4ujL1W934axjfDeFcl3xT0bsXi3VctgJGcx78RxvNW/5KQ/GMFbbWOhnFQsWivwpjVhgAjNY9/r1Wv3yZnkTEXdDaMR10WzUerAKMzj/+g1Zy/jbGgx8J40mPBNrQkwNDn8Y9bzftGDIVMbtk4F8ZOFx+ltvM0jPXkHkktCjDw+Xy1YF5OrkTdCuPPwvhi9uKa9GKdr6VXp/5bF3N9cmXrFyeteBfTi22SIHvZ4H9ZPE8/nr2bHphkzGlfgEbm9s+F8SI3Dyfz7ue72MaXw/jXinP8p5NWwJ3W8DijBGhmbv9ubr79Vh/b+k7FOf0rKg/AqAbj4fRq0toumgnb+OsK4bip+gCMajhmL8L5cY3bLbvq9f9UH4BRDMapMH6RhtWvwnivxm1/IYxflwSkZeYAGLlwzF6h+vcNbH8z+ts6ABi7cPzk9Uecya0ZDWy/7CEUf+Uo0ERjJ8/NXGkzlvvY7myH7SZjWvXR4xNR39e3b3zU0Panchf75H1Pl9NE413u0HS7fWx3xW016PGJr+37mRv9P9/gfv5HOGLiAD0+LrX9MH2vtxrez498rIqJA/T4uNT23fQBxocb3s8/dajzqi7HxAF6PMZj+MMOdX5fhTBxgB6P8Ri2+1j1l6qDiQP0eKzH8GGbGm+rDiYO0OOxHsNfWwAAEwfocd7U+b029U2WrJtSIUwcoMdjPH5/3qa+H6sOJg7Q47Eev38sqO1v6lzgHEwc6HE9Pm7H73lBbb+rMpg4QI/Heuw+KKjrz8P4nOpg4gA9HuuxK3rY8bdVBhMH6PFYj9vhgqdx/ERlMHGAHo/5uOUvxEnudfySymDiAD0e6zFbKqjnuspg4gA9HvMxyy8X94mqYOIAPR7z8fp2ro7/Eca0ymDiAD0e67F6P4xfZWr4Mzf7Y+IAPR7zcZoO47+yj6MK4ysqg4kD9HjMx+mTTO2SWzi+piqYOECPx3yMNjyKChOHiQM9zps6nsrV7ZuqgokD9HjMx+ZPchfgfEdVMHGAHo/5uBwJ40WmXv+gKpg4TBzo8ZiPyeHco6i+ryqYOEwc6PGYj8cfJnXP1OlHqoKJI+KJI10v8mzyvwPc56Hk46uatzkVxnIYZ9KxoMf1eMWa/UEY/5mp0b9Y/QYTR2QTR/qdyvkwboWxl3nve4OYEMI+ZtN9HYQxV9M2j4fxrOB43gljUY8Lxw71msmtmfqT5N+pDMJxQieO5L2EcTqMi2FcD2Mnd6FBkdUBvK6bmf0t1rC9QyXv63ndZ6l6fGL+jiSfNvw4U5ufJh+vqgzCccImjvD6j+a+N+nWjYZf3/H0jPG1lYZ75bXkzGBKjwvHXK0+zdTlf8P4QkP7+YswPlBxTBzDDced3Hgaxn7FcHzc8MdXT3P7O13Ddjcrvrejelw4Zur0/dxC4osN7ee9MH4Rxkeqjolj9Oo5F8b9CgGy39QZVptjul7Dds9XDMdLelw4pjX6OFOPnze5kHh6cU+yJuthMzsmjtGs6XTuApx2FhvY92Kbs9crNWx7NndvWjtbelw4JqvdZGqRrILzpw3u66N0P/9sVsfEMdp1vVghRE42sN92Z62bNW1/NfddpnAUjkW1+VbuCRtfb3BfVzL7OmVWx8Qx2nU9UiEcL9e8zwsd9nWnxv2slQTkZT0ebziG9/1hrg4f1rz9d8P4Uhh/Gca/Z2+RMqNj4hiP2pZ9tHqrxn3Nh/FqUBcApQHZzhk9Hu1CF19vDY9FyzFxjEltt0tq8KDGfW2V7Ot5A+/vesF+altwQI+PXb9/kHvCxiD9tqnbQxCOJo76a7sxiMBKvrus8D1gq4H3N1Nwgc5DPR5fOCZXoaa3UQzLp2ZzTBzjU9sTFf5ST/e5j6pXkCbmG3iPO7l9rOnxuMIx/X79Z63hOmE2x8QxPrU9VOEv9bE+93E1t3xbJ0sNvMeHuXs35/V4VD3+R+mKN8O0W+cbYkCEY/T/VV22Ys7pPra9lPk4davCd5wnan5v07n3d12PRxeOmyMwzf6NcBSOJo7xmzwel9Rho8ftTmXO2vbTs9RrJftaq/m9rTR9ZqrHGXSzIBxNHIOp7+2SOlzvcbvZRQYupv/uQhNB3OE1ZK9W3dbjwlE4IhxNHFXrcKOkDnd62Gb2nsbfPxuy9dmDhzu5WvNHqi8yt28s6HHhKBwRjiaOqnUoO5t73MM2s0vEneqi5ls1vq/sIgDX9LhwFI4IRxNHN3UoO5t70cf2ktsopjJ/drRkX/dqPGt8vfrPy+T7Tj0uHGHSJm8TR7P1PVbhv6FmKm5rJhNKB/nbQFqfPS6rk0c1vadLmW1e0OPCEYSjiaPbOsxVCMcjFbd1M/M7N9r8TKdbR/ZqeD8Lme87H7caeialHgdMHJNf47Kl3VYqbGM5s53ko8y5Nj+32+TH/MlHs5nNHdfjehyEo4mj11o87WchgPSexuz9kusdfrbsvsq5Pt7HuSYu7tHjgIkjznDc6ef+w9x3fE86fZQZ/uxuyb6O9fgeFjMf2b5ojdiTN/Q4YOIYvxqXLQRwpcPvLrXefk7jSsm+bpbs62QPrz+7Gk9iVY/rcRCOJo5+a1wWWLcqnnXerbCvSyX7OtfD6782jh+n6nHAxDG+NU7cb/N75zM/s1/lfsLczflFLnX52k9lLgTaHaePU/U4YOIY7Rqvd3v/YbqQ+F5+/dQK+ypbdOB6F6/7UO6+yuN6XI+DcDRx1FXjssDaLfidW5k/f9bFQgHHS/a13cXr3uk2nPW4cAThaOKoWouywNrP/fyp3J+vdrGvsgcs71TcTvYhyo/G4WZ/PQ6YOMarxotV1+AN/zibnin2tB5qemVpJ08rhnl2wYElPa7HQTiaOOqucdnZXGK+4IztoOrScrn99byEXPo4rOeZnz+hx/U4CEcTR1N1LrOQ3tOYXWruZo/7KluRp9MiAg/K1m/V43ochKOJY1DheDT9bu+1V73WqMKKPIfa/N7NSfmeUY8DJo7xqPOLsmct5v7/+T72tV2yr+WC3zmb+fPke8ZFPa7HQTiaOJqu824Xz8h+0s9ZW4UVeVZzP7+YW6JuTY/rcRCOJo5B1PlZF+F4us99XSzZ/lrmZ2fSMO56kQA9rsdBOJo4+q3zg4rB+KDf7/oqLCG3kfnZO7kz1hk9rsdBOJo4BlXnnYrhuFzDvk6W7ONa+nMbue8Zj+hxPQ6YOEYtHLdq2tdy2RJy6So8+/08ykqP63EQjiaOfutc9kzHg7quEE1v5O+4Sk7u6tmrelyPAyaOYdR5q6QemzXvr6p7k3I/ox4HTByTFY6v6n5OYoX7Kl9fgDOrx/U4YOIYVp0363jGYhf7K1tC7tUk3eivxwETx3jW+UqbOrxst5xbn/u71+S9lHpcj4OJw8TRZJ03Gtpfp49xL6m9HgdMHKNQ56JVa3abuuk+uZexTd3vTPoFOHocMHGMT53PDvKjzTZhnNxrOa3H9Thg4hiVOufrsd3w/s4U3Ns4p8f1OGDiGKU6L+Q+Tp1reH/HMvvbi+XKVD0OmDjGr9YP0qdzLA1of8l9jA9jn6T1OGDiAD0OmDhAjwMmDtDjgIkD9Dhg4gA9Dpg4QI8DJg4TB3ocMHGYONDjgInDxIEe1+Ng4jBxoMf1OJg4TBzocT0OJg4TB3pcj4OJw8SBHtfjYOIwcaDH9Thg4kCP63HAxIEe1+OAiQM9rscBEwfoccDEAXqcCW/imbThLoZxI4w7Yexkxt0wbqZ/fjaMI2FMqVxfNZ9N/hK3GYf62O50h+0uOG7ocejcYEkTXQrjURj7re49D+NqEpSqCcC4h2Jy1ne7x0BsJzmzXFFdAMYtFGfSj0YPWs1JPpKdUW0AxiEYl8J41hqMZD9Lqg7AKAfjiTBetQbrZRgnVR+AUQ3G/dZwJPs94SgAMErBuDSEM8aiM8hFRwOAUQjG2YrfMSbh9SS9enUrHdvpvY27NX4H6SIdAIYejrdK7k+8nN70P12yndeLA1xNf69X1xwVAIYZjCfb3K6RnCWulwVih+1Opyvk9PJR7YErWAEYVjBOhfG0IJye1PXdX7LsUxj3egjITUcIgGGE41pBKD0OY66BfW32cPZ4yFECYNDhmL8IZ6/Jq0VLvtsssuYoATDIYFwtCKOTDe9zusurWnccKQAGGY638+ucDjGU23nhcTIADCoY53NXqCYhNDvA/T/sIiAXHDEABhFO54b53V6XZ48rjhgAgwin7Uz4PB30R5fpd49V738864gB0HQwTaU3+L+2PqTX8cAVqwCMSjguDfOsMfM6bghHAEYlHLPfN24M8XWcF44AjEo4rqVnjK8GeYVqwes444IcAEYtJGeGvP+ViuE472gBEEs4VwnHlyoFgHB8212VAiCmcDxdIRwvqxQAMYXjeoVwXFYpAGIKx2slwfjUouMAxBaOd0rC8ZIqARBbOHZ6ruOBp3EAEFswLpScNd5SJQBiC8ezJeF4VJUAiC0cbzprBIA3wZh/ZFb+u8ZDqgRAbOHY6eb/GyoEQIzheLtNMO4OezF0ABhGMB5JPzotckaFAIgxHG+1CcbbqgOAs8Y39ob50GUAGGY4brc5azypOgDEGIzLbc4aN1QHgBiDMbmv8VlBMG576gYAsYbj1YJgfOy2DQBiDcbjBR+nPg9jXnUAiDEYZ9MHFmcly8YtqQ4AsYbj7YJ1U12ZCkC0wXghF4z7ghGAmINxzRkjALwJxqMFj6M6pzIAxBqM8+mVqFnrKgNArMGYXJn6KBeM11UGgFiDcTqMnVwwbln9BoCYg/Fe/vFTghGAmMMxfy/j/SQwVQaAWINxMxeMDwUjADEH482ChcTnVAaAWIPximAEgDfBeCkXjHthLKgMALEG40YuGF+EsagyAMQajGu55zImC4kvD+m13E+/83TxDwAjFYwnh/hafndlrCMDwLCC8VQuGBOrQ3ot8+l3nIkLjg4AwwijE+lZ4kg8YSPs+0H6GpKnfsw6QgAMOohWCoJxY4ivJ7vgwA1HCIBBB1HRMxmvDOm1TBesxHPEUQJgkGG0lN6ikbU56IXEw/5mwjgbxrPca3nkKAEwyEBaCGM3F0Yv0xVxLg9o3Eif8pE/cx36d54AxBeM8wXBOGqSwJxxtAAYRDDOpuujjrprjhYAgwrGR63xcMwRA6DpYJxOn8E4DqyIA8BAgvFua3ycd9QAaDocb49RML6yIg4ATQfjtdZ42XTUAGg6HHfGLByXHDWAyfX/oFAM+qdOG5wAAAEqdEVYdE1hdGhNTAA8bWF0aCB4bWxucz0iaHR0cDovL3d3dy53My5vcmcvMTk5OC9NYXRoL01hdGhNTCI+PG1zdHlsZSBtYXRoc2l6ZT0iMThweCI+PG1mcmFjIG1hdGhjb2xvcj0iI0ZGRkZGRiI+PG1uPjE8L21uPjxtbj4yPC9tbj48L21mcmFjPjxtbyBtYXRoY29sb3I9IiNGRkZGRkYiPiYjeDIyMjU7PC9tbz48bWkgbWF0aGNvbG9yPSIjRkZGRkZGIj53PC9taT48bXN1cD48bW8gbWF0aGNvbG9yPSIjRkZGRkZGIj4mI3gyMjI1OzwvbW8+PG1uIG1hdGhjb2xvcj0iI0ZGRkZGRiI+MjwvbW4+PC9tc3VwPjwvbXN0eWxlPjwvbWF0aD781tN8AAAAAElFTkSuQmCC\&quot;,\&quot;slideId\&quot;:294,\&quot;accessibleText\&quot;:\&quot;1 half parallel to w parallel to squared\&quot;,\&quot;imageHeight\&quot;:40.96},{\&quot;mathml\&quot;:\&quot;&lt;math style=\\\&quot;font-family:stix;font-size:16px;\\\&quot; xmlns=\\\&quot;http://www.w3.org/1998/Math/MathML\\\&quot;&gt;&lt;mo&gt;&amp;#x2207;&lt;/mo&gt;&lt;mo&gt;&amp;#x2225;&lt;/mo&gt;&lt;mi&gt;w&lt;/mi&gt;&lt;mo&gt;&amp;#x2225;&lt;/mo&gt;&lt;msup&gt;&lt;maction actiontype=\\\&quot;argument\\\&quot;&gt;&lt;mrow/&gt;&lt;/maction&gt;&lt;mn&gt;2&lt;/mn&gt;&lt;/msup&gt;&lt;mo&gt;=&lt;/mo&gt;&lt;mn&gt;2&lt;/mn&gt;&lt;mi&gt;w&lt;/mi&gt;&lt;/math&gt;\&quot;,\&quot;base64Image\&quot;:\&quot;iVBORw0KGgoAAAANSUhEUgAAApoAAABmCAYAAABrwzG0AAAACXBIWXMAAA7EAAAOxAGVKw4bAAAABGJhU0UAAABTMkaS0AAAEOpJREFUeNrtnQGEFlsbxx/rSpJIVrISSVaSWFeyspZkXVkrspIkkStXsiLJlZXLlZVcnyXJShJZyXUlrlxXkriSXMmSlStXYiVrrcT3zfPtvHZ23nlnzrxzZt4zM78fx/fpvntm5sx/zv+ZM+c8RwQAAMBter1y3ivTXpnxyoJXvnhl0SufvfLUK1NeOeKVtTQXAAAAACRxwA8i/5uiaAA66ZUemg8AAAAAwqz3yr2UAWa4zHvle5oSAAAAABps8sqbjEFmsFynSQEAAACg2ytvLQaZjfIfmhYAAACg3jzOIchslOM0LwAAAEA9ORsRHP7l//ser6wK/Ha1V/Z5Zcz/jUmg+ckrG2hmAAAAgHqxUZbSFDWCwg9eGU7x94NiNq/zMk0NAAAAUC+uBoLB917Z0kYdmj/zYUKg+dErXTQ3AAAAQD3QAHHRDwT1f3dnqEs/qSd9Sh+gyQEAAADqwZlAEHjeQn26i9DXmEDzHE0OAAAAUA/+9APA12Lvs/ZUTKB5iyYHAAAAqD7rAgHgiMV698cEmtM0OwAAAED1OeQHfy8t16sjo18JNAEAimOV2N01I27E4BjNDegSDLgm+SVTf91CB3dodgAADB3QJbqsPnpPdIQxj5RDv7bQwRWaHQAAQwd0iS4hC/db6OAwTVMZ+mQpa4GOUv/hlTmvLHjliyylypr3yltfCxOyNA94Fc3mNuclv31oXSznK3TvMHRAl1Anfmuhgx6aptTo/Rv3yj9t+voXP/Akn6qjrJflxLpVLyrGKu2Li6EDuoQ68TxCAy9pltKiGQomfG+25fNPJdsGAZATkzUJNK9j6Bg6oEsoLVGDImM0SynR0cd2RzCTimYnuEQTu0VvTQLNqr3lYOiALqEubJDor1TdNE3pOCHxOz3ZKrp4bDXN7Q6PDG/cs5JcT3hv3CcYOoYO6BJKy6GI+/8LzVI6TkuxA0wa23xDs7vBYIob1+f4tfRFnPMoho6hA7qE0nJDmkczWQRULoalM18z2aLUIV4b3rSbjl9HeE9cnQfSVcH7haEDuoQ6oP33h9C9H6dZSsU2r3xu8RzPeOUnWUpVtDHk19qf7JClEW0dwZ5tM9g8wS1wg+/FfPW2q/NiuqV5BdtFDB1DB3QJpSU8EqbBBnPvykVUxoC//ec7LbqQ6FnKQFPzcW7gNrhhEB+l3PkoL0p9Jotj6IAuoQ78Gbrv5EssF1GDWDo62WWh3oUUweYEt8INxg1v2DsHz11FG06XMIWhY+iALqG07CVYKDVrpHkA67JlfcwZxi0alK7llnSeTWKeduCgY+cetSqxr8L3CkMHdAlV54WszHrCCuJycSH0zN7N4RiDKeKWk9wSN7gt5mkDXCL8eeUpho6hA7qE0nIqcK91MdBGmqRUhL8y6tzavEYULxnGLdPcFjfoE/M5D9sdOeedNTQhDB3QJVSVzbK8Slk/eX5Lk5SO8CKuAzn3O+8MYpbP3BZ3eGIYaF515HzD22i+l2qmNMLQAV2iy6qjfXdwVfEwTVJK7gfu4YMCjjdmGLes4ta4wWHDGzYvnU8zoUPx4T1w67DPKYYO6BKqyNXAPT5Oc5QSnUvbSDWo8yd7Czhmt5jN1Rzk9riDyTC0ltMdPs9z0pzSqA5zeTB0QJdQNY4G7u8YzVFaRqQzO/M8N4hZvuP2uMM5w0DzVYfP823ofG5j6Bg6oEsoHf2ynBeRnX/KTXBUurfA494k0CwX+kl63jDY3NehcxyKOJe6TBrH0AFdQlXQYORjBp2AWzSywBSdneaUQbwyxO1x960krtzt0Pk9Cp3HcwwdQwd0CaWiR5YWcNbpi1TV0c1S9GvjgYKPa7K+ZCe3xy22GQaaOgF3owPnVqeJ4xg6oEsoO+obs/79/JXmgIyMGMQqXTSTe/xmGGwWvdJ7InT8DzUTEIYO6BLKzAZZmuOv9/KxsOsP5B9ovqaJ3GSfYaBZZO5KTan0OXT8uk0ex9ABXUJZWSfLK4R1Fzf2oAYbHEqIU27RRO7y0jDYPFrQ+ZyW5uHwTRg6hm7IDlmaNK4JhXXB26zkmw9W37J1vpKNnbQ0G8SMLKXx+uR3nDvQJZQIfdYai0XUW9bTJGCJYwkxyig+4q6PnDQMNJ8UdD6vxY3FSBi62+inuH6/c7ka6BCirvFQTuegSYTn/GMczFjXvRbnrp3FYXQJJXkmG4s4Z/3nwybqBSTkri+XY/qLL20GgvhIgZ3DB8Ngc1fO5xL1KX8PgSaGHriOB4GH0rRcz+l87lh6m96dcP6Llt500SXkyQNZnmrVk9OAyHaaubbcjekv7uAj7vvIJcOGniyoo2qUFzV9oDD0aIb8N85GeShm+WCf53QuwWOcyVDXdwbXcANdgsM0zPJDDmamKWs02fsTmrnWvI7pLwbwEfd9RIduvxicpEbE63I6h83SvJfpSQJNDD0BXaQ2kaDbL2J3MdsaWU7bYuNtd70k7+P7Hl2Co1z375nOB+uzXLfOLfu35n4ASwvKWvUVNgak8JGCuCFmo5p57VEbnn+hO0nUNSUGhp6eFwm63W3xWFck26ebdp6/RXQJDtIwZx1x3GdRZwP+c7YYqN/mYoz9ku6zaZnL/QroLG7F+Qg+Uh4f2WUo2pkcjh01T/RyjTtvDD09SYvaRi0+J1FvjVkTUq9N6OQW0CU4humUKxvF9vw4As1yMSXFfM7GRwrgT0Ph7rd83BPSnNJoM4Emhp6CjQmavZLzG+8rC3V3x9T/DF2CQ5wpOFjaS6BZ20BTB6I+t7i2b/GR0vmI0WRSLQ8tH/evUP3TNe/EMfT2mIm5ThtpssZi6v9s6Rp0ns3biPp/QZfgCMcLDpT+zuEaCDTLr7eb+EgpfSSxkYNli6Xj7Y2ou59AE0Nvgzsx15n1TbEn5q26MQqfpwkeQJfgAEm7s+RR8lgXQKBZHp5FXJNOtduAj5TSR/6P6SeRnywd73ao3pf05Rh6DtrNOgn6gcEzscbSdXRJ88K4LnQJHUa/eJlkJ7FZ1Hi7c7gWAs1y0N/img7meEx8pADWJETcNleFd0vzhNhT9OcYegYjjNNsu4Z1OGB6cSP++3LqIH5Gl+AAv3cgSHqQ07UQaJaDp1Jc4nR8pGAmDAWcNa9ZeNXinG9mBJoYersvLnF6HWqjTl3F997/e30upmPqt/WWvTs0orMFXQJAzRiR6JyZeccI+EhBbJHkxJ9ZE6VqtP2P5PM5nkCzvoa+KHZTU0z6f6tJo3WzginJP/XFWbGXVw1dAkDZiEpm/rHAYAkfKYh7Yjaq2W56gVFpnouzhecLQ8/Iy5hrHU9Z17fSPKVjPKb+M5au4UXgmehFlwBQMyYi4oNBfKQSPrKCfsNA81ab9T+R6iWVxdA7z31LWtUR97+leYHaMck3qXS/FDcXCV0CQBlij6K3H8VHCiRpO6bG/p9pJ8dG7UI0wPOFoVsgbguuNAsLLkr0qP1ITP02Pk889uua98omdAkANULzP76TbCOI+IjbPtLEMTEb1Tyfst5JsZ8Nn0ATQ1d+iLnWWcM6tsryHJ3bof92IKb+rNuHBVc7XkSXAFAzwul/buAjlfORJqIW7ESVf1LUqRNhw7nYTvN8YeiWGJXsOdB+j3kbjNui7FXGe97YyeGNZE8dhi4BoEz8GOoD7uEjlfSRSC6K2ajmiGF956Q5pdFqnjEM3RJDCTpNSo0RHMU/3+LlK4/tw4KTww+gSwJNgBpxUOyO6uEj7vpIJDr/0mQ3iD8M6wunLJjgGcPQLdKToNMdMX+rW5p99H83E/M2uCB2tw/bKcvpxG6hSwJNgBrRJys3iXkknR+Jw0c6wKSYjWomLaGPyri/lecMQ7fIN9J+st1gbrPhFC9LWbYP0zfbV5L//r3oEgBcQ1Ma/ht47jUbjQtfOPGRDtBrGGheS6jncej3v/GcYeg5sBBzvYdb/M1g4DcPE+r/VextH/azpJ9+gi4BoOzo19K3gWf+mSztoIOPVNtHYjHZ53Y+JhLfLqQ0wtCLIW4B2/EW7d3o8PTTw7aE+uM2M0izfdhA4O9uo0sCTYCaoGmMgknR9f+7NgqHj3SA/WI2qtlqBfm10O/e8Kxh6DnxUNKNugcnUF8xqP+mZN8+TN/mG5+MtENbhy4JNAFqgI5aPg3FAt0Onic+0iHeGASaUUvzdZRzPvS7H3jeMPScmI653qnQb3tleQL1v2L26eacZN8+LPjZZABdEmiCkwMnVSj3HetDgl9HNTm7qwnF8ZEOcdpQ2AMJf6dBJymNMPS8uB1zveHcbME36+OG9R+VbNuHjQV+/xO6JNAEAs0aBJpdocDovVc24yO18xEjo/loIOzp0N+9Dv33q/RzGHqOXBezXRe+D/z7XynqH5b2tw/rD7z5PkOXBJpAoFmTQPNu4Jx0ZfR2fKSWPmLEzwbC/hp4UxmI+O/b6Ocw9By5EHO9jY5AP9d8Cvx7X4r6B6S97cOC82nmHH+bR5dAoEmgaYvg3uHa9+3CR2rrI0ZsDkTScWXc/314Cf8j+jgMPWeOx1zvnP+b4Iq/qZT1r5X2tg8LpvcaRpcEmkCgWYNAc0JW7nqzp6DjbvL7kS58pJzcMRC3Do1vjfj3/fRxGHrOHJH4FFzB7c40V1pPyvrb2T7sspjnm0WXBJpAoFmFQPNSqK/dV+CxG0FgX5t/j490mD5DgYfnZs7Qv2HoBXBI4qd1BPOjjbd5jHkx3z4s2CE9l85vr4YugUCTQDNvzgbOQbexLnLv7cOSPDKIj5SAp20InpRGGHoRHDTUo466t7sTxSsx2z5M5yPPBY7Xgy4JNAEqzonQ81zkJ96tgT73TIZ68BEHOJIyyFwQt7aXwtCra+hDhpo8m+EYJtuHrQl1JPvRJYEmQMUJjwQeKfDYwW0tdRR1PT5SbnR+wbsUgeY1nj8MvSAGDfQ4K+1PElfi5ik3tg8LpvO4gC4JNAEqzneycrHwqQKPvUtW7p1+Fx+pBudSBJq9PIMYekFsNNDj0YzHiMuxNior5ydNo0t0CVBxNDBbCDzDYzkfTwO8bX5/+0Cas+FkHfnDRxxhXUhYrQopjTD0Ilkr6bdJTcupmPqDb6BvpDpTRtAlAESxV5ZWSruyAGoWH6kWvxjc9IM8hxi6I+1nS4+jBrr/JNXanABdAkAY/WQ9J26ttP8RH6kW2xMaiZRGGHonaHW9trbrMlmROIQu0SVAhdEA6IO4l9JpCz5SPR7GNNIYzYOhd4AvLa53r6X6dyd0DhfQJboEqDCaYue9g0Hm7/hINWm1Z6fO31xH82DoHSAqEe4Di/WvjmnTO+gSXQJUmGAaIdfKKD5SXaISj07SLBh6hwjPGdI3U9vzXL5GtOcLv/NAl+gSoIpskPhE450s2u93WbxWfMQxolZPkdIIQ3flxWc8h2N8kuYdInrQJboEqCgaxD0Xd7fbtJ2vGx9xjG9k5aTgP2gSDL2DBHdcmMnp7fBZ4BiLYm/eDrok0AQoWx/gQtmJj1SfS0JKIwzdDW7J8qeOPTkd4550Zi9fdAkAgI/UEp27cdIvgKF3En3R0U8Sh3M8xglZGsUfRpfoEgDwEXwEMHQMHdAlAAAAho6hA7oEAAAADB3QJboEAADA0DF0QJcAAAAYOoYO6BIAAAAwdECX6BIAAABDx9ABXQIAAGDoGDqgSwAAAMDQAV2iSwAAAAwdQwd0CQAAgKFj6IAuAQAAAEMHdIkuAQAAMHQMHdAlAAAAho6hA7oEAAAADB3QJboEAADA0DF0QJcAAAD1M/TFFuVaG/UNxtR3lOYGdAkAAP8DmJI40SyivRcAAAECdEVYdE1hdGhNTAA8bWF0aCB4bWxucz0iaHR0cDovL3d3dy53My5vcmcvMTk5OC9NYXRoL01hdGhNTCI+PG1zdHlsZSBtYXRoc2l6ZT0iMTZweCI+PG1vPiYjeDIyMDc7PC9tbz48bW8+JiN4MjIyNTs8L21vPjxtaT53PC9taT48bW8+JiN4MjIyNTs8L21vPjxtc3VwPjxtYWN0aW9uIGFjdGlvbnR5cGU9ImFyZ3VtZW50Ij48bXJvdy8+PC9tYWN0aW9uPjxtbj4yPC9tbj48L21zdXA+PG1vPj08L21vPjxtbj4yPC9tbj48bWk+dzwvbWk+PC9tc3R5bGU+PC9tYXRoPv49Bt4AAAAASUVORK5CYII=\&quot;,\&quot;slideId\&quot;:294,\&quot;accessibleText\&quot;:\&quot;nabla parallel to w parallel to blank squared equals 2 w\&quot;,\&quot;imageHeight\&quot;:16.32},{\&quot;mathml\&quot;:\&quot;&lt;math style=\\\&quot;font-family:stix;font-size:16px;\\\&quot; xmlns=\\\&quot;http://www.w3.org/1998/Math/MathML\\\&quot;&gt;&lt;mo mathcolor=\\\&quot;#FFFFFF\\\&quot;&gt;&amp;#x2207;&lt;/mo&gt;&lt;mfrac mathcolor=\\\&quot;#FFFFFF\\\&quot;&gt;&lt;mn&gt;1&lt;/mn&gt;&lt;mn&gt;2&lt;/mn&gt;&lt;/mfrac&gt;&lt;msup&gt;&lt;mfenced mathcolor=\\\&quot;#FFFFFF\\\&quot;&gt;&lt;mrow&gt;&lt;mo&gt;&amp;#x2225;&lt;/mo&gt;&lt;mi&gt;w&lt;/mi&gt;&lt;mo&gt;&amp;#x2225;&lt;/mo&gt;&lt;/mrow&gt;&lt;/mfenced&gt;&lt;mn mathcolor=\\\&quot;#FFFFFF\\\&quot;&gt;2&lt;/mn&gt;&lt;/msup&gt;&lt;mo mathcolor=\\\&quot;#FFFFFF\\\&quot;&gt;=&lt;/mo&gt;&lt;mo mathcolor=\\\&quot;#FFFFFF\\\&quot;&gt;&amp;#x2225;&lt;/mo&gt;&lt;mi mathcolor=\\\&quot;#FFFFFF\\\&quot;&gt;w&lt;/mi&gt;&lt;mo mathcolor=\\\&quot;#FFFFFF\\\&quot;&gt;&amp;#x2225;&lt;/mo&gt;&lt;/math&gt;\&quot;,\&quot;base64Image\&quot;:\&quot;iVBORw0KGgoAAAANSUhEUgAAA9QAAADkCAYAAAB5Rmy0AAAACXBIWXMAAA7EAAAOxAGVKw4bAAAABGJhU0UAAACNUy1tAwAAHZRJREFUeNrt3Q/EVff/APB5PJLHI5JHkkSSZBKZmSSRZB5J5DGTmcjMVyYxM19JYiaZ+YpkkkkkSWbGzFcmiclkMpEkSSKT5JG4v8/xO+17djr/7nPPuc+5975efHy/3773Oeee93nf9+e87z1/3noLGtTpdBaHcTSMU6IBAAAA5Y30ojAOh/G88/+eiQoAAADkN9KTYfw7jL86/6ShBgAAgIxGeiKML8N42smmoQYAAIBEI70wjENhPOkU01ADAABAaJAXhHEwjEedajTUAAAAjHQjPR7GZ1000hpqAAAARrqRHgvjX2E86MyNhhoAAICRa6Q/CeN+3Bi/CuPXME6HcTyMaxpqAAAAeLOhvh03xL+FcSCMqYzXfKehBgAAgH82y4fDWFfymqUaagAAAJhb431bQw0AAADdN9SXNdQAAADQfUN9SUMNAAAAGmoAAADQUAMAAICGGgAAADTUAAAAoKHWUAMAAICGGgAAADTUAAAAoKEGAAAADTUAAABoqDXUAAAAoKEGAAAADTUAAABoqAEAAEBDDQAAABpqDTUAAABoqAEAAEBDDQAAABpqAAAA0FADAACAhlpDDQAAABpqAAAA0FADAACAhhoAAAA01AAAAKCh1lADAACAhhoAAAA01AAAAKChBgAAAA01AAAAaKg11AAAAKChBgAAAA01AAAAaKgBAABAQw0AAAAaag01AAAAaKgBAABAQw0AAAAaagAAANBQAwAAgIZaQw0AAAAaagAAANBQAwAAgIYaAAAANNQAAACgodZQAzDq8+TaMD4P42IYd8J4EcbLMGajOTKMa2GcCeODMCZFDABG60DhioYaAN6YH7fHzXI3okb7ZBjLRRAARuOA4U8NNQD8PS8uDuNCpzfPw/hENAFguA8aJsJ4VXJQEP3/Y6IFwAjMi8sqfNHcjVOiCgDDe+Cwr+IBwVbRAmDI58SpMO526vcf0QWA4TtwmOziwOFnEQNgyOfFXzrN+UiEAWB4DhqWhnG122/YnfoNwJDOi59lzHu/xf/+bhgLEq9dGMbmMA7Gr6nirzCWiDQADO7BQnSTlem4MX4+x2/Y74VxOL7z6QJRBWAI5sel8eOvXnscxs4u/n5rxeuuj4o2AAzOAcKmMB6F8TR+VmYTZuPlR+vZI+oADOB8eSIxrz0MY+UclhFdRvVjyZz5xJleADA4BwjbOv21V9QBGLC5cjLxpXP0nxt6WNbCCqeAbxF1AAAAhqGhPpBodj+vYXlrSx5HeUjUAQAAGIaG+vUNOm/XdTp2WM6Zgob6rKgDAAAw6M30okSju6vG5RZdcnVR5AEAABj0hnp33OT+XvNyxwpO+9ZQAwA4EO0sKHpm+RyWt80N75CX9Dlfvon35UcNLPt2Tt6cE3m1SC1CXgKUF5lF3TzHVFFWlJGXfYrR4mGuTV3GYm/0i3ETj7IKy7ySkzdfi7xapBYhLwGKC8zu+NncL8NYpSgrysjLFsXocvz+o4ZvuaxpLM6XcvJmj+ioRWoR8nIwA/h5Z7R87mPDPHzOlsS/drz2S/RrkKKsKCMvWxSjQ4lt+CuMD2ROI3H+ISdvfImhFqlFyMsBDWB0itfsiDTT0a+CS3xs6PNnLCoqj5PXyYUxrigrysjLFsZpRxjPEtsSPeZpoQyqNcY3MnLmd5FRi9Qi5OVgB/HkiDTUp3xk6PNn61ivRUlRdrCAvOxzrDakvgS8FcYKWVRbfLN+xDgoMmqRWoS8HOwgrh2RhnqDjwx9+kwtiU/rTjqhKCvKyMsBideKMO4ntilqsDfJpFrmhqyz56ZERy1Si5CXgx/Inyo2pdcHZHt+S73vX31c6FPurQrjXir/jivKijLycsBitizVVM+6C3jPMd2dkS/fioxapBYhL4cjkFu7+KV3Y8u3ZWPGe57xcaEPufdu6lTJyGlFWVFGXg5wU/0wtX1uVjb3eJ7O+HXazcjUIrUIeTlEwbxdsaH+ruXbcSb1fh808SxJSOXd1tTNfCKXFGVFGXk54LGLLgt74kvqnuM4lvGF6xGRUYvUIuTlcAXzky7ulj3V0m2Yit9f0pc+KjScd1vCeJ7KuxujeHdcRRl5OXx5GV0/Hcar1HZOy6yuYrgzFb977qCuFqlFyMvhDOaTQX6ec9Q8u9kHfc65dzN+mY5+hViqKCvKyMshimH6S/cXbb8ErGXxu5qK3xZRUYvUIuTlcAb0SMWG+n4L3/tYfHp30hkfExrMuZUZp/BFv+JsVpQVZeTlEMbxfGpbH0XXWcuw0ri9N6o3qkQtQl6OYkO9LOO0rjzTLXvvuwftBmoM9GdlcRh3MnLuyIjHRVFGXg533XuYcXnLuCwrjNvN5NNSxEstUouQl8Mf1O8rNtQ/tex9p0+nuuYjQoP5diXjM3FTXBRl5OWQx3I6Y5u/kWW58drvciDUIuTl6DXUG7t4hNaalrzntxUS+phvn2fkW3RmxzqxUZSRlyMQz8sZ271dpr0RpxWJe2xE15y/IypqkVqEvBydwP5asaE+0ZL3ezL1vh56VBYN5dr6nMsi/EKjKCMvR6WhXp1RB6N5d5Fs+ztGY/Hp3a/tFBXUIuTlaDXUeyo21M/n+7EPYf2TYcym3tdhHw8aOkD6I+dzsESEFGXk5ajkZdjOUxnbfkq2/R2fE4m4fCQiqEXIyxHMy+hO3hWb6k/n+X0eynhUlmuUaCLXDud8Bo6JjqKMvByxhnpNzva/I986HybicdAnELUIeTm6DfWhig31rXl+n3dT7+d7Hw0ayLMVGWdC+AJHUUZejmxeRjcndXPGN2KyKb5eeuSf+oBahLzUUP//qdTPKzbVm+fpPe7w7Th9yrWzObl/TnQUZeTliDbUH+bE4MMRzbO1YTyZa16hFqlFyMvhDPCJig31+Xl6f+lvx2/4WNBAnq0ryP0dIqQoIy9HtKFeEJ+lk3Z31G4MGrZ3eeIZ3c6UQy1CXsrLvwOyumJD/arfp73mvDc3/qCJXDtfcFM+d5NXlJGXI5uXOY/QiuwfoRgsDeNevN1XfOJQi5CX8jIdlB8qNtWH+/y+jqfW/1hzQwN5tqptZ2Yoyg4WkJctiu2+nDjcGZHtXxLdSybe5l/CGPeJQy1CXsrLdFA2V2yo+/bs5+hRXWE8S63fzT/oxxc3zohQlJGX8vJ/sSj60nHXkG/7ouhSs3hbr0X3nvFpQy1CXsrLvMD8XrGp/rBP7+fTjFPOl/lIUHOejSduMJNllSgpyjXGLrpWf38Yl+LLCaJTSBc2uL5d8bWua2pYVvRUiDvx9bR/xTfxWycvR+Zz/ygnFleHeJujL/avxtsZHSMtNgOgFpkjzZHmyKLA7KvYUP/ap/dz26m39CHPdhfk+hMRUpR7+KImerTOTHzjx0sFT1TY3dB7mArjabyO6R6XdSHnvUcHDnvk5Uh87i8UxGPNEG7veOKmqNFB/VTNy4/u27HVjGKONEeaI+Xl8E0ejys21esbfi9Zp6C/q0zTQK5dKsjziyKkKHe5HZcTE3RVpxp6P+cS65jpYTkbSt7/bBsaKnnZeHy/LIjHsSHc3suJS92W17zsfcP6RQRqkTnSHDnylyJENx2rmNwn+zSRvXZTiaahL5FeFuT5V6KkKHexHTviL2hejx8LvnFv9FGA8XtJOtDDst6vsA2n5eXQf+53FcTj3pBt67nEjVDX1Lzst8N40a+z/VCLzJHmSHnZ/2BPlTQYyW9bFjX0HlbE10sn7VOiaSDXdpbk+YwoKco9xmqs5KZ3r08JG6txnROJx/v0/A1/dN1oRk1+44aV8nLoP/fLS3LgnSHZzlPx9kTXQG6sednrEteiO64xR5ojzZHycogLwemKv1IfbGj9R9PXsXpEBQ3l2rclOb5ZlBTlmmJ2syTXNtS4rq8zln+u4XlhVl6OxGe/6KDxyBBs3+sD+xd11f84L7fEn8vZxPIX1vi+t3VGxyVzpDnSHCkvByGp11csancaWHfWddxHtTA0lOtld7ZfIEqKck0xK7vp40xN61mf0/Rc6XG5kyUHPC/k5Uh89u8WxOS3Ad+2w31sCk/V/N411OZIc6Q5Ul62MLGvVixs22pe78cZj8paYY/QUGF51eZvEx0sDNXBwtKSWvp1TevJm9Bv1bDsqYLlX5eXI/HZv1wQk1dNPt6m4e060Oem8D0NtYZaLTJHysvhnzTfr1jYfqx5vb+5yzJ9yvGyA5AHoqQo1xy3OwXbeb6G5R8sWP6zmrZhcc6vlN/Ky5H47J8tqZvTA7hNH/W5IfxjHuYzDbVaZI40R8rLFiZ20sqa1vdexrI32RM0lN9lpxddESVFuea4nSvYzls9Lju6YdSzol8PGz543y4vR+Kz/1VJ3Tw8YNuzex4awoMNbIeG2hxpjjRHysuWJnbVU6CO1bS+71PL/d1eoMH8Lvul5YIoKcp9rKmzPS77coVaPVHTdoyllhvdOHJMXo7EZ7/s19yLA7Qt0Zl4L/vcDEanxU9pqDXUapE5Ul6OzsQ5UfJtTjJRxntc11TG9az77QUazO8rJXl9RpQU5QYO4ItMzXG5exIH60VnFtV11+L0wcJX8nJkPvt7huVSmfBef56HZvByQ9uioTZHmiPNkfKyxcl9vGKB29fjeg6nlve0M0R3WO5Qmxr3yf2SVZ1UARTlmuM2VZJzO+awzOjOog/jv4/q9cWmr28Ny9mQ+sVtpbwcmc/+dIVfYMfeAnOkWmSONEfyd7BWdsofVh652eM3OQ+aOI1cQ62hLtgnsyWrOqECKMoNxK4o72bmsLyT8d8+CmNRdGZFncvPWedniWWek5cj9dnfUaFMr1YlMUeqReZIcyT/DNiFir3OO3Nc/kzGN9wrhyyGtKihzjgdp/azLhwsKMo521r07PMjXS7rnfQlMtEyCpZ/oKZtuJmo1Wvl5Uh99rdWqJ073gJzpFpkjjRH8o+AbarY65yd4/J/HbTrYzTUA99QT1RY1Uc+/YpyA7G7VEcNjb8U+iP+u98T/763YPmnap4PTsnLkfvsL6tQO3erkpgj1SJzpDmS/G9birzs9oYB4fXrM5azRUNNww314gqrUgwU5SZid7qOGxaF136ZdXZQ+O+7CpZ/rob3/0u8rOdRcyUvR+6zP1mhdn6oSmKOVIvMkeZI3gza3or9zuddLvdk6u9vDWn8aFdDvVlDrSjPU+z+VbCt9youY1XiOrPvU//f9oLlX+nxvSfvwPqlvNRQ5/hYlcQcqRaZI+UlbwYt68ZhWR50scxFnTefAfmpaNOHfN6moVaU5yl2MwXbOltxGT/nfQMe/vfSguXf6nGf342X82enx0clysuBzd8ql8u4/wTmSLXIHCkvyQnclxV/RNxVcXmHUn8XPSproUjTh1zeqqFWlOcpdmV3SV5Q8vd7i84IKrnh3rMe3nfyRi7b5eXINtQLKtTOo6ok5ki1yBwpL8kO3FTGL8pZ/ltxefdSf3dclOlTLq/TUCvK8xS75SV5t67gb5eE8SR+3Z28b8DDv7/IWfarOb7ntzv/e3ziWXk50g31Qr9Qg1pkjjRHmiN72xknK/5KvbZkOe9n/M0qEaZPeVzlOkB3+VaUm4jdeEne7Sj42zOJ1+0seN29guVPdPl+o2/zb8V/+zg6YJGXrqF2DTWoReZIc6Q5cu47Y23FhvqbkuX8knr9D6JLiwq2X1kU5Sbj96Jge/fk/E3yMoUfS5Z/pWD5m7t8r191ezmPvBz5htpdvjFHqkXmSHlJSQB/rjChPs/7lif8+5pReFQWrc/jVyU5/B9RUpQbit+Dbs6MSN3sJMrb1SXLv1Cw/Oku3ueWxN99Ly8dLFR85KDnUGOOVIvMkfKSHgJYesfu6Nfr1Ov+FFXmIY8fl+TvKVFSlBuK34/dnN2TutnJ1xWW/13B8mcqvsfonhmPXj+9IXoqg7x0sFDxkYM7VEnMkWqROVJeUh7EPytMqrcy/m4i/vU66V8iyjzk8A8l+XtGlBTlhuJ3sWrexZfZvD6bIpq8Jyss/1DB8g9UfI9XBu0MInnZlxhvrzD3r1Yl+75fqv7QMQwuqUXmSHOkvByWZP+0YuHbUvJ3zz0qi3nK4bMluXtBlBTlhuL3fdW8C//7Wrc3youuYe3lzIvwmoOJ1x+Tlw4WEjGZLqmb0YHtmCqpodZQq0XmSHlJtZ3ypELhu5j6u9up//+EaDJPOXygJHd/FCVFuaH4nSrY3iuJ132S+Pffulj+zoLlnyv5202Jb/uvy0sHC6mY7Cmpm49VSA21hlotMkfKS5W5eiC/qlD4oqRbEb9+i1PDaFH+vl+Suw9FSVFuKH5fFGzvb/FrloXxV+LfN3ax/C1VDkYy/i55TdjT17VbXjpYSMTko0FvdjTUGmq1yBxpjpSXbdoxKyrcKTlyJH59+jb1P4ki85i/EyV5OytKivI8NCVP49dcmOv1/CWPNrpV8HfJxxnulJcOFjJicqSkbjrrTEOtoVaLzJHyUkPdZTDPVSh+0d2UV2X8+zYRZJ7z93ZJ7i4QJUW5gfh9ULC9z1PXqUbP41ze5fLHCpb/LOdvjhbdRVVeOliIY1J274k9KqSGWkOtFpkj5aXK3F0wN1YsgOnG5Y7o0YL8PVWSt1tFSVFuIH67Sy6TeZA+w2cO63iet/yM1yYPTm6EMS4vHSzkxORySc1cpkJqqDXUapE5Ul6qzN0H9NocCqJHZdH2oh2ZESVFuYH4TVesk9HZPZNzXMetguVOJF63Or4W7PX6lstLBwsFMblXEJO7qiOoReZIeamhntsO+qDLZvrFXD8AUHPuLgzjZUGufiVKinID8dtRsVZ+1sM6rhQsd3P8monUQcU2eelgoSAeYyX3TTmpOoJaZI6UlxrquU+y97toqL8RNVqUvz+4Y62i3Of4ba1QJ6NfAsd6WEfR/S2m49ecT/zbF/LSwUJJPFaX5Ox21RHUInOkvNRQz30nHeqioV4rYrQod4vuJvlEhBTlBuK3tEKd/LDHdRTdH2Am+mY/8b8vykt5WSEeRZfIPOvl4BbMkWqROVJeKh6dzqL4VO4yHpVF23J3ouS07+WipCjXHL/Jkjp5q4Z17C9YfvJb9z+H5RIcedl4fI8VxOO0yghqkTlSXmqoe99R31ZoqKdFihbm7nduTKYotyR+tdTJ+Bv2Mn9Fp/HKS3lZMR5Fl8e8pzKCWmSOlJca6t531JqSxPSoLNqau0WPfzsjQopyAzHMc72m5Ve5S+oOeSkvK8YiulfKbE4sflcVQS0yR8pLDXV9O+vHguAeFCFanLvXc/L2kegoyg3E8GWTv/SF5WwoOVD4Ql7Kyy5isakgFh+riqAWmSPlpYa6vp21peBRWYtEiBbn7s6CwrBBhBTlmmP4PGNbL9e4/IUFMT0nL+Vll7E4khOHB25GBmqROVJeaqjr32G3PJ+SIcrdyDHRUZRrjuHT1Ha+rPtarZxnBt+MDiTkpbysqTYeUBFBLTJHyksNdf07bL9HZTGgubsr71cY0VGUG25QjjSwjr9S63g8zHetl5eNxXV9E8+BBbVILTJHykvyAzweJ+Vr/xUVBih/b7hDvaLchxheSd6wsYlvxFP3BZgd9jsxy8vG4vpNTgx2q4agFpkj5aWGurmddlgjwoDmbt6NKnwxpCjXGcOzidPY3m1oHRcScdwpL+XlHGKwKOdaxl9UQlCLzJHyUkPd7E5bEsa+aIgGA5i/p3MKxLuioyjXFMPp+HSzPQ2u4+P4bKGd8lJezjGmhzO2PWqwV6mEoBaZI+WlhhrIKxJLUpctvHZVdBRl5OUo5GXYxqmcX6c/lW2gFiEv5SVQVijyHqO1U2wUZeTlCMQz60ydH2QaqEXIS3kJ9HJAGd3ZdlJRVpSRl0Mcy00Z23w/OntHpoFahLyUl0DVYjGR8/zV/4x4XBRl5OXwxnEy/uIw6UX0+CxZBmoR8lJeAt0WjFVhPMkoFtsUZUUZeTmEcTznsYGgFiEv5SVQZxHaEj+6ISm6adlSRVlRRl4OUQw/zdhWT+sAtQh5KS+BngvRTEbBuB7GuKKsKCMvhyB+W8N4ldrOQzIL1CLkpbwE6ipGn2QUjfOKsqKMvBzw2K0L42lqGw/KKlCLkJfyEqi7IO3PKBzHFGVFGXk5oHFbGcYjp3mDWoS8lJdAv4rSB6N8aqSijLwcjrwM27EijIepu3nvlE2gFiEv5SXQdGHamnGK5GeKsqKMvBygZvpBYpuiX6k3yiRQi5CX8hLoV3FaE8afqSLyuaKsKCMvWx6rdanTvK+GMSWLQC1CXspLoN8FajKMs6lCclxRVpSRly2N05bU2TVHZA+oRchLeQnMd6GaSR2kno+Kl6KsKCMvWxSjvWG8jLfhftRcyxxQi5CX8hJoS7FaGjfSkWdhrFaUFWXkZUviMxbG7fj9n4zOrpE1oBYhL+Ul0MaiFd2wbFpRVpSRly2LUbRNm2QLqEXIS3kJML9FeTZnfDPHLyDylvehiCMvAbVILUJeAgAAADCIomeMhnEgjHNh/De+idaL+CY10TdKz8O4G8al6E7VYewa1htrAQAAQFkTvTx6LEoYDzpz8zJusN0NFgAAgJFopBfFvzK/7NTnWhgbRBcAAIBhbaa39PCLdJlXYRwWZQAAAIatmf44bnqbdiWMhSIOAADAMDTTn3b666cwxkUeAACAQW6md3bmx1nRBwAAYFCb6dVhPMtpeO+EcSx+BNbSMMYSfxc95H1dGLvD+DaMe3Nsqj+2FwAAABjEhvpGRpP7Rxjb5rCs6IZm17tsqKPnWS+xJwAAABikZvqTjAb32+Qv0T0s90UXTfVxewMAAIBBaaYnwniSamyP1rj89+Jfn6uImu9JewUAAIBBaKi/SDW15xtYx9YuHsO1z14BAACg7c30WBgPEs3svaZ+IQ7LPVyxob5ozwAAAND2hjr9mKztDa4ruhv4/QoN9TN7BgAAgLY31JcSjezlPqzvYMVfqRfYOwAAALS1mR4P42XcwEbXN6/twzqnKl5LvdUeAgAAoK0N9a5EA3u2j+u9UaGhft8eAgAAoK0N9YlEA7u2j+v9TkMNAADAIDfUV+Pm9ac+r3d/hYZ6hz0EAABAWxvqM2HcbfLO3jnr3VOhoX7bHgIAAIB/NtS7Sprp6KZlYyIFAAAA3TXUt0UJAAAA3myod5c01GdFCQAAAN5sqPeWNNQzogQAAABvNtRHC5rpl2EsFCUAAAB4s6E+X9BQnxMhAAAAyG6obxc01FtECAAAAN5spicLmumbIgQAAADZDXXRHb53iRAAAABkN9RncprpG6IDAAAA2c30eBjPchrqd0QIAAAAshvqj3Ka6e9EBwAAAPIb6usZzfTjMJaIDgAAAGQ305tyfp2eFh0AAADIb6ivZTTTp0QGAAAA8pvpXVnPnA5jgegAAABAdjM9Eca9VDP9JIyVogMAAAD5DfXxVDP9KoytIgMAAAD5zXTWjcj2iQwAAADkN9OLw7ifaqaPiAwAAAAUN9SXU830aVEBAACA4mb636lm+oKoAAAAQHEzPZ1qpq+ICgAAABQ30xvDeJZopn8KY1xkAAAAIL+ZXhnGo0Qz/WsYC0UGAAAA8pvpqTDuJprp62FMigwAAADkN9PR47F+TzTT0X9fIjIAAACQ30xPhnEt0Uz/Gf1aLTIAAACQ30wvCOPnRDN9P4xlIgMAAAD5zfRY9DisRDP9MIwVIgMAAADFDfX5RDP9OIw1ogIAAADFzfTpRDP9NIz1ogIAAADFzfTxRDP9LIx3+7TeZWHsjU41txcAAAAYtGb6cKKZfhHG5j6u+0K83o32BAAAAIPUTH+WaKZfhrG9j+veE6/3lj0BAADAIDXTH3f+aWcf170qvk47csDeAAAAYFCa6d2pZvqDPq57Koy7iV/FF9sjAAAADEIz/X4YrxLN9P4+rnt9opmOnLdHAAAAGIRmemt847HXDja8vrEwVocxE8blVCMf2WavAAAA0PZm+r34kVhtcc9eAQAAoO3N9PrETcDa4t/2DAAAAG1upqNTrh932melvQMAAEBbm+nlYTxsYTP9s70DAABAW5vpqdQdtdtkxh4CAACgjc30kjButbSZjq7lHrOXAAAAaFszHT2q6kanvb6xlwAAAGhjQ72g025v20sAAEBb/R98rzzigWWlEQAAAc10RVh0TWF0aE1MADxtYXRoIHhtbG5zPSJodHRwOi8vd3d3LnczLm9yZy8xOTk4L01hdGgvTWF0aE1MIj48bXN0eWxlIG1hdGhzaXplPSIxNnB4Ij48bW8gbWF0aGNvbG9yPSIjRkZGRkZGIj4mI3gyMjA3OzwvbW8+PG1mcmFjIG1hdGhjb2xvcj0iI0ZGRkZGRiI+PG1uPjE8L21uPjxtbj4yPC9tbj48L21mcmFjPjxtc3VwPjxtZmVuY2VkIG1hdGhjb2xvcj0iI0ZGRkZGRiI+PG1yb3c+PG1vPiYjeDIyMjU7PC9tbz48bWk+dzwvbWk+PG1vPiYjeDIyMjU7PC9tbz48L21yb3c+PC9tZmVuY2VkPjxtbiBtYXRoY29sb3I9IiNGRkZGRkYiPjI8L21uPjwvbXN1cD48bW8gbWF0aGNvbG9yPSIjRkZGRkZGIj49PC9tbz48bW8gbWF0aGNvbG9yPSIjRkZGRkZGIj4mI3gyMjI1OzwvbW8+PG1pIG1hdGhjb2xvcj0iI0ZGRkZGRiI+dzwvbWk+PG1vIG1hdGhjb2xvcj0iI0ZGRkZGRiI+JiN4MjIyNTs8L21vPjwvbXN0eWxlPjwvbWF0aD4v/mdoAAAAAElFTkSuQmCC\&quot;,\&quot;slideId\&quot;:294,\&quot;accessibleText\&quot;:\&quot;nabla 1 half open parentheses parallel to w parallel to close parentheses squared equals parallel to w parallel to\&quot;,\&quot;imageHeight\&quot;:36.48},{\&quot;mathml\&quot;:\&quot;&lt;math style=\\\&quot;font-family:stix;font-size:20px;\\\&quot; xmlns=\\\&quot;http://www.w3.org/1998/Math/MathML\\\&quot;&gt;&lt;mo mathcolor=\\\&quot;#FFFFFF\\\&quot;&gt;&amp;#x2207;&lt;/mo&gt;&lt;mfrac mathcolor=\\\&quot;#FFFFFF\\\&quot;&gt;&lt;mn&gt;1&lt;/mn&gt;&lt;mn&gt;2&lt;/mn&gt;&lt;/mfrac&gt;&lt;msup&gt;&lt;mfenced mathcolor=\\\&quot;#FFFFFF\\\&quot;&gt;&lt;mrow&gt;&lt;mo&gt;&amp;#x2225;&lt;/mo&gt;&lt;mi&gt;w&lt;/mi&gt;&lt;mo&gt;&amp;#x2225;&lt;/mo&gt;&lt;/mrow&gt;&lt;/mfenced&gt;&lt;mn mathcolor=\\\&quot;#FFFFFF\\\&quot;&gt;2&lt;/mn&gt;&lt;/msup&gt;&lt;mo mathcolor=\\\&quot;#FFFFFF\\\&quot;&gt;=&lt;/mo&gt;&lt;mo mathcolor=\\\&quot;#FFFFFF\\\&quot;&gt;&amp;#x2225;&lt;/mo&gt;&lt;mi mathcolor=\\\&quot;#FFFFFF\\\&quot;&gt;w&lt;/mi&gt;&lt;mo mathcolor=\\\&quot;#FFFFFF\\\&quot;&gt;&amp;#x2225;&lt;/mo&gt;&lt;/math&gt;\&quot;,\&quot;base64Image\&quot;:\&quot;iVBORw0KGgoAAAANSUhEUgAABLoAAAEfCAYAAABGca+aAAAACXBIWXMAAA7EAAAOxAGVKw4bAAAABGJhU0UAAACzkkxwqAAAJwpJREFUeNrt3W9oHd2ZGPDwIoJ4EUEhClFZlRVFFH0wxbAKUcChWjCLCWYxxbAudUGlJohiFn8QrKFeIjCLF1ziUBdMMUUUUwTrZb2sl/qDP4jFLKYYViEuNdQEU0wwwbBe4hAtceD0jN/xm/uOZ+6dubp/5s/vB+dD3lh37n3OPOec+9yZM1/6EnRUCGE5ts3YFkQDAAAAgMZJC1zXY3sbPrMpKgAAAAA0RghhKbbd2N6FL9oUHQAAAABqL4SwGNu1niu4gkIXAAAAAI2RFrhu5VzBpdAFAAAAQP2FEOZi2+lzBZdCFwAAAAD1lTw9Mbarsb0M1WyKHgAAAABTF0KYje1KbG/CcDZFEQAAAICpCSHMpwWul+FoNkUTAAAAgIlLr+DaPsIVXApdAAAAAExPegXXdsEVXMl/e63QBQAAAEBthRBmYruYKWS9im03tjNJAazn355K/z+FLgAAAADqJYSwnBak3sV2Py1uzfT59ycUugAAAAConRDCQmyXY1uq8DcHCl0AAAAANF4I4YZCFwAAAACNF0LYUugCAAAAoPGS4pVCFwAAAACNp9AFAAAAQCsodAEAAADQCgpdAAAAALSCQhcAAAAAraDQBQAAAEArKHQBAAAA0AoKXQAAAAC0gkIXAAAAAK2g0AUAAABAKyh0AQAAANAKCl0AAAAAtIJCFwAAAACtoNAFAAAAQCsodAEAAADQCgpdAAAAALSCQhcAAAAAraDQBQAAAEArKHQBAAAA0AoKXQAAAAC0gkIXAAAAAK2g0AUAAABAKyh0AQAAANAKCl0AAAAAtIJCFwAAAACtoNAFAAAAQCsodAEAAADQCgpdAAAAALSCQhcAAAAAraDQBQAAAEArKHQBAAAA0AoKXQAAAAC0gkIXAAAAAK2g0AUAAABAKyh0AQAAANAKCl0AAAAAtIJCFwAAAACtoNAFAAAAQCsodAEAAADQCgpdAAAAALSCQhcAAAAAraDQBQAAAEArKHQBAAAA0AoKXQAAAAC0gkIXAAAAAK2g0AUAAABAKyh0AQAAANAKCl0AAAAAtIJCFwAAAACtoNAFAAAAQCsodAEAAADQCgpdAAAAALSCQhcAAAAAraDQBQAAAEArKHQBAAAA0AoKXQAAAAC0gkIXAAAAAK2g0AUAAABAK4QQthS6AAAAAGi8EMJVhS4AAAAAGi+EcL9CoWtLxAAAAAConRDCTGxvKhS6bogaAAAAALUTQjgTqnkuagAAAADUSghhLranoboTogcA1HR980lsvxfbn8T2F7H9JLZfxPaPsf0qtl/G9rPY/iq2/xLbv4rtU5EDAGj2InCu4t5cvZLi2IIoAgA1Wtv8s9j+c2w/H2JtkxTA9mL7pkgCADRrETgb2/nYXoajSf7+lIgCAFNe2yQ/3v0gtl+H0fjL2H5LZAEA6rfwS4paS7GtxXYhtt3YXofReh7bTlL0iu14srm9yAMAE1rrJGuPF2H0/j6274owAEA9Fn3r6aLvXZiON+nxk7auRwCAMax3Tg55m2IV3xNpAIDpL/w2Qn1s6BEAYMRrnW+nm8pPwr8RcQAAAABGLoTwjfSpiZOS7P31LZEHAAAAYKRCCH9TUJD6UWz/MdlbK9mgPvM3X0n/+x/Gtj9Esev/xvZl0QcAAABgJEIIWzlFqP8T2+9WfJ3fTh/SU8Uf6QEAAAAAjiy5Sivn6dF7R7nSKv7tv6xwG+RrT5cGAAAA4MhCCN/PFJ7+fESvm1zd9VMb0wMAAAAwdslVW5mruf53bJ+O8PX/RWz/WKLQtac3AAAAABhaCOHfZ56CeHwMx/jjEoWun+sNAABgUl+E1mPb6NMWR3CMjQFtXk8gX+QLIz9fe5+U+IMxHePLJffr+oYewbgM8kW+ADCJCe/FgC8nmyM4xiAbegL5Il8Y6bn6jZ5z5h9i+9oYj/WnJc7bU3oF4zLIF/kCMJ4B/qQnQJnwQL7UNsaziiIjieO/7jln/njMx/pWifP29/UKxmWQL/IFYLQD+2Jsd2J7F9tlETHhgXypZYx30895P7YlZ93QcfwfaRx/GdtXxnysT0psSn9Gr2BcBvnS+XxJrriI7V66v4A2uK1KXSgcT87G9qZngH0iKiY8kC+1i+9KbIc9n/VtbOedeUPF8v+lMfzhhI73dwPO29N6BeMyyBf58lmQbgTKeOpWLMgdQ+Zju5vJl4PYFkTHhAfypZYxXsuJ857NayvF8NOe2K1O6Jh/OeC8PalnMC6DfJEvX/r8l7136lgDXZK28NH4kezF9TKTK0nRa050THggX2od54XYHmU+97PkaVHOwlLxS+6K+N3YvjfBY+4NOG+/rGcwLoN8kS+/CdQ9day+3vriDh+NG5dziuRJkWtWdEx4IF8aEetkU/oHmc+ejOtnnYm17K9+ha6fiRDGZZAv8uWLgdpQy+rrtrMEPh8v5nO+GIV0c2O395rwQL40K96zObefJ64Z02vXV3/W55zdEyGMyyBf5MvHwToYogCUfLHdbFF7VPA5V5wh8H6cOFYwVtz0hciEB/Kl0XG/nROHh65or1Uf/VWfc/bfiRDGZZAv8uXjYG0OUeh61KLPn+y18CrnMz5wdsDnV36+zrviUZHLhAfypRWxzyt2PXFLem3652XB+frr2L4mQhiXQb7Il4+DNVPwJXaQ1ZZ8/q2Cz3fK2YHxIZzKPI6+d08uRS4THsiX9sQ/r9j12JN0p94vn6QFrTx/LUIYl0G+yJfigG0PUei61pLP/jjns73wJR7jwvurPd8V3NLiV34THsiX9vXB/ZyYPFXsmmqffKvP+epHWYzLIF/kS5+AzaVPGKziTbI5dcM/91rBF/krzgo6PiacKsiNA0UuEx7Il9b2wXzBfoz7xv6p9ckfFpyrPxYdjMsgX+TL4KBdH+Kqru2Gf+a9Nhbw4Ih5cb6gyJXsZbcsQiY8kC+t7oelgi0t9lztPpX++OuCc/UPRAfjMsgX+TI4aCsFX277aewtfsll+AV7D91yNtDhceBkQV64RcKEB/KlO31xomBNeEN0JtoPX4ntVzn98CPRwbgM8kW+lA/c3SGu6jrV0M96tc2b7MMQOXGszy3Mbuc14YF86VZ/FK2TLonOxPqg6IFJ3xQdjMsgX+RL+cBtDFHo2mvg55wpeFTzvrOAjuZ+coXj84Icf+R2FRMeyJdO9skjcZpq/P8uJ/a3RQbjMsgX+VI9eE8qFrqSS9tXGvYZzxZ8lrPOADqY87N9vswk+7QsipIJD+RLJ/vkWMHt7C88iXHssf9OTtx/GttXRQfjMsgX+VI9eJtDXNV1s2Gf8XHOZ3jmqhU6mvO3+uS2W1RMeCBfut0vOwWxumfdNNa4/629MjEuG5eRL/JldB00W3BbXz9vm/LY6fg+1ws+w2W9Twfz/UyfvN73JcaEB/LFujD9MTDPBREaS8xP58T6hyKDcRnki3w5WgB3hriq63xDPttuzntPLsuf1/N0LM+XBhS110TJhAfyhYLCS+JN07avaECsvxzbT3L2yvxEdDAug3yRL0cL4GKfp68VedyQL/Z5j8ve1et0MM8f9Mlnm92a8EC+0Bu7g6JbGEVnpHH+k5x9ub4hMhiXQb7Il9F01O4QV3Vt1PwzFV2ptqrH6Vh+nx2Qy8dFyYQH8oWe2J0fZ9/wPsbfysT1F7H9jshgXAb5Il9G11HHC65+6udejT/PTMFtWg/1Nh3L7bkBtyzeFSUTHsgXctZRrwrilvz3OVE68tyczYHfFxmMy8Zl5It8GX1n7VcsdB3W9XHTfZ4meUZP07G8vj4gj9dFyYQH8oWc+G33id2OCB0ptn+eief3RAXjsnEZ+SJfxtNZp4e4ffFKTT/L45z3+tJT5ehYTh9LC9JFnoqSCQ/kCwXxW+pztX+yt+uSKA0V12wB8fuignHZuIx8kS/T7bC8y9dna/YZ1v36CO9z4c6A/L0sSiY8kC/0iWG/q/1viVDleGZ/VP6BqGBcNi4jX+TL+DvswhBXdV2o2WfYLfjlcUEP06FcXi2x755f4014IF8Ydl1obVUtlr8T28974vffRQXjsnEZ+SJfJtNhs7G9qVjoOqjR+y+6zN6vjnQtlwddzfVYlEx4IF8YEMPjA2J4Q5RKxfG3M5v7/4WoYFw2LiNf5MtkO21niKu6jtX8vR/Xs3QohxfTX9r7uS5SJjyQL5SIY78n976ObV6U+sbv67H9pPcJ4PaMxbhsXEa+yJfJd9pSiVuesm7X4H0XXY3myhW6lsNlitUnRMqE1+K+mIltuc1fJtM5b7mpt47Jl0b11e6AOG6JUmHsvhbbj3ti9bexfSoyGJeNy9Yx1jHypZ6LmqzkyW6LU37PmwXv7bwepWP5+7REvvo12YTXtgXhWrqf0H7P00b3pziHHo7jauKkj2N7kOn35+lnn5Ev8mUMfTVo/9an5pTcuM3F9r964vSj2L4qMhiXjcvWMdYx8mV6Hbc+xO2LO1N+z48Lngpp8UWXcvdkiVx1laMJr+mxXkifXnY9tvuZvW+meut6cnXLKPs889rnB1xxncyDc/JFvoy4r1ZLxPKUSH0hZsmVCn/TE5/kfP+6yGBcNi5bx1jHyJfpd95+xULX1H7RSyvDea7oSTqWt2WuxrR5sAmvCfHs/XXzw0LwcbonUBXbE3zP85lb6LdH+NoLPb/w9nNXvlggjiEXBz2o6J5IfR6vT2L7nz2x+WlsvyUyGJetY6xjrGPkSz0679wQV3WdntJ73St47PWSnqRDOTtbcgJxO68JrwnxXA6jcXeC7zlbaL42pTn5hHyxQBxxfz0aEMt3Td1nZQyx+rOeuPwstn8uKljHWMdYx1jHyJf6dN5Mer9sFQ+m8D6LNs+/phfpWM6eKZmnnkJqwmtCPOfTByv0tqvpIuxVhXnp2YTe7+mcY++O8PXPVvjMe/LFAnHE/XWrRDwviVO43ROPf4jtm+Neqzs7MS5bx1jHyBeqB/fyEFXnYxN+jzsFvyyu6EE6lq93SubonGiZ8Boe69kKD01J5oP5Mb+fuYIfhh6O8BhLFebh1/JFvoy4v7ZKxHO/4zH6Tz2x+GVs35nAMZPC2o+doRiXrWOsY+QL1YI7X2JfhqzrE3x/yVVnL5tYBYYx5EOZe/5fiJQJryXxrnLV8dqY38v1guMejPg4ZYvZQb7IlxH310bJU2+5o/H5fk8Mfh3bdydwzA8Pn/mvY+53rX9btY4xLlvHWMfIl2Ym4a2Kha43k7pipM+9vjqdruXpsZL5eV+0THgtivmFkuf91hjfw0q6J2SelyM+1mLBjzsWiPJl3P21PO1cq3Fs/kMmBn8wgWN+Pd3kPozz9shAGbstOpeNy9Yx1jHypVMJuBL6PwY0z8UJvbf9ad3HDDXL04slc/OmaJnwWhTz+ZLz080xHT+59eBgkgu1tKg96OrNV/JFvoy4v2ZK5trdjsXl32Y+//cmcMzZnocD/HjMx0Khy7hsHWMdI19anYQPKg76BxN4T+t+TYTP86Hsff7bomXCa1ncD6Z1JWN83Ssljr04huOuDPhF9L58kS9j6LMyt9i86soG6TkPgPmjCRzzn4QvPgHz4piPh0KXcdk6xjpGvrQ6ATeGGPg3xvyedgtum5zXY3QwR5+WzMtN0TLhtSzuN0rE5fkYjrvc51L/XsfG9LmTH3sOC455Tb7IlzH02cOS88yxDsTi92L7Vc9n/tMxHuvT8NnT0H4Y2y96jvmrcW8Vooal0GVcto6xjpEvXUjCZxUH/ntjfC/zBYlxTU/Rwdwse0tJ4qSImfBaFvfzJc/92REf98G0cy7kP3U4cUq+yJcx9FnZK4fPtjwO3w6fPVVx2v7bBD4rCl3GZesY6xj50vok3Kw48B+O41LH9L1czjle8kV/RU/Rwdw8XiEvj4uYCa9lcS/7IIa1ER7zdIWc2xzjZ19o6q1j8qWRuXaz5Dl/o+Xz7d/XpMDybYUuhS7jsnWMdYx84eiBnk1vDazi+hjeR9GjWB/oJTqam2cr5OSyiJnwWhj7MpfenxnhouxVhZzbHvNnz7olX+TLmPpsp+Q5f7+ln381tp/VpLjy4wl9ZhS6jMvWMdYx8sUiJ8fLUVdkk0sZm3qJI4wpL7cr5OSsiJnwWhj7JyVic2lEx+q9quVRieNeG+Pnns853rp8kS9TnmtetvCz/9PYflqj4sqlCX1uFLqMy9Yx1jHypRNJuFRhL6CRVp973kPe/cTPQ0ee8mMx0iwT6vuyt5O8NYqZ8Foa+zslYnN7BMfZ6JkDX6VXeAxyZ4yf+0TmWPvyRb6Msc+qbGEx06LP/fXYflKjpUWyCf1XnJEYl61jrGPki5FrtJ26W3FCfjjCY68UFNq29AsdLnTdL/l2XhjBTHgtjf3OJOaizC+uF0r2ycMxfu4rTb2yWb40Ms/OVZj+Vlvymb+a3CZYs6XFHWcjxmXrGOsY+WIdM/pOXR9iUj4+omPfynntZN+wef1Chwtd+wpdJryOLxDPjPt2qsxi7NGHK1bC4L0rH00o9x836Soa+dLIPNuoMP2dasln/m4NlxbfcTZiXLaOsY6RL9Yx0/1i/cH1ERxzviARb+kRha6OF7qel3w7z2WKCa+lsT82znzMuZp4ref/ezqNAnN6u0HvezorX+RLjQpdmyIG1jHGZesY6xj50rRkPFfx+/5hbAtHPOZWmy+PV+hS6BrjQDv2X2Qw4U059rMlc2BxyNd/WHTbUOb/y/N2TJ+5dxuB/dCwPZHkSyPz7HiF6W9bxMA6xrhsHWMdI1+alowzFa4i+WDriMd8lvOa+3pDoUuhK7wu+XbkiwmvzfEv86js9SFedytzq/xy5v8vs4Hs7Ig/a/ZX0A35Il8m0GfLFaa/HRED47Jx2TrGOka+NDEZL1f8zn9whGNttHkPCBjzIKjQZcLrQvwfl4jPhYqvmb1lfivn31wrcdyVEX/W3kXpQ/kiXybUZ1UKXTdFDIzLxmXrGOsY+dLEzp0vsXndSDoj/t1e3n5DoUWPr4YxDoIKXSa8LsR/r0R8rlR8zXuD5pw+t9X3OjHCz3my51fQw6bevi9fGtlnVQpduyIGxmXjsnWMdYx8aWpC3qpY6Lo3xDGWMpc2fnBZD4BClwnPhFdhPrpZ4fVOl7mCuOSelWdG9BmTPTxetuH2MPnSyD5T6ALrGOOydYx1jHzpREKuFBShiryruolekgA5r5NcSTavB0Chy4RnwktjU+Z2+jslX2susw/lXp9/e2Lce1T2HOt25pfZWfkiXybYZwpdYB1jXLaOsY6RL51JygcVr+q6XuG1Zwtuj7wl8lB6EFToMuF1If6bJeLzsORr3eh92lC/H2hKfvnfGcHnO535YemEfJEvE+4zhS6wjjEuW8dYx8iXziTlRsVC16uye2v1SfhVkYfP88RTF014FogfX6Kf52mJ1zme7hnxwY0B/36+xHFvH/GzZX+ZvSlf5MsU+kyhC6xjjMvWMdYx8qVTifmsYrHrTMnXfezLOhx5oC09OWLCa3D8y1x6/6LivJPsIzFX4m8GPZjl3hE/W+++HS/KvCf5Il/G0GdVCl1XRQyMy8Zl6xjrGPnS9I7erFjo2i/xmusFf3tOxOELufKkZN69EC0TXovjv1QiPocDXiP75KGzJY/9fMBxHx3hc53KXOp/Ur7Ilyn1WZVC146IgXHZuGwdYx0jX5re0bMlKsFZxwe85m7O3zwve9sjdCj/Hih0mfBMeKX3q1vos8B827uoq3Cb/aNx5F5aWHjTxv0p5Usj+2ytwhpvS8TAuGxcto6xjpEvbejsnVFtSp/eK3yY8zeXRRo+ypdbJXPutWiZ8FreB29LxGi54G/3Mk8IXq1w3L2j/AJbcuH5rA2X+suXRvdZlT1Zz4oYGJeNy9Yx1jHypQ2dvZS5LHGQN0Une8HjVZPC17xIQ6l8ySVaJryO90FiPefvzh1lI+3476+VOO5cxde8nlmwHpMv8mXKfVal0LUmYq3pc61/WzUuG5etY6xj5Ev7k3O34lVd2zmvMVNwn7An+EB+3p2rkHOzImbCa3EfPC4Ro5OZv5lLnwbc+xjupYrH3S5x3JUKr3cm88PRJfkiX2rQZ+crzDXLItaKPqdDTxg1LlvHWMfIF4o7Y73i5HBQ4Uv7ugjDkfPOlw8TXpv74GGJGF3I/M3VQT/AjKgAsFHytZL9LF73PryljXtTypdG9lmVBw/5UUWhS6HLuGxcto6xjpEvrer0/YoTxOkSf78vslCYc7MV8k3B2ITX5j4oc1XxlZ5/v5b5xfHxMIuxkrd0nSnxOjOZX3NftbU4LV8a2Wdlb5N/LloKXQpdxmXjsnWMdYx8aVunn6s4Qdzr+dvVgn9zTmThSIPtB6dEy4TX4j64XSJG19J/O5tujHrkQnCy70SJ426VeJ3r/W5PkC/yZcp9VvahQ/dFS6FLocu4bFy2jrGOkS9t6/SiPbaKvPtwz29Bcr92CTwMzLu9kvnmke8mvK5/Ed9N/+2VUX1ZiX+7WOK4OwNe41zeQla+yJca9VnZJ/xeES2FLoUu47Jx2TrGOka+tLHjtytOEjfTqvQbCyYYKufK3lJyTbRMeB1fIN4Jnz0luHe+OayyyWrBsQc9dfh2n79dCV98pPijtv/AI18a2Wdlf1A5K1oKXQpdxmXjsnWMdYx8aWPHz2dO9kFeF3xRTxJuQURhYM6tlcy1u6JlwmtxH5Qp+O7nbPZ6dQTHfjnguA8L/i5768Groy5W5Yt8GVOfPS45zyyJlkKXQpdx2bhsHWMdI1/a2vk3Kk4UeVXkPZGEUvk2U3BFZNaBaJnwWtwHZZ4Kd5j538nCbm4Exz4YJvfSX2Z758GT8kW+1LTPXpeI6RuRUuhS6DIuG5etY6xj5EubO3+lxCWQg5wUSSidc/dLFpRnRMuE19I+OD/EPHNpRMce9EjwVzl/cynzby7LF/lS0/6aK5lPNqIH47Jx2TpGvsgXX7z7eOILOVTKt4slc2tFtEx4Le2DjYrzzEh+BU2PvTvoYDnvtfdX2ftdmvPkS+P66/gkv3ABxmXrGOsY+SJf6nwCnDxCoctmplAt3xZKXkUpt0x4FoifuTDCY18rcbzF9N8upntY9C5U5+WLfKlxf50tmVOrogXGZeOydYx8kS9dOAmeDlHketv2JzXAmPKtzGbBOyJlwmtpH6xXmGeejfKXx1DuacPH0v30HmVuJ16XL/Kl5v11pUQ8H4sUGJeNy9Yx8kW+dOUk2Byi0HVd5GCofLtQIr/uiZQJr6V9sDytq4ZL7quRXOV8O/PfzskX+dKA/rrrRxQwLhuXrWOsY+QLv+mgmcyljWU2y14QORgq3xZznsby0RWTImXC6/gC8dGo95EoebtB9orLG/JFvrSkvxLLIgXGZeOydYx8kS9dOhGuVCh07YkYHCnf9nwhMeF1tA8WSs4z62M49rGKVy4/6PIDV+RL4/Jq0P6Pj0QKjMvGZesY+SJfunYizKf7bgUdBmPPtzK/yHgylgmvrf0wyO6UF6chvcp5Sb7Il4b0VZkHC50TKTAuG5etY+SLfOniyXCzzGWYIgUjybdnrpw04Vkg5t4avzrGY5d56mlya/EJ/SRfGtRXN0p84ZkTKTAuG5etY+SLfOniybBaInkuiBSMJN+2BuTa6y5fbmzCa3U/9Lt6+PaYj/2yRB+dly3ypWF99cQm9GBcNi5bx1jHyBeKO+txvw2yk1scRQlGkmtzaTGrn1MiZcLrUD+8HffedPH1Dwb0z1WZIl8a1k9LA36kfOsBQmBcNi5bx+gn+dL1E6LfY0uvixCMNN8uDRgcb4uSCa9D/XB5Asd+0KdvHsY2K1PkS4vWbYlrogTGZeOydYx+ki9dPyFmCi6JfOcXQRh5viWbSr5x+6IJr2P9kHeb1fNJnOvJBrEF/fLUFcvypaH9dG/A1Vz25gLjsnHZOka+yBdih2zndNJdkYGx5NvlAQPkSVEy4bWsH/antZ9EPM6tnGMnxeYVGSJfGthHC+mmw0WuiBIYl43L1jHyRb7wWYfN52yyd1pkYCz5NjtgY8mHomTCa1k/3MnE5MGkrlzM+SHnUDFZvjS4j7b7xO6Fq7nAuGxcto6RL/KFL3Za76Oqn7h9Csaab4P2WPErjQmvTf1wNXOp/8IEj30mc0u+H3HkS1P7Z2ZAHzm3wbhsXLaOkS/yhUynJU/x2UmbDoLx51y/x8PfESETXov6YT2NxavYVid87MX0iuXkF9CzskK+NLh/LvSJm+0mwLhsXLaOkS/yBWDqg/Fqzi3DvdZEyYTXor44Pq1NU5MrJJOFol6QLw3um5n0KoKiDeiXRAmMy8Zl6xj5Il8A6jAgX+0zUN4XIRMeyBdiXLbcsgjGZeMyyBeApgzK/W5hPCFCJjyQL53ul+XYXrvNHYzLxmWQLwBNGZSP9bmF8cBTtEx4IF863S93C2L1xPwAxmXjMsgXgLoOzJt9BszLImTCA/nSyT45kz5lK+uVfbnAuGxcBvkCUPfBebdgwEy+5BwXIRMeyJdO9Uey+fCbnBglT95aFyEwLhuXQb4A1H1wno3tccGg+cwtKiY8kC+d6YuZPvOBx8uDcdm4DPIFoDED9GKfQfq2CJnwQL50oi9uF8TniuiAcdm4DPIFoGmD9EqfJ2xdFCETHsiXVvfDxYLYXHWWgnHZuAzyBaCpA/V6ug9L3n5dJ0XIhAfypZV9cKpg8/kdZygYl43LIF8Amj5YnywodiWbE6+JkAkP5Eur4r8W21u3KwLGZZAvAG0esE8UFLuSR8svi5AJD+RLK2J/vOCW9S1nJhiXjcsgXwDaNmivF3wBSgbzRREy4YF8aXTcl2N7mXOb+mlnJRiXjcsgXwDaOnCvFAzeB4pdJjyQL42N+VpOkSv538eckYBxGeQLQNsH74XY7rmyy4QH8qUV8c7bk+txMtY7GwHjMsgXgC4N4tdynsr1PLZV0THhgXxpRKxPpQ8W6XU9thlnImBcBvkC0MWB/ETOvl1vDa4mPJAvtY/zdubHiqTgddYZCBiXQb4AdH0wn49tNzO4Jk9oPCM6JjyQL7WL70xstzKf90FsS84+wLgM8gWA3wy4pzMD+wNRMeGBfKldfFd7ruRKrsi96KwDjMsgXwDIH3TnYruRPq3L1QEmPJAv9Yzx9fShIsZpwLgM8gWAEoPvrCiY8EC+1DbGNpsHjMsgX4AJDg4LsR2P7Vxsl2LbybQL6ZOijlus05Bz+nq6j1lROzGCY+wOaJ6GiXyRLwDGZZAvwAQGg2Qz8/Ox3U1veasiecLffmxbsa2IJgAAAAATl16RdTctVo1K8uSos670AgAAAGDsQghrsT3seerTOBwoeAEAAAAwFknRKbZrsR2GyUmeKrUg+gAAAACMRLoP136YjlexresFAAAAAI4khLAU25MwXclVZKf1BgAAAABDCSEsxvY81EOyJ9iGXgEAAACgknRPrkehXt4kT3vUOwAAAACUFkK4XfFqqxdpYWw/bcmTE1+O4emMT2Ob00MAAAAADBRCuFii4JQUsy7EthbbbJ/XSq4MW0//7b0RPbXxpl4CAAAAoK908/k3fa7c2o1t+Yivf63PMcpa01sAAAAAFAohPCgoLCW3Ia6O8DjJRvf3j1Douq+3AAAAAMgVQjhRsKdWst/W4piOuX2EYteqXgMAAADgIyGExwVFroUxH/fCkIWuG3oNAAAAgC9IN5XPepXsqTWh4w9zZVfy/mb0HgAAAACfSzeZzzo54ffwcIhi1zG9BwAAAMB7ya2JsR1O+7bA5GmOOe9jkC09CAAAAMB7IYRLmeLR26ToNKX3cqtioeuWHgQAAADgvZxN6Len+F6OVSx0PdCDAAAAACSFpcXY3vUUjl7ENjfl93RQodD1VC8CAAAAkBSVzmUKR5s1eE9XKxS6XuhFAAAAALJPW3we20wN3tM5hS4AAAAAKgkhvKrD3lyZ97Ss0AUAAABAaSGEhZ6C0WGyX1dN3tdMhULXgZ4EAAAA6Li00HU93fz9Zs3e29uSha67ehIAAACA2kqf/ljGddECAAAAoLYqFLq2RAsAAACA2qpQ6DohWgAAAADUVgjhdYki15tk43rRAgAAAKC2Sl7NdV+kAAAAAKitEMKi/bkAAAAAaLwQwnqJItfb2OZFCwAAAIDaCiFcKFHouiVSAAAAANRaCOF6iULXukgBAAAAUGshhEcDilxPRQkAAACAWgshzMV2OKDQdVakAAAAAKi1EMKZAUWug9hmRAoAAACAWgsh3HE1FwAAAACNFkKYj+1tnyLXQ1dzAQAAAFB7IYRLfYpcSQFsRZQAAAAAqL0QwvM+ha5LIgQAAABA7YUQTvcpcj1xyyIAAAAAjZAWs/K8i21NhAAAAACovRDCmT5Xc22LEAAAAAC1F0KY7bM31323LAIAAADQCCGEnYIi18vYFkQIAAAAgNoLIazG9qZgX651EQIAAACgEUII+wVXc22KDgAAAACNEEK4WFDk2hEdAAAAABohhHAstrc5Ra5dm88DAAAA0AghhLnYnuUUuR4mT2AUIQAAAAAaIYSwl1PkOohtXnQAAAAAaIQQwpWCIteC6AAAAADQCCGEk7G9yxS5XsS2KDoAAAAANEIIYTW2NzlFrmXRAQAAAKARkmJWWtTqlRS9VkUHAAAAgEZINpjPecJiUuRaEx0AAAAAGiGEMBvbo0yR6zC2E6IDAAAAQCOEEGYKilynRAcAAACARkiLXPfDx86IDgAAAACNEULYyylyXRAZAAAAABojhLCTU+S6KDIAAAAANEZBkWtHZAAAAABojBDC5Zwi102RAQAAAKAxQgjnY3uXKXLtJpvSiw4AAAAAjZA8STGnyHVPkQsAAACAxii4kms/ttkavLdbsW3HNqenAAAAACgUQjgZ22GmyPUotvkavLdz6fs5VOgCAAAAoFAI4XhsbzJFroOaFLkWY3v9YZ8wvQUAAABArhDCsZ5C0gcvYluqyfvb63lfJ/QYAAAAAB8JIazG9jxT5HoZ23JN3t+lnvf11Ib4AAAAAHwkKWalRa1eye2Lx2ry/s5mNsa/otcAAAAA+IJk763YnmWKXId1uTUwvZKrt8j1tg77hQEAAABQI2mR60mmyJUUkk5N+X3NJO8htofhY3t6DgAAAIDPhRBmY9vPKSQlxaWdKbVbsT3I2RC/14beAwAAAOC9tMj1IDTPc5vQAwAAAPBeWuS6H5rpsh4EAAAA4L1kj6uGFrmSDekX9CAAAAAASZHrRmiu+3oQAAAAgC+lm7032Rm9CAAAANBxIYQrDS9yvbAJPQAAAEDHhRAuhea7oicBAAAAOiyEsJFu4t5kh7Et6U0AAACADgshbLbgaq4HehIAAADq4f8Dd/4gVnTVNl4AAAHNdEVYdE1hdGhNTAA8bWF0aCB4bWxucz0iaHR0cDovL3d3dy53My5vcmcvMTk5OC9NYXRoL01hdGhNTCI+PG1zdHlsZSBtYXRoc2l6ZT0iMjBweCI+PG1vIG1hdGhjb2xvcj0iI0ZGRkZGRiI+JiN4MjIwNzs8L21vPjxtZnJhYyBtYXRoY29sb3I9IiNGRkZGRkYiPjxtbj4xPC9tbj48bW4+MjwvbW4+PC9tZnJhYz48bXN1cD48bWZlbmNlZCBtYXRoY29sb3I9IiNGRkZGRkYiPjxtcm93Pjxtbz4mI3gyMjI1OzwvbW8+PG1pPnc8L21pPjxtbz4mI3gyMjI1OzwvbW8+PC9tcm93PjwvbWZlbmNlZD48bW4gbWF0aGNvbG9yPSIjRkZGRkZGIj4yPC9tbj48L21zdXA+PG1vIG1hdGhjb2xvcj0iI0ZGRkZGRiI+PTwvbW8+PG1vIG1hdGhjb2xvcj0iI0ZGRkZGRiI+JiN4MjIyNTs8L21vPjxtaSBtYXRoY29sb3I9IiNGRkZGRkYiPnc8L21pPjxtbyBtYXRoY29sb3I9IiNGRkZGRkYiPiYjeDIyMjU7PC9tbz48L21zdHlsZT48L21hdGg+VLabigAAAABJRU5ErkJggg==\&quot;,\&quot;slideId\&quot;:294,\&quot;accessibleText\&quot;:\&quot;nabla 1 half open parentheses parallel to w parallel to close parentheses squared equals parallel to w parallel to\&quot;,\&quot;imageHeight\&quot;:45.92},{\&quot;mathml\&quot;:\&quot;&lt;math style=\\\&quot;font-family:stix;font-size:22px;\\\&quot; xmlns=\\\&quot;http://www.w3.org/1998/Math/MathML\\\&quot;&gt;&lt;mi mathcolor=\\\&quot;#FFFFFF\\\&quot;&gt;m&lt;/mi&gt;&lt;mi mathcolor=\\\&quot;#FFFFFF\\\&quot;&gt;a&lt;/mi&gt;&lt;mi mathcolor=\\\&quot;#FFFFFF\\\&quot;&gt;r&lt;/mi&gt;&lt;mi mathcolor=\\\&quot;#FFFFFF\\\&quot;&gt;g&lt;/mi&gt;&lt;mi mathcolor=\\\&quot;#FFFFFF\\\&quot;&gt;i&lt;/mi&gt;&lt;mi mathcolor=\\\&quot;#FFFFFF\\\&quot;&gt;n&lt;/mi&gt;&lt;mo mathcolor=\\\&quot;#FFFFFF\\\&quot;&gt;&amp;#xA0;&lt;/mo&gt;&lt;mo mathcolor=\\\&quot;#FFFFFF\\\&quot;&gt;=&lt;/mo&gt;&lt;mo mathcolor=\\\&quot;#FFFFFF\\\&quot;&gt;&amp;#xA0;&lt;/mo&gt;&lt;mfrac mathcolor=\\\&quot;#FFFFFF\\\&quot;&gt;&lt;mn&gt;2&lt;/mn&gt;&lt;mrow&gt;&lt;mo&gt;&amp;#x2225;&lt;/mo&gt;&lt;mi&gt;w&lt;/mi&gt;&lt;mo&gt;&amp;#x2225;&lt;/mo&gt;&lt;/mrow&gt;&lt;/mfrac&gt;&lt;/math&gt;\&quot;,\&quot;base64Image\&quot;:\&quot;iVBORw0KGgoAAAANSUhEUgAABAMAAAFTCAYAAABMCMV+AAAACXBIWXMAAA7EAAAOxAGVKw4bAAAABGJhU0UAAADCtU4xAgAAMK9JREFUeNrt3S1QHEvbMOAjEAgEAoFAICIQCAQiAoGIiEAgEIgIRAQiIiIiAkFVBCIiAhGBQEQgEBGIiAgEAhGBiIiIQCAiEAgEArHfTJ3O8+2Zd3+6d2dmZ5frqup63veE3entnoa97+mff/4BAAAYkVarNZOV1ay8zsp+Vg6ycpSV47byIStvsrKWlcWsTGk5AAAAGJ/gfy4r21n5kpVfWXlspbsJr3+Vv59WBQAAgGYmATazcpKV+1a5HsJMgmWtDAAAAM1IArzMykWrHmdZWdHqAAAAMJokwHxWPg+4DGAY+fU+ZWVaLwAAAEB9iYDnWbltjVa+H8GS3gAAAIDqEwFbYR1/E+T7E6zrFQAAAKguEfBqBMsCYjYY3NA7AAAAUH4iYKuCkwLK3EfguV4CAACA8hIBK1m5azXbn3xTQ70FAAAAwycC5kOgnbKO/zwrx1k5yMp+WznKymnY/K+K5QZXWZnRawAAADBcMuAkIgj/HQL/1YT3nc3X+ofjCf+UmBDY12sAAAAweCLgRZ/A+0dWNrMyNeR1prOynZXrkjYUXNB7AAAAkB6gT4Xp/N027NsfNgnQ5ZrvSji68FAPAgAAQHpg/rZHImCj4ms/H3LpQL5vwaxeBAAAgPhgPJ+2f9tlCv5WTXVYzMrNEAmB93oSAAAA4gPxd10C7N2a67EUnvIP4oeeBAAAgPggvNNeAacjqsvaEMcQzulNAAAA6B98b3QIqvP1+/MjrNPhgMmAXT0KAAAA/QPvbx2C6q0R12l+wBMGPutRAAAA6B10z3SYkn9R9hGCA9btaIBkwDe9CgAAAL0D7s0OAfVqQ+q2MkAy4FqvAgAAQO+A+6wQTJ81rH6pRw0+6FUAAADoHWwXj/Fbb1j9jlOnBuhVAAAA6B5oPy/E0ScNrOOOZAAAAACUF2jvNnGvgEIdlyQDAAAAoLxA+0v7CQINreN0Yi7gj54FAACA7oF2vh7/IQTROw2u50NCMuCnngUAAIDegfZUVl7mT+AbXMfrhGTAmV4FAACAMZeYDDjQYgAAAPC0kgGvtBgAAAA8rWTAghYDAACA8U8G3EcmAn5rLQAAABj/RMBswqyAT1oMAAAAxj8ZsJKQDFjXYgAAADD+yYCNyETATX5MohYDAACA8U8G7EYmA/a1FgAAAExGMuAoMhnwTGsBAADAZCQDfkYkAs60FAAAAExGIiA/SeAxIhmwprUAAABgMpIBmxGJgHMtBQAAAJOTDDgxKwAAAACeTiJgJiv39goAAACAp5MMeNUnEfDoBAEAAACYrGTAtz7JgH2tBAAAAJOTCFjsc4pAftzgtJYCAACAyUkGfOwzK+CFVgIAAIDJSQTM99k48FArAQAAwGQlAw57JAIuLQ8AAACAyUoErPbYK+AhK8taCQAAACYrGXDRY1bAphYCAACAyUoEbPdIBHzUQgAAADBZiYB808DbLomA7/YJAAAAgMlLBpx0SQRcZWVWCwEAAMBkJQK6LQ+4zsqCFgIAAIDJSgQshVMCiu7zf9NCAAAAMFmJgOmwDKAoP1rwpRYCAACAyUsGHHdJBLzSOgAAADB5iYBXIfAveq11AAAAYPISAWtd9gn4oHUAAABg8hIB81n50yERcJSVKS0EAAAAk5UImM3Kjw6JgGOJAAAAAJi8REB+csBlh0TAF4kAAAAAmMxEwFmHRMD3/N+0EAAAAExeMuBrh0TApUQAAAAATGYi4KhDIuAi3z9A6wAAAMDkJQIOOyQCfmVlTusAAADA5CUC9jokAq6z8kzrAAAAwOQlAnaz8lhIBNxJBAAAAMBkJgJ2OiQCbrOypHUAAADgaSQCHrKyrnUAAABg8hIBW10SARtaBwAAACYvEfAiBP5Fm1oHAAAAJi8RsBI2Byx637B6zodlDNN6DQAAAAYPsJfC5oCNTgSEuh6Guv3UcwAAADBYcL2YlesOiYAPDazrRtt+Bu/1HgAAAKQH17NZ+dUhEfCpoXX901bHZ3oQAAAA0oLrmaz86JAI+JqVqQbW97itjud6EAAAANITAd87JAK+NTQR8K5Qzy29CAAAAPGBdT7d/rJDIiBPDsw0sL4v2/YJaIX9Dab0JAAAAMQF1lNZueiQCLjKkwQNrO9uIRGQ29eTAAAAEJ8I+NohEZBvILjQsLpudEla5Jb0JgAAAMQF2Mddguv3WdkZcclnAByEPQtuWt3ZOBAAAAAiEwGHrcmwqTcBAACgfyJgb0ISATYOBAAAgIhEQKcN+MbVvh4FAACA3omAnQlKBNg4EAAAAJ5YIsDGgQAAANAjEbA1YYkAGwcCAABAj0TAi6w8TFgiwMaBAAAA0CURsJKVu9bk+ah3AQAAoHMy4LY1mWwcCAAAAF2SAZPom54FAAAAAAAAAAAAAAAAAAAAAAAAAAAAAAAAAAAAAAAAAAAAAAAAAAAAAAAAAACA/2q1WtNZeZWVw6wcZ+VjVla1DAAAAExmImArK79bnZ1kZU4rAQAAwOQkAnay8tjq7VpCAAAAACYjETCflbtWnLOsTGk1AAAAGO9kwEErzUutBgAAAOOdDLhOTAZcajUAAAAY30TAbMReAUX5z09rPQAAABjPZMBiazCLWg8AAADGMxkwLxkAAAAATy8hcJuYCHhwogAAAACMdzLgJDEZcKrVAAAAYLyTAeuJyYBlrQYAAADjnxD4HJkIeKu1AAAAYDKSAVNZ+dJnn4BdLQUAAACTlxR4npXjrFxl5Tr87wenBwAAAAAAAAAAAAAAAAAAAAAAAAAAAAAAAAAAAAAAAAAAAAAAAAAAAAAAAAAAAAAAAAAAAAAAAAAAAABQslarNZuV51lZLvl9F7OymZWdUF5mZa7GzzWdlWdZWc/Kq7Y6LExIv011+Hyvwv+ft/3UEO+bv34tK9t19llE3WayspqVpRLabjl8vp3wWacb2L8L4fO2j6O//fwib4em1bukzz4fxup0Q+qTj4eN/P6r4F7ebuvXF2VeAwAAOn0B3cvKaVZ+Z+Wx9a+9Et4/D7COs/Kn1Vl+rcusbFX4GfNg+HNW7lrdXeQJkDHsv5Ws7If6P7Z6uwk/u9jj/XZDW33Lyq/wmuL7Ho3wPn2dlcNQv59ZeRjmXg1B3ccu98ZtVt4OmkQp4TPPhiD/MPTvfStO/nM/snIQkgZTY3Q/T4dE5E64D78XfncsjqA+y6EfDkJ92u+VhRL6OL/Hztvu5dp/RwIAMPmB/9+nWe+zclIIpjpZGeJaz0PA9tiK97nMwCXU4aKVZm8M+nE5BLA3rcHkweKbLoFJjO2agv48cfEl4j7NrQ4Q5B1E3p/HNSc9NkPQ+dgqx20YW4sNu4+XwtP+v4nIn30+82XF9ZkPM0LehvvuR5/77mKIay2EPrlP7MvvZgoAABDzxfb1AE8V258iTw1w3ZlwzUEdlPDZZ8MX7UGDqVcNTgKcRnyu2xDInIRZGV/DjI+iPFkz2/b+G5GJhOkSPst0CPrzJ67vEoL+bp93KuHa6wMkUnYr7tvZkKS7i6zPz3AvHIf/vYoY4/l9c5T/bqgpqbEYEnJbefIpK58S6trJfsm/HzdCwuk0zIJJ/X3xdoDrToVkw/0QvyPPxmm2BwAA1X7xXg3Taj+GAO+2hKeJxwPU43mXoDPF4zBPMEOgN2wd7usImBI+02II6PsFxAe9ZnOEZMJR4XWnfwOLEBj1c17C5/nZKu+pd1KdwjKIQRION1UEYG3BYUwS4Cr87EKPBMuriERHfn+/rvB+XW9VY32IwH873N/feixZSrWcWI+F8GS/DHv+8gEA8E9FX7xfJdZhZ8Agq5NPA7bDuxKDzIOG9O37Pk8Rb8IMkNmE99ws9NXr8N9jllS8aeD9uh953b1RBKM96rMWZnD08yc8XZ+KfN88eXQd8b4XIUDuVdYH+FxVJAPuBp2REpnkSvVjgNkof0q8/s0kbhQJAEAzkgFzCdc/KPnal4mffzpMiS/TzxH36WLYVKzn7I2UJEDh/d+2vc+vMK075un0cgmf7WNIcmyHIGk9JCjehSe3qdZqSAQMNC28S12mQhvEJK6+DnJ6Q5gt9FhXoqVw7dm2fv17qsXb8JnPB6zX8RDtXUUyYD/h+jslz4QZaJ8MAACeToJgKayJHSS4+pFwnaM+TzTPB1iffZuYCDjrU4eLAZZOPIxwF/ntPvW9L2MTvzDt/H+Bbtlr84eo10ZC8NR3D4OSEgGlrFkPU9YvY2enDNPeYR+GkX/mDvVaTtgb4a+dEq5b3MfgMHIGxUAJqHDN913u5ccwu+A0JDIHWdq06y8dAAD9vpC+q2ja9ZcuX3LzjcJW2tai509CP6RUIPL6s10Cq8fwRX+lEAicJrbDQs39FPPEOA9elkq63utCoN/P5xrb4mtkH531eZ+dEp/Evh/yMy0UEjBVb6S52cRkQKjb58R6LFY45t5XMUW/S4LtISSnFjr8/Mcm9M0E/d3bCr8vlcHLc3cSAIz/l6KpxCfjMdOuO80IyAPzZz1e8yv2qXzE9We6rLe+7LaJXkge3I06AOlSt34zHP4GIYslXnOlyn0khqxb7NTutz3e42WHxMpdSFYNcqzb1hCfZz7hKfSXMmZgtOKPihxFMiBl6v51Dffbz4T6HEa8X6elAWe9xm/4Pf1bMqC0Pi0zEfhUrbuTAGAyvhjFbl511y8Q6fJUbz9iunbs7IDfEcmNTssfPkTU4Tzhi9BMTX0TM3X8uleiZcDrzjTh6eyQweJyl9cvdkj8/GePhfDk8LHqzx/u14vIa1yVuTFcQsKj25PBtxX1b8rxo8c13G/HCfXZ7PNe2x3uq72YBE/i7IB3/rJJBkgGAABlBn2nfd7rfYc125uR9YjdaPBrn/c5GqIOsU8Ab2rqm5id329a1U2TLn0fiZLqFRMU/eny2ukOs0Y6rr9PWFf/tYbA97GMDRoL1/41TFKlwv5NScq9rKE+sffBba8kYdg08aHQpzsVJMGGmqkiGYBkAAA8nS9Fq2Vs1NX6d2fwx0HXryesA9/v8R57HQLl1YQ6xB5/eNaQRMBD7GZlFScDPtZ8z8YEZ+ddXnsSO607+7e5iKUjd4Pu05A4++BjBe0YG3S/q7l/Y5ctPbRqOEIvYebGSY/3WC58rvvUREbizACnCUgGSAYAAH2/FL1J+OO/0OU91gqBdPK09YT1sFtdXl/cZf4m5YlmXt+EdjiouE9iz4LfrrAOKTNGtmq+Z2NmcOx1eF1xs8zziKUjvQL2PBHwYsDPMJuwT8Bda8BjIktKBnyrsW9T9qo4r6E+UwnLKXZ6JJWuC0mMjQHq8jWhbeb+QTJAMgAA6POlKHbn7p9dXj9f2HPgdoBEQErgOd8lkL8vBE/LiXVISYqsVtgfM5HB7mkNCYnGBR6hfR5S+ygEme2v+9OKPBEiD/jD0+G/99jvMGV7YYjPcZDQvh8qasvYZMB1jf2bcrrJfg312Yisy323JQId2vnVgHW5alp/SQZIBgAA4/2lKHYK7GnE6+8GCZRDsBXjd4fXThXWPucB3/MB6hB7tOBDq4Td3LvUIV/P/j2mHap4UtwheI7xveb7NeZe+c9Gl6FdfxXWaq+PcMzNtOJPrnhoVXSMZcKeAa0a2+Z7k4KR1r+nSww8Dlr/d2PUdwPWYyphScnxP0gGSAYAABFfimK/YO72+aL7OMSU6dizvI86vPawpKduseuUv1bYF0eRdVir4b6IPYd+r+b7dT81cdXhNfsjHnO7CV+4q7zfbpqUDEhMktxUlZQbMGHyrsNrt/r9/kqox3LCPbPrL5tkgGQAANDvC1HK5oELhdcWz2l/PUQ9YtfC7hRe97rw728HvH7KF+13FfVF7DKFw5rujfdN/ELY6nxsZNdgKJ8lUrhPf9Wx6Vyfz/Bj1PsxhHXsjw1LBrxIaJc6jhScjWyj/GcWC69dKCyfuhzmvmv9u0FrrOV/iEk8LSpDlWl3EgCM9xei2CeUvzt8Sb4pY01zmP56l5qQCF+278sIDhL3C1isoB9WIjcp+13XF7BW3NnqD3V+IQwB7ENsH3VZHrAy4jG3mBKEd9ojo8R7rtWwZMBhQpV2aqhP7NPjHx1eW1w+tTBkXWJPErBfAIz+uxUAJBnVH6zjyPp9KryufV3v+ZBPvGKDkmJC4qzt3/Iv3jND1OEkdmpyBX0w24o/SWGzxnsjZrOyrzXfrzGbud23/XxxecDHBnxJ3E74vXBRYT1SEmB/amqblBkTizXU50tkXQ76BO4vS6hL7N4u9gsAyQAAJAOi/mBdR9bvZZfZBPnr54asQ2xQ8qnLa26GDQxa8Wunjyvog9jTHM5rvC9ij1N708Dk1fe2JEv7jJPfwySMSvwMKWfFf6iwHqcJ9fhRQ7ukLFu4rqmvYvcRWWp7zWrhc+yXUI/YEzRyr/4BJAMAkAzo88dqPrJu/5sK3vrvEX4P7V+Ca3gq/7JLHdaHvP6zhH7aruBJd2wAtFrjvRG7l8RyzfdszJGL78LPFjdj3GzIl8SU3fJfV1iP24R6nNTQLlsJ9fncoDHwu+0104XE4nmrhE0O899xCW0z9w8gGQCAZECfP1axu8V/b3ta3B6M7ZVUj5gp8v87Kq713zO7d0u4/uuEflossf2nW/HLA05qvjdiznr/06phN/e2OsWutc83g1wq/OxZg74k/ky4355XVIeVxN9Pr2pol88J9VmvoT57kXU5anvNUWF8zJdUl/3IuvwUhoFkAACSATF/rA4i6/a2Q4D4raQnXs8iA7zTDl+Kz0qqQ+y64J8lt3/KdPH1mu+Ns4g6ndVcp5jN3G5C0qr9dIp8FslSg74kXif0e1WbB6bce491PG1OaJdaNq0sJB17eRF+vni6ynaJdbmKrMvHfwDJAAAkA0p6Iv/3Sety6/9Pzc+feC2UVIfYp/Jb4Wnv33Wzt2XUofXvWtz7yDoclNj2SwnXrTvozmcsxJzu8K7mesUkbY6zslb4b+8b9iXxetS/FBLGfu5rDW2ScrTneQ31mYlMUt6G5NNc67/HCB6XWJfY4w3/l5gAAIBeXzDnIr9cXoefv6jiKXUrbr+A+xCgtj+pe1XS9VPONX9R4uf+lnDd5zXfG7Frt1drrlfMGvdXhXsqD7xnGjb2YpcJ3FR0/fXEROV6DW2ym1Cf/QaNgdMOv8euy5xJ0Yo/3tCRggAARH3BjD3e7KjwZfS05HrE7OJ/VlUdsvf6kDBVenYEwdhFq8Z1+QkJmrtWvfsFxG7m9qLwFHWngWPv+yiDu1b8EXW1PIUPdTprWHLiU2RdNkN5rCp5l73fYezvan/ZAACI+YJ5HPkFc7dtyvhtyU+8YjeE+9BWh/x/F0usQ+y64G8juGap644j6xa7RKDupQvvIxMU7XtK/K5jbfkAn+XjqJIBrf977F2/BNhqDe0x1Yo/2eCmjiRUdo1fkXsXzBWWXHyuoC6xSzocKQgAQNQXzD+RwcBZVV82I6e/PlRVhxD4xp7d/b6ka6bMCrgZwayA2Bkjb2quV8yyiu+FmSbbDR17sW18W8G1UxJR+zW1x8uEOh3XUJ/FyLp8L8wg+FXW7KG2uqQce+pIQQAA+n7BjN2s66HwxXeq5HrETEe/bXuSWeqU+cTAfLnGoLbWYGzA+i3XWKfYzdxuCoHZVEPH30LC0/mZEq+7kbI8oK69FlrxR/jVsuwjT3RF1uWw0I8vRliXK3/ZAACI+YL5rpUm/8K7VEE9/iTWY7Xk68ee3X3fqvcYxb8WGxqk/ql5v4CNAZJXuw0fg18jP9NSSdebTjjFIE+qzNfYFudNGhORScpWoT3PKqrLaWRdHCkIAEDUF8yzxCD8sII6PE+sw1EFdYgNQr6UdL2DhM97NYL7InbTtJOG1mskyYqKExy7JV0vNqi8qyLx1ydJEZsgu66pPveJ99t9WUetdqhL7DKml/6yAQDQ7wvmVOKX3Ycq1qJm7/k2cWbCcsnXT/mivVNSu98kfOa3Nd8Xs5EbB9a+Q3/CE+2RtF3FAfqPEq7zuomJgFC3zYR+PaihPqnHLla2nCdhL4WHJm6UCQBA8wKQ1cQvugcV1eP7iGcFvKhzanLiJmmtKp409qnfbhPrlriB2t89JmbHZCzOR+4UvzbENbYik14/604EhPp9TOjb9Rrq8yHxfruu6n5L2Evh7B8AAIj4gnmQOP21ilkBs4lr51crqEPsl/7fJV3vOOHzXtR8T0wlHF/2u+a6vWnCU9oKP99yxLF6V4M8+Q2JgJhxdjaqnegTZn3U8vQ7n4mReL9tVViXy0m85wEAGF3w8Svhi+7niuqQ8lT+pKI6fK9rVkJYknCX8Jnf1XxPvE6o23HNdUvZ3+Kh7hkVJX3GtYjNNM9in0CH0xcOIxIB92G5ztSIPvdcQt9+r6E+84lJyquq2i7hBI3cir9sA7XxSthEVhm8LLqTAGB8vvykPpFfqageKVNx1yu4/lRCcP6qhOulrkNerfGemE7cy2C35rqlJFG+jvHYnI841vF3r43iQgD5OnKWR7555rMRf+ZXDdsvYLtBswJilxVdN32zzAaPuZ0Ww1p3JwHA+Hz5Sfmye15hPa4i6/Crouun7JuwUML19hOud1vzsX2px0wu1li31CTKiwkYoy8jxkce7H9pezr3OSQSYvcG2GrIZ/3SpL5NXMpzV+U4DX06stlbkgFIBgDA5H35OUn4I79VUR1iz7LPvamoDrHB+c+Srnee0O6nNd4PzxJOVGiFGQR1JipSZpBM1BPSsJTmrKQv7A9hWcxGk9ooYZ+KWhJkiTNkPlRcl9i9C3b8ZZMMkAwAAPp98UmZGp+vX56pqB7bCQHMfEV1iA3OP5VwrenEgHuvocmhWhMViQFR7uOEjdXXHWYI/An37nXkGP4aTomYb+BnXE7o27OG1adVZZvms28SEqYL/yAZIBkAAPT54pOyad/nCusRe5TYt4quP5MQnK+WcL3Uo/Fe1nQ/vEzcPyL3tsb7NXUzt2cTMk7XOzwxz5N4b9qfjock0/NwYsBOKC/DpmhzY/A53yf07fsa6vOuKUmxVvwJGpf+skkGSAYAADFffFKOFFyrsB4/69q4r8v1N+pcEzzAuvelGu6F2ULA+aOu5EhCHVP2t/g5AeMzT1IddUiA5P//8wn8ffS9SYmeiM0b221UXJfjpiRJJAOQDACAyfjiExuE/2pVd1xW7H4B+ZFnsxXVIXZmwmlJ10v9wjlbw73wqbCh3EFdyZGEOqZsLvdmzMfmsx7r599O4O+iqYTZOdc1JWJi6/On4o0Dp8IeCTEcKSgZIBkAAEQFG7FTrj9UWI/YL19nFdbhW50BZr4HQMIXq8ca7oXNtnsh/9+1yD0Uzmu+Z1M2c3s2xmPzRUh+jTwBU+NnTpktc1JTH8Q6qrguK5H1uG85UlAyQDIAAIj40vO2CdPUE572VnWSQcq59cslXfMwoe2vK74P5gtB9n7CU9H3Nd6vKZu5/Rjjcbnap+2/Tejvo5RTIrZrqM/HpgQ/CfsFnP7DsG29FpZkKIOXJXcSADT/S0/s0/CfFdZhOkyx7eehqg3QEp5IRk8FDjt/X3RLHrTSzi6/rrD9Zwp7A1yGKcmxbbKRcK25Ieuaspnb2zEdk3Ot/kfrfXniv4+Sls2EJ73TA9QndglV5UccJrTNTsJ7vgpLgcwkAAB4YomA2YQlAnsV1iN2477vFdYh9onkceT7TbUF2A+dNl5sUDLgtBDULCa2yVzkdZ6HKcy7Q9T1MnZZRWtMj1aLfBp93aroiM8Rf/bYNfG/Et7z7+kE54kJhMWE8XlYcbukHEMaOx6ftc2GmsjkEgAA3b8MpqyLXK6wHh9H/aQ3PMGP8Try/Y4LG/HNDJkMeKjocxePcdtMbJPfkddZaQv07gaZIdBKO4rx+5iOyZQN675MUkIgcQnIx8j3fNGW8LxMmR2Qj/WE+rysuG2eR9YjdjzOhg1hK0/2AgDQzC/fp5FfMK8qrkfsVNyFiq6fMkNiKeL99gpLG1a6/FzKkY6tVslLJEKw89hp7X/Cru7HEddZLDzxXRuivpO+RGA78Z740arwuM+aP/ubhM+9HvF+C4XlR+uJ9Yndx+ShhiUCsctjPkW813Rhhs2ZZQIAAE8rETCdMCW3yiUCz8p84jVgHWLXxv+MeK+tQoD9uoQv+Mlr8yMDr/Z6fm0PCPInnWWsTw6JgOu2nx9micDXhLYa1yUCnwbcufsyJBKmxvh3Uuxn77s+PySzLgdNDiUe41fHqQbnkXXZTBxH13UcWQoAQLO+eK8lBBprFdYj9mngQYV1eF/GU7cwFf6hMI17qsfPbyYGfB9L+rxvC4mAq2JAkNAmzxMSAQdD1Hkq4bSHcT5F4Lg1nNsw42e7qs02GxDwnkS8V3vAe5GaJAmnOcTaqrhdUu79uYTfdfnvgBf+GgIAPL1kwH4TdslOCH5eVliHs2H3CwiB7+9CgD3T57qLiYHer2H7osP+DDd/NwzsEUwl7+gedsRvX5P8bZi6J54/vzfG4/Jtq1x5HxyFTTpnG/7ZY5/Ev0q4x+8HOeIs4fdj5bNQQpIxxk2f9ynOWnrjLyEAwNNMBlxFfsE8qrAOsVNxH6oMZBKCkG5HBC4U9j24iQ0QEvZLSNrAsMN15jsE+Hc99jO4iTlmsce1LgtT2KeH7KOU8+dXx3hcziXcj6nuw6yBrWH7o6LPHetZj/fZS0kc9Hif2A1FL2tom9i9Ms56vMda6P/Kf68DANDsgGO+Cbtkh52+R32k4EJCW0xFJAIee02d7/D6TwMEdMuJn3G9Q3B/1y1oDhsqDhQI5U9hC0sDrsuYrt52TGPfBMW4b4bW4QluFfL+/9xpVsiIPvPSMOMwvMe71M30etz/se3/toa2iU2Efeny+tVCIqDvrCUAACY3GbA76rPtEwPhNxXWIWX6+ULhtS8LT3EfB9ixfHGAwO8uPC3st4la/jTwe5fXr5YQmOUBxnwhiP1TWGLyrIQ+mktoo88TMkZf15AQaN888vmIP2/KOCzubzHdYbnR+aBJocS9PJZqaJvYpVTXxc8cjo99KMxamvdXEADg6SYDYtfIH1Vcj5vIeixWWIedhC/+p2E2w3Zow8fUnby71OHrgEHcdVgfvRvqtR4+z2GP5QfX/QKYxMAsD/hPOjy5vy9run5IMpR25NwYjdONyOMdy/JlVPsKJN5zh2GJ0VRIyF112Adjboi6HI76hJNCfY4S2uYk/C7Y6pAIvC8jOQcAwPgGGLOFKaNDHVM1RD1id+u+r7g9XpUQRD0Mc+xfPu2/pqfAVzGJlcTArNuMgfUS++g44brTEzJOdwqzLOryp8wjLBM+70piPW+77LB/N2zAW1jmMvDpIiW2zftR/44CAGAygozthMCqyk37YndN/1pxe6wO+SX7powp1glHLA7qOHbadP55hlyLvl5yH9004V6paXwudJi5cxvGy3p4an1dQ1LgoM69F8JU/2ETYnfDjsU8kZBwvY2a2mZzyHZ5rHLvFwAAxifY+BIbPFZcj9ip8W8qrscwQciPMpcwhCm+Vewgv5VYj4UhgrHVkvtnOeH6r8Z8bL7pMGvnpNMa75Cw2Q/34OOoE0glff6LIZNyqyX1QeyT9tma2mWmyyyI2ESAGQEAACQdo7dT8Zfb2LXQdWzQ9X2AL9ilPzkNa6A/lxjMnQ6arBjgyMMfVaxHTphB8n82eByjMbkUNrwr3mO7ka+fC0HstwoSAx9qbIdBl+xclZWUS0hSntR8j7wboF1+t7ocHQoAwNNLBKw34alXwoZw1zW1y3JkkuQxBNhLFddnM3yRH2Z3+LWaArOHcPTZTEVt8W3QYw7HZEzudHjqezfo09xwL38ocb+Bx2HvpcT6nyXU7T581qmSrj2d8AR+ZwT3yklCn30c1WaQAAAwbkHZcng6+9jhi/VlmJK9WGN9psPT3thp4L9CALBYYh3e9UiS/Anr1xfcPQO17UyXjRHz9l4u4f2nwmkEZcwWuK5ruUBol099gvIne++F3wnd9oz4GZIjTgwAAIABvmznpy2shVkUy03YnT5MA38Rzp7fD+VdeKq8XmUdQ1C5Fjae3AmzFkw9Hq5NFzosC/gbdFex1GI5LD8Z5pjCNzW30UyYQfQu3O974R4U6P7zv40O19t+T5kFAAAA0PBEwO8uiYDFiq89H2aPDJIU+FPnZoIAAAAwKYmAxS7LLh7LPoWhTz2eheUnqZ7rRQAAAIgPwKd7BOAfRlSnT4nJgH09CQAAAPGB93GP6fczI6xXytGNx3oSAAAA4gLuXkdpvm9A/T5EJgPO9CYAAADEBdu91ucvNaSOFxHJgHO9CQAAAP2D7JUewfV1g+q5HpEM+K5HAQAAoH+Q/WZcgutwvGEvX/QoAAAA9A+wT8YluO5T15GdegAAAADjlgy4GJfd+fOjA/skA7b1KAAAAPQPsH/3CK5PxiwZsKBHAQAAoH+A3Wsd/kXD6nrYo65XehMAAADiAuxeMwP+NKyulz3q+lZvAgAAQFyA/a3P1PvlhtRzJisPXep4m5VpvQkAAABxQfaHPsmA3YbU83WPOu7pSQAAAIgPsl/0SQb8yMrUiOs4nS9ZaGr9AAAAYNySAVN9NhHMbY24jp+71OuxKcsYAAAAYNwSAm/7JANusjI3orrt9qjXa70HAAAAgwXc+TT8n30SAud1T8cPiYDHJu9lAAAAAOOcEFjOyn2fhMBFHTME8mv0WBqQnyiwqccAAACgnCD8RY/j+/7K9xfYqOj6U+HUgG57GPzOynM9BQAAAOUG5KsRGwr+XTawXdI1F7LyJgT7neQzFvbz5Qx6CAAAAKpJCMxk5bAVJ99c8Gt4op8nEmYj3n8+zEJ4H1772CMJkC8XeKZXACjpb9xKSDD3KjslXq/ftfb1Csaj8QjQtF/QSyFYT3WblV9h9sDfchlmHDxEvP53SBTM6gUASv7bthMz+63E6/WlVzAejUeApv6iXgjB+XmPp/jD+hEysut1n1oAgOBD8AHGo/EI0D8xsB2SA6chiH9InDWQP/n/lpWDEPzPaVkABB9gPBqPAOP3yzw/DnAx3+0/BPjtZSn8m2n/AAg+BB9gPAIAAIIPMB6NRwAAQPABxqPxCAAACD7AeDQeAQAAwQcYj8YjAAAg+ADj0XgEAAAEH2A8Go8AACD4EHyA8Wg8AgCA4EPwAcaj8QgAAIIPwQcYjwAAgOBD8AHGIwAAIPgQfIDxCAAACD4EH2A8AgAAgg/BBxiPAACA4EPwgfFoPAIAAIIPMB6NRwAAQPABxqPxCAAACD7AeDQeAQAAwQcYj8YjAAAg+ADj0XgEAAAEH2A8Go8AACD4EHyA8Wg8AgCA4EPwAcYjAAAg+BB8gPEIAAAIPgQfYDwCAACCD8EHGI8AAIDgQ/ABxiMAACD4EHyA8QgAAAg+wHg0HgEAAMEHGI/GIwAAIPjQd63Ws6xsZuVVVmYbUp+lGq4znZW18Lm3s7JoPBqPAACA4GNS+2ohKxtZ+ZiVq0KzHY+4bqtZeQh1WaroGlNZ+ZCVu073aN42xqPxCAAACD7GuV/msvIyK2+z8iUrv7Ly2KPZ7vNgeUR1zZ/U/2iry3pF1zmLuH3eGo/GIwAAIPhoevv/ner/Liufs3KRldvWYF6M6DPsF+qxXcE1NhLaYcN4NB4BAADBR5Pb/7pVng8jSmbcF+rxpoLrfE5oh+tRzZIwHgEAAMGH4COmPfL1/8eFcjZgkuDrCOr/vY6kRPaeR4lt8cp4NB4BAADBxzj2zWrYKyDW75rr97pLPY5HdJ+2OzIejUcAAEDwMa79s9hhGn4v8zXVaz4rN13qcFbB9WYT2+G78Wg8AgAAgo9x7qNPCUHwek11+tKjDpcVXfNdQjucG4/GIwAAIPgY5z5aSQiC39VQn5d9jjm8rvDaXyPb4dR4NB4BAADBx7j3U+zeAZ8rrsdMRF0eK7z+dFa+jbodjEcAAEAyQPBRRz8dRiYDriqux8fIesxWnBA4c5qA8QgAAAg+9NO/brMyVVEd1vosD2j3rOL2yGco/Oxx/QXj0XgEAAAEH+PeTyn7BixUcP2pfGPAJm1kmF1juUty4tp4NB4BAADBx6T01UNkIP68gmu/aaXZrqlNfnS49oHxaDwCAACCj0npq6vIQPxtydd9lpCI+OtNTW1y3uHaK8aj8QgAAAg+JqWvjiMD8YOSr3va9t6xpxp8GFGC5MJ4NB4BAADBxyT11V5kIH5W4jW3248MzMpS5CaCRzW0x3SHumwZj8YjAAAg+JikvtqITAb8KOl6c1n50/a+n8J/v46ow5ca2mOtcM28rtPGo/EIAAAIPiapr5YjkwE3JV2vfVnCXVZmw3+/qvOe6VG/vVHsU2A8AgAAkgGCjzr7aiZhA7/ZIa+1Xni/3bZ/+xZx/V8Vt8V0YdbC2M8KMB4BAADBB93a7zYyGbA0ZKDdvlFgfnzfVNu/f464/m3F7bBduN6e8Wg8AgAAgo9J7a/LyGTAiyGusV94r9U+/97NVEVtMJWVn23XuZ6EWQHGIwAAIPigW/sdRQbirwd8/+XCDv3HHX7mTWQdFitqg93CdXaMR+MRAAAQfExyf8UeL/hhgPeeCksC/rrPykKHn9uOrMNqBZ9/trBXwHlVMxCMR+MRAAAkAwQfTemv15GB+FEJ7/2uy889j6zDywo+/8eqEw7Go/EIAACSAYKPpvVX7FP5s8T3XQgzAf53GkB+ekGXn12MrMNOyZ89X8Lw0Pb+X4xH4xEAABB8PIX+WosMxC8T37d4XOBWj5+NPeJwr+TPflk4SnDOeDQeAQAAwcdT6K+FyED8JuE9i7MNvvZbh194Qt/NpxI/d3HTwg3j0XgEAAAEH0+lv6YikwGtyPfLn/LftL0sD/KXIl73K6IKX0r6zPmyhLtJXh5gPAIAAIIP+rXhn8h8wFzEe30uvGY/sg7nddw32XtMF044uJ3E5QHGIwAAIPigXxv+jkwGLPd5n/xUgMe2n7/Oj+6LrMNJxPV/lfBZPxXe87XxaDwCAACCj6fYZ98jkwEverxHvtzgqvDz2wl1+Bhx/T9Dfs4XhWTFF+PReAQAAAQfT7XPvgx7tF/+hL3Yx/02DSy8fi+yDlMDfsa5wnKI/P+eNx6NRwAAQPDxVPvsY2Qg/rrL6+fD2vu/HvstKejwHq8i67A44GcsHnW4aTwajwAAgODjKfdZ7FP5/S6vL27+93GAOqxH1uH5AO/9tvAen41H4xEAABB8PPU+ex0ZiB90eO1W4WfyYwVnBqjDSmQdtgZ434f2TQgHqZ/xaDwCAACCj0nrs9gp+l8Kr5vrcCzhxoB1WBhmqUKX95wpnJSQL19YNR6NRwAAQPChz+Kn6J8XXlfcePDHEHWYLuz0381ewnuexixzMB6NRwAAQPAhGdDdRdtrnncI3leGrMdNRB0OB7wPvw16EoHxaDwCAACCj0nss6XIZMB1+PmprPws/NvXEurxM6IOXyPeJ98n4L5wjOCC8Wg8AgAAgg/+fxsuJiYDDgv//b6MYDsP9Ie9d7J/n83rWXjNS+PReAQAAAQf/LcNYzfvewhP3R8HXcffpx5HEXX41ec9vldRN+PReAQAAAQfk9ZnU614V4X//zZ/Gl9SPQ4irn+X8PrTp7hPgPEIAAAIPgQfpbVjF29KrMP7yGvOdHjty2LSIF/+oF+NRwAAQPBB93a8HyAR8LPMJ+/Ze21FXnep8LpnYYbCX/kyhud61XgEAAAEH/Rux+sBkgGbJdch9ojD9bbX5EscLgv//laPGo8AAIDgg/7t+HuUswJCHWKPONxoe03xZINDvWk8AgAAgg/BR1w7XiQmAzYqqEPsRoa74eeLGwb+yMq03jQeAQAAwYfgI64dzxMSAecV1uMh4vof8j0BCkcc3hX3EsB4BAAABB/0bsfThGTAaoX1iNm74MKGgcYjAAAg+BB8DN+Ox5GJgJOK63E1wEaG+3rQeAQAAAQfgo/qkgErFdfjNDERcFr2RobGo/EIAAAIPp5Kv32KaMovNdTjKCERcGXDQOMRAAAQfAg+Bm/H/T7NmK/LX6yhHnuRiYB8w8BlPWc8AgAAgg/Bx+Dt+L5PM35s0P2T29RrxiMAACD4EHxU12/5zv2zNdVjM6JL3+kx4xEAABB8CD6q7bc3NdZjrU93Htsw0HgEAAAEH4KPctrxRY9N+qZqrMezHl15YcNA4xEAABB8CD7Ka8f1LpsGrtRcj9ku3XidlQU9ZTwCAACCD8FHee3Y6Yn8pxHV5b7DyQEresl4BAAABB+Cj3L7bTrMBPjrZ1ZmRlSXq8LshHU9ZDwCAACCD8FHNX13GZrsT1YWR1iPo1CPh6xs6BnjEQAAEHwIPqrru3ypwPuszI+4HvOhHkt6xXgEAAAEH4IPMB4BAADBh+ADjEcAAEDwIfgA4xEAABB8gPFoPAIAAIIPMB6NRwAAQPABxqPxCAAACD7AeDQeAQAAwQcYj8YjAAAg+ADj0XgEAADBh+ADjEfjEQAABB+CDzAejUcAABB8CD7AeAQAAAQfgg8wHgEAAMGH4AOMRwAAQPAh+ADjEQAAEHwIPsB4BAAABB+CD4xH4xEAABB8gPFoPAIAAIIPMB6NRwAAQPABxqPxCAAACD7AeDQeAQAAwQcYj8YjAADwbzCwlZXrPuWkxOv1u9a1XsF4NB6fuv8HM0/U1+3gTl0AAAHedEVYdE1hdGhNTAA8bWF0aCB4bWxucz0iaHR0cDovL3d3dy53My5vcmcvMTk5OC9NYXRoL01hdGhNTCI+PG1zdHlsZSBtYXRoc2l6ZT0iMjJweCI+PG1pIG1hdGhjb2xvcj0iI0ZGRkZGRiI+bTwvbWk+PG1pIG1hdGhjb2xvcj0iI0ZGRkZGRiI+YTwvbWk+PG1pIG1hdGhjb2xvcj0iI0ZGRkZGRiI+cjwvbWk+PG1pIG1hdGhjb2xvcj0iI0ZGRkZGRiI+ZzwvbWk+PG1pIG1hdGhjb2xvcj0iI0ZGRkZGRiI+aTwvbWk+PG1pIG1hdGhjb2xvcj0iI0ZGRkZGRiI+bjwvbWk+PG1vIG1hdGhjb2xvcj0iI0ZGRkZGRiI+JiN4QTA7PC9tbz48bW8gbWF0aGNvbG9yPSIjRkZGRkZGIj49PC9tbz48bW8gbWF0aGNvbG9yPSIjRkZGRkZGIj4mI3hBMDs8L21vPjxtZnJhYyBtYXRoY29sb3I9IiNGRkZGRkYiPjxtbj4yPC9tbj48bXJvdz48bW8+JiN4MjIyNTs8L21vPjxtaT53PC9taT48bW8+JiN4MjIyNTs8L21vPjwvbXJvdz48L21mcmFjPjwvbXN0eWxlPjwvbWF0aD5TaSxnAAAAAElFTkSuQmCC\&quot;,\&quot;slideId\&quot;:294,\&quot;accessibleText\&quot;:\&quot;m a r g i n space equals space fraction numerator 2 over denominator parallel to w parallel to end fraction\&quot;,\&quot;imageHeight\&quot;:54.24},{\&quot;mathml\&quot;:\&quot;&lt;math style=\\\&quot;font-family:stix;font-size:22px;\\\&quot; xmlns=\\\&quot;http://www.w3.org/1998/Math/MathML\\\&quot;&gt;&lt;mi mathcolor=\\\&quot;#FFFFFF\\\&quot;&gt;w&lt;/mi&gt;&lt;mo mathcolor=\\\&quot;#FFFFFF\\\&quot;&gt;=&lt;/mo&gt;&lt;mi mathcolor=\\\&quot;#FFFFFF\\\&quot;&gt;w&lt;/mi&gt;&lt;mo mathcolor=\\\&quot;#FFFFFF\\\&quot;&gt;-&lt;/mo&gt;&lt;mi mathcolor=\\\&quot;#FFFFFF\\\&quot;&gt;l&lt;/mi&gt;&lt;mi mathcolor=\\\&quot;#FFFFFF\\\&quot;&gt;e&lt;/mi&gt;&lt;mi mathcolor=\\\&quot;#FFFFFF\\\&quot;&gt;a&lt;/mi&gt;&lt;mi mathcolor=\\\&quot;#FFFFFF\\\&quot;&gt;r&lt;/mi&gt;&lt;mi mathcolor=\\\&quot;#FFFFFF\\\&quot;&gt;n&lt;/mi&gt;&lt;mi mathcolor=\\\&quot;#FFFFFF\\\&quot;&gt;i&lt;/mi&gt;&lt;mi mathcolor=\\\&quot;#FFFFFF\\\&quot;&gt;n&lt;/mi&gt;&lt;mi mathcolor=\\\&quot;#FFFFFF\\\&quot;&gt;g&lt;/mi&gt;&lt;mo mathcolor=\\\&quot;#FFFFFF\\\&quot;&gt;&amp;#xA0;&lt;/mo&gt;&lt;mi mathcolor=\\\&quot;#FFFFFF\\\&quot;&gt;r&lt;/mi&gt;&lt;mi mathcolor=\\\&quot;#FFFFFF\\\&quot;&gt;a&lt;/mi&gt;&lt;mi mathcolor=\\\&quot;#FFFFFF\\\&quot;&gt;t&lt;/mi&gt;&lt;mi mathcolor=\\\&quot;#FFFFFF\\\&quot;&gt;e&lt;/mi&gt;&lt;mo mathcolor=\\\&quot;#FFFFFF\\\&quot;&gt;*&lt;/mo&gt;&lt;mo mathcolor=\\\&quot;#FFFFFF\\\&quot;&gt;(&lt;/mo&gt;&lt;mi mathcolor=\\\&quot;#FFFFFF\\\&quot;&gt;l&lt;/mi&gt;&lt;mi mathcolor=\\\&quot;#FFFFFF\\\&quot;&gt;a&lt;/mi&gt;&lt;mi mathcolor=\\\&quot;#FFFFFF\\\&quot;&gt;m&lt;/mi&gt;&lt;mi mathcolor=\\\&quot;#FFFFFF\\\&quot;&gt;b&lt;/mi&gt;&lt;mi mathcolor=\\\&quot;#FFFFFF\\\&quot;&gt;d&lt;/mi&gt;&lt;mi mathcolor=\\\&quot;#FFFFFF\\\&quot;&gt;a&lt;/mi&gt;&lt;mo mathcolor=\\\&quot;#FFFFFF\\\&quot;&gt;&amp;#xA0;&lt;/mo&gt;&lt;mi mathcolor=\\\&quot;#FFFFFF\\\&quot;&gt;p&lt;/mi&gt;&lt;mi mathcolor=\\\&quot;#FFFFFF\\\&quot;&gt;a&lt;/mi&gt;&lt;mi mathcolor=\\\&quot;#FFFFFF\\\&quot;&gt;r&lt;/mi&gt;&lt;mi mathcolor=\\\&quot;#FFFFFF\\\&quot;&gt;a&lt;/mi&gt;&lt;mi mathcolor=\\\&quot;#FFFFFF\\\&quot;&gt;m&lt;/mi&gt;&lt;mi mathcolor=\\\&quot;#FFFFFF\\\&quot;&gt;e&lt;/mi&gt;&lt;mi mathcolor=\\\&quot;#FFFFFF\\\&quot;&gt;t&lt;/mi&gt;&lt;mi mathcolor=\\\&quot;#FFFFFF\\\&quot;&gt;e&lt;/mi&gt;&lt;mi mathcolor=\\\&quot;#FFFFFF\\\&quot;&gt;r&lt;/mi&gt;&lt;mo mathcolor=\\\&quot;#FFFFFF\\\&quot;&gt;*&lt;/mo&gt;&lt;mi mathcolor=\\\&quot;#FFFFFF\\\&quot;&gt;w&lt;/mi&gt;&lt;mo mathcolor=\\\&quot;#FFFFFF\\\&quot;&gt;-&lt;/mo&gt;&lt;mi mathcolor=\\\&quot;#FFFFFF\\\&quot;&gt;C&lt;/mi&gt;&lt;mo mathcolor=\\\&quot;#FFFFFF\\\&quot;&gt;*&lt;/mo&gt;&lt;mi mathcolor=\\\&quot;#FFFFFF\\\&quot;&gt;h&lt;/mi&gt;&lt;mi mathcolor=\\\&quot;#FFFFFF\\\&quot;&gt;i&lt;/mi&gt;&lt;mi mathcolor=\\\&quot;#FFFFFF\\\&quot;&gt;n&lt;/mi&gt;&lt;mi mathcolor=\\\&quot;#FFFFFF\\\&quot;&gt;g&lt;/mi&gt;&lt;mi mathcolor=\\\&quot;#FFFFFF\\\&quot;&gt;e&lt;/mi&gt;&lt;mo mathcolor=\\\&quot;#FFFFFF\\\&quot;&gt;&amp;#xA0;&lt;/mo&gt;&lt;mi mathcolor=\\\&quot;#FFFFFF\\\&quot;&gt;l&lt;/mi&gt;&lt;mi mathcolor=\\\&quot;#FFFFFF\\\&quot;&gt;o&lt;/mi&gt;&lt;mi mathcolor=\\\&quot;#FFFFFF\\\&quot;&gt;s&lt;/mi&gt;&lt;mi mathcolor=\\\&quot;#FFFFFF\\\&quot;&gt;s&lt;/mi&gt;&lt;mo mathcolor=\\\&quot;#FFFFFF\\\&quot;&gt;&amp;#xA0;&lt;/mo&gt;&lt;mi mathcolor=\\\&quot;#FFFFFF\\\&quot;&gt;g&lt;/mi&gt;&lt;mi mathcolor=\\\&quot;#FFFFFF\\\&quot;&gt;r&lt;/mi&gt;&lt;mi mathcolor=\\\&quot;#FFFFFF\\\&quot;&gt;a&lt;/mi&gt;&lt;mi mathcolor=\\\&quot;#FFFFFF\\\&quot;&gt;d&lt;/mi&gt;&lt;mi mathcolor=\\\&quot;#FFFFFF\\\&quot;&gt;i&lt;/mi&gt;&lt;mi mathcolor=\\\&quot;#FFFFFF\\\&quot;&gt;e&lt;/mi&gt;&lt;mi mathcolor=\\\&quot;#FFFFFF\\\&quot;&gt;n&lt;/mi&gt;&lt;mi mathcolor=\\\&quot;#FFFFFF\\\&quot;&gt;t&lt;/mi&gt;&lt;mo mathcolor=\\\&quot;#FFFFFF\\\&quot;&gt;)&lt;/mo&gt;&lt;/math&gt;\&quot;,\&quot;base64Image\&quot;:\&quot;iVBORw0KGgoAAAANSUhEUgAABdIAAAAtCAYAAACqCpnMAAAACXBIWXMAAA7EAAAOxAGVKw4bAAAABGJhU0UAAAAiFUTTegAAJINJREFUeNrtXQ9kV90bz0wmM5KZJJEkSSKZVzIxyWsmkUmSRPJKJjFJkolXkiSRJMmMZJIkkkySyEzymshkkonMZGbG/d3z7vn+3tOzc+89595zzj33+/18uN63fc8999znPOf5d5/znBUrAKDCiKJoZXztj68z8TUkLlAFAABN+bE7vk7GVwfkJhD4nLXH15/xdSK+7sfXC1AFAADoNAC8CACwcQHY9wAAAFkC50F8PYuv2Wg5boJCAABoOnk1TAQ6xub4uhxfjyA3vdG8Kb42x1cPOWGCbm/E30sYi5j7H/G1oJizCcwWAABV0mkAeNHzOIQuPxhfN+LrdXxtx+wgNgAAAfAr7Hu39D0UX2PxtRXUAIDfF0d3fO2Lr7PxNceEzwFQKJh56oivUZqjh/HVCqoAAfHncSY7WgIbn3AAP8bXuMhWgNx0Tm9Bl+n4WlQYtR9LGlNLfK2joP4EG9MdrGIAAKqi0wAvPNBEev66yGqMr5n4mqdgjdD7U/H1OL4GhI3B7u2Pr3tV5sX4OadF4gHZTfNsDIIGzfBzEBsAgAD4Nbd9D7mjTeNB0gMnQQ0AUC+SJ5LgEQGQVaBKMHNznymGa6AKEBB/9kq8ORvY2Hooq+ZdfK2G3PRCc7EVuC2+9sbXcya7bgcwvgdsTAexigEAqIJOA5zP/XphY8fXz8gM4mP9sKTzLlWZF0X2YXx1URb6F/auz+DnIDYAAAHyq5F9D7ljRNszofhxABDiApGNxregSFBzM8UE/SSoAgTEny1S9vFQQOP6i8b0T3ytgdwsZQ76Qwtax2MYYWNajZkCACB0nQY4nXPx8feqojyACJBfpKDySmrbRIFmEVj4mhBYP1AvvBg/9yh7t374OYgNAECA/Gpk30PuGNP3LNFpGNQAgP8Wxk4mSK6AKkHNz1M2P09BFcAzD26krCThNPYofn+lch7JCbxP2+auexzvaRqPKDGyDnKzNL4ZYtlMbQGMaVoa0zhmCQCg00LXaYBTXhClLL4pAujdGve2KII3AuvrhRfjvv9m77bVwTPg5yA2AABe7XvInVw0vkW0ugdqAMDSojjHBMk+UCWo+dklKQdhbG8EVQDPPHiFyYg+xe+LtYwtyckb9Z39Swej1NAFuVkq38jBiTcBjGc7m7MbmCUAgE4LWacBTvngqiIIfj5HP6+l++fqiRfZu03Bz0FsAAAC5Fdj+x5yJxedxY6s90SzAVAEwKJYOkhHPkSmCVQJUnDBYWuMuW4PbduUOGBEcdjUfun3Pvl0dHEQFZMrEXcEHY1zq3Q40nXHz4LcTKfPFjb/FwMY0xk2pl7MFABUQw81ok4DnM2/CEQ/Y/M5q5OFntDfJqkEy6t64UV6lnxw+H34OYgNAECA/JrLvm9UuVPExiP/rqYXdoP7gEYWPM2sJuBLUAUASl2T4rCqdwGO60R8fWCG9RH6bV9tSxzVGn3BHLx3PMvKkSz7h5753eXp65CbWjTi9dE7AxjTYwTBAKC6eqiRdBrgbN5FEP2lIojeWbDfWpmAu/XCi6KcDA7nRmwANi5QAZ6Ffe/RxhMZ/7W68kKngqJAoy6k/cxIwjYNAChvPd6hdTgY8BiFI3eQxjoTXzdJjog6oZ3x9ZkC2hfp302exnXJlxyD3NQ20mr4EciY5qQxjWKWAKCaeqgRdBrgbL5VNc33W+i3j/o6Ui+8SM8P6pwTALEBAIB9X66NF9+7QaL3IKgKNOpius6U5R+gCgCUshbv+qjtbXnMK2k7nfgi/ZMyo/aWMI6O+PolZXK1OX4e5GY6fXg204MAxrQztFIzAAA9BJ0GeJ3fi4og+mVLfa+3udU9BF6Mn/cppHNOAMQGAAD2fRg2nnQQtvD3NoC6QCMuqPG8B+QAAGBlDbazbcZzVcl4o9py/eToTZNS3VrCOOQDw55BbpbOF71ph6eVNKYzcAwBoP70UD3qNMDJ3O5SBNHHbfK52H1lq7+yeZESFGRcAhchNgAAAfIr7PsSbLz4/tNSf7dtDnYt1RW7TKdqi0y5VQb3i61UPRltBogI4mvxpjqbbNDP36KS8bhgf93xdS++PhJtF+i0950FjMhjVHdQ1C+cJ+XeJ7XZKw6/ia+xrBOa4983E18NUi2tr8KwVhiOt4nnvmXxkSenbgdtGb0eqmNLmTNHxMEV8TVFczVHNR8HXNar9j3XtviS+jklnRhew0hI61DRfzPV7LxCcy3qpP0ZX0/IUf1MzxPvts3DXDfTPNTQXwW5aVO+SXNynvj9WUK7vVRfdZ74/mZabTvK8nhKfPSL5rpJ4934dvDVntb830TDObqGas9m9RN/la2Pcj5fHPDTQ+O4S9v9xTofY2276N2/0fqfozV5sODzK6GP63lt2Zb7oeohn/Za2ToNPo83W/qTIpC+N7BxBmNfxf0f9hGcgp/j3473FRsgPTdIB/vOEM0WSJ7fy3suAR3QOyrZem+Jd4QcXSPWhvgA5buvUPmsKvaWT/veptwpc71qvqd1G4/63sbO9Wgv2uFlYr5fCmWty5C7qf3RDEUr43WdGDqgn1969zE6nMrZTw8JjyTMmWZRUH22Lyl9nqd2M9Lfzir62UNKcV41LkVbLmhmZOFKCq6LaHeFFN2Y6kscGSNXqJ5hLZghjOF1Kc7UGQqQPKL7FuXMGQ3l62RsGc89R1k4afju2mGxPdeO+fLvBDmnwtGy1iFTxANkxCxKSrNXossr+v/V7Kv3AhmpBzw5e3tCl5tF+Uiqo3qbtnsvpm1VJ513L+FZVxPGeCWh/SWN95tI2g5OjsmAFDBaIOP7aZ46tWT8P0ih5QtqJ9dPHC5DHxXku4cko78rnn9DosXzDHky6JtfqySjQ19bNuV+aHrIB3+EpNPg83j1d04raPwmkLEFaV+RD5EanKJyNlcpwF/T5XeTAirwc8qz4z3buHulw3PFB6yjtY+DYvwUWK/hjkG/a4jfdTDhqy+LtLfGZ1XyiV3b90Xljqv16lqeubDxFM+Yd5LIxraaC5zTVKafdJwdxrjzdWj0gH7uafyQ0dg02N1KXwRr+ElKoJ1+P5Hnyxeb+1k6RHCD5OQO0G/72Pi7FH0Jo3OVyAyjsSm/xolMixRhs52cla8JCunfsbDnHmGKQ8bbFIXRRwbHLQOn3PnYEp4rhPobeR1R/cl19HsLq8XFcdcyP1uZa9d8KTm+ujhQxjpUOPyJ44r//5CgCXPcXyruWedAjg2zZzQHLjcL8xE5IiNkRKl4WW7bItWxU2FaYdg9S2k/mfF+m5JqFdJHj5kMfr9pQMs/mdPxlrJuVhIP1mh5lD3jRBn6yBL/ifd6z2U8Zex8I8ewm+yhptrazJtZGKI+btS1ZVPuh6iHXPNHyDoNPo/zQPWUYu4OBzK+IO0rFlgbTgj6JfkdT+Dn6Ps5Pux4HzYuvYd8vzLTl9bkmGkwnbJ8a/hcy6om3XqMJRqM+OrLAs2t81lVfGIf9n1euePY/nIdU7Jq46XQQraB39lcFLy22JDGPRek9vcy2u6kiTPeppzxdccVuuuFfnVkXH5Pcvg07l3Hsg7Fl+f1CkWpvdWG2svbcz5FCYcX0Fe5r3L/Gl9OeVZOP/19PRmMwyRo51m2RzPrZ4D1M8uy1mtj66N36mbtF3IYDMsEa8I9vsbWzuZ/VrVFj74Cewmku5hrT3w5zMbQVOY61DSs+xXvLbCWGXHj7L4tDuZaNi5mQ5WbrviIsmoWWQZEk/TMF8RXF8m45XVi59kYn1N/l6nvrSYygrbJyuiU3mmO+t2kMLZlHNSgJ6+JeCah3X3msEV8jZShjyx+PFogOfA9KRtE4UTdrxd93Ehry7H9FZQesskfVdBp8Hmc6uzDCh3jVEZX3b6iBCJltiIFkcSHxkkK8jcpZNm85nMa3s/xZcd7sHHXU0C6hgsZ7Xnm+46M9kdUtiVrs1FKHLjroy9LQXSnfFYln9iTfW8sd1ytV4/yLLeNZxhTXmNzcfxG6Iy2G9jWhEca/de+8ryst0B6yPSrE8Nyi6nRzoS5nN0hjLnVinYrTYwq9nVvMkqptUTbaaK0bIkEZSVjFwmlD/L7MwE+kMI3NTyQfrtG2YLt7J7INNjH+HlBU/n4GhsvH3Akpa2MV57428pce+LLn1L7p2Wvw4RnbaN3F0Hr04rfP6i2hlGwaIT497aDed7I6P0yYLnphI+IrxcTMk1uk5HcmWDg/WsES7/dowyQ3Slr+EfGe47wthTwEby6LeEenpH3POMZZ3UD74ogyucy58sSH05KzxIZzu/SsuwV6+RrvejjRlpbju2voPSQTf6oik6Dz+NMXqrKXQ0HNL4QebFfle1OGa6jpHda4ecU83N82vEubVzaEfdd98Oe9DHIJBj82+6vlHaX0oKvtvtyIJ9c8FmVfGIf9r2x3HG1Xj3Ks1w2nka/g2w8h2wujmEDQj5jX4KeaT4jigxr0lQokB4k/erEsDytK7gVik8+sGc6Sq75fUx3Kx1ldMlfLDdntO813aofLdU9/X9mmSQAxBf0FtZ2e5RwIJPiS2mvRNMJLlTJ2JXxWGOsPLPtqeb8+BgbF/rjGYGIiNPdA3/bmmunfElZYplf3X2tw5y03qQbAHXw7AOm/FuS3HTGRyKQp+Kh+L/HyXDaltH+Pv39FAX6tmU4VlmBxwXZIKR3+Ral1/Hj5WB+pbTlWUwDGbTkhvbNMufLAg9ymS2c11sZ9zSZZAtWTB83xNpybH8Fp4ds8UeVdBp8Hic0bY6Wn3OwLCgd8PjL4kW5BNVHSY+8UAVXKUszMuHHRvdzQrLji9i4FKSVg4sTUcpB2ykBwc8Gwc8o6Rn0kTG1VIXNvgrS24s/XSGf2Id9n1fuuLK/fMizXDaeJl2Osb5v2VwgPEq/MoXRJmmLQg1Tmgq2+Cmp4RoQoJ872j5RZRvkuK83ReD/I7U7ltLnHtMFHi2viaWzlUeuizVCWxGFgf2HIe2e8q3e0dLBKj9U41B8kT2p8QyeoXk6oLE9Yvf8ldJ2XZ4tSBb4u/Bc++BLxZaurWWtQ0uG92LkuEY5e/ZfjA4PQ5Obrvko+r0WX0S8vpmy2/Yo2vPSKwcpI+4Xz5aVgoC62TJ8y+FZkj2dhg7VQkKbrcwB0nHWeXbLgbLXfUEePKQIpLfaoG/V9HEjrS2Xcj9EPWTLXquSToPP44SmPQnJXdsqMn7vvKj4IF47zPpOks5VlMrQOZS8of2ckOz4gjYuL5Oxx+B5Jh/4eT3pwyltRZCzy0dfBentxZ+uiL3l3L4vKHdc2V8+5FkuGy+nTzJic4HwLyuqw5da6UveIWa0z2n0f8nFdvmADAjQz4+R9EXzvsO62+9p23NmuQXa/vJF52ssu+9ejq08n1iAZzQyrHtG2S0y7cQWpw5StN0J91zIYZjwml9bAhrbT75FzGANf/bE44Xm2hdfsu2F38tahxad/8Uk59/Rs++YbA31LTd98BHbZjlN4xTbDY8ntOd18lZT1kNS+xFG4zUpY7nGeEFsSTyfw6GaTaD/R6mNCGZ2aPT7QJc/feqjAnzID5y6qMm7mRn/VdLHDbi2nMn9EPWQDXutajoNPo8TmqrO4Fis0Pi986Lig/h+Coh9SvpoGy0/9L1L4zkN6+eEZscXsHH78+4KjZYOwdQODCsC9h8z1v1KH30VpLkXfzp0e8uHfV9Q7jhZrx7lmbGNZ8Abvc7iPKR8Ur+UkOP5NmGRNKX03UqZSBvq2AAKmn7R76cJu8ZRi3Tdaxp8ipbq4n3XyehgwRRxCnVbhmEvY5/mO8i1JG9rtOeHdAxQlli7Ie34NqwDJKCupdzzQmr/KcdYJ0MZG92zaLDOHrO2NzzIjcJz7YMvFQr0QVnrsCC9xbbOd2T4HPOsIx54DKTnkZs++Eg+yOchZVsMpbSX+Uds376R1F7hWI1ljGVcd5uqgodkjCranGdt+jX7lsf0uuz5ssCHEzmyv1frzEuV9HEjrS2Xcj9EPWTLXquaToPPY9/niZYf5Gk9kFBvvBj9d7hp7YNgrf715pR7ZnhWJfyc6tjxeWxcKjExYxqUlO7npdBmMtqfUKzl/pzvaq2vgjR37k9Xwd7yYd/nlTuO7S8fMSVjG8+Qh//MSoQq0vn6NMMg+u9U7O30b56uvzql72tphK6TQHrQ9KtwIP0K336scQ8Xci8T5kte4Nczvgi3kzDXCtJI923NsZXnKDPyXutk8mUIyQX6svspabulQoDd0HgG3x5+P5Sxqfg+Q2EtsK/FGz3IjUJz7YsvFfKqr4x1WHEd4TOQbiQ3ffCRQkcO0pb/toT2m1n7OxntuWM1mDKWDoXe6tJ854NpDgIFgmflMgaR3qFkvJbgQAj6qAAPcifgTU5Dd6jK+rgB15YzuR+iHrJlr8Hngc+j2PWhVTKgkUE7yeQPguLfaWdJ8JrDOgcKNqyfE6odn8PGvVxkXSmyfLOyd3nJjIhKtGzP8a7W+rIpU13406HbWz7s+yJyx7H95SOmZGzjFQykz9vsnG+nvc5+H5Md/2h5MfiktP4d9HWkbUUdI3T6VTiQ/k7X+JbmYYrdc4jR/ba0uJ9EGvUHFUr4hOb4efkAnfqw8rbDLzR3rTloJ3/9fE/Cf5uBgNmn8Yynph86fI2N7uOlBVo0213xJDcKzbUvvqRsRbl9KesQgXRnctM5H0VLhx7K+Ja2jhPadxs4Vl0GfY8a0JbLir3sd54Nc1az3xMG22a96aMCPMgzUM9p3scPMzpZZX3cSGvLtdwPUQ/Zstfg88DniX4/NLOGkRVAEr3aGK3ErpxXGffwUgM6B1Q2pJ8Tsh1vYuPSe0znoa3Ux212/1WNe3Ypsri/R5rnvLnqqwDNnfvTodtbPuz7vHLHg/3lI6ZkZOMFFUinB8yr0umjpUOGxBeeDulvq9hgehT9raSvaEdWNABAP+v0bGWKY0zjHl4vb44yCG9G/9XMGidhuMnAYfjOvsS1aI5f/nL5VvN5vA5Znmx0nnG5kJXhQ18l5fZZ2x2bFV+d20IYm3TfRjYHxxVteM2sVx55PPdc++TL6PeadR/KWId1IM94jfR7IchNX3wULa9L+sSw/eOM9h+ktr8ytp3yvvdr0raZbQ+e0qBlm2bfb6X7foaijwrwIS9ToJuRlHqAWJX0caOtLddyP0Q9ZMNeg88DnychcIJAejq9+MFxi1nrOPq93vSCRhJJw/o5odrxOWxcXobqR45nTqQlUKTc169Y0x917ACXfeWku3N/OmR7y4d9X0TuuFyvvuSZqY1nIZA+4zKo85j+1k5/H1C0lwXZYcXvtxppWxroZ52eB9MyXhLuuanItBqhvx+KNA6EUPTJtzU/0rzvco4v2DsVwqo9x5j5NrQfGgajfHjGU41n9Obcuu98bOzePVJ20nTtqyht0Rpg6/CVr2yyonPtiy8VJRqulLEO60CecSP4YQhy0wcfkQE6y9pvNdCnYo1uSWnbrrtdWzGWSQPankrLslYYsk80+91hMH5v+qggH8qZMbqHerYw5+F1lfVxA64tZ3I/RD1ky16DzwOfh95/GKVdjOh1j9HqZkb7VYwHn8PPqZ4dn8PGvZFVLi7jfl4Kbcrw/vuKdX0757tb6yvn853506HbWz7s+yJyx7H95SOmZGzj5XgPd4eN0gNecuUdLZ3KOqmqgcOM93OKwf60YKg+iPyju17oV2dGUo/GPaPsnj8sjOOa6VYh+nI7b5r1SIoot8JPMcgvGgqwvzSewbdvXQplbIo+OjJkySJtX2/yyN8DBY07L3wpssNM5aOLdVgH8uyASRaoL7npg4/I+I7SAqQZBnVWxmyf7lZ7xVgua9K1mXS5bKS2ZDhsJzX75rVxD4egjwrw4Eb2LN1ar7wm5IEq6+MGXFvO5H6IesiWvVZhnQafxy49Lyps06kVQBK9vpjselIEYI/Dz6meHZ/Dxn1hOu/s/kF2/4Dh/SJB4LNiPrbleHdrfRWgvxN/OnR7y4d9X0TuOLa/fMSUjG28HO9xyOmOL7atTBhCXWl1edh2zzvS39eTQdRnYUxVCqQHR786MpIWo4QDDdg9v9hcNlkYx3PW506Ne94oFIvO+F8VqeMm9TPNnt1uKMC2aDzjWx6h7WNsij5EltSjWuCA1ucC8ZhQjptL4O9Cc+2LL5kCndPcnmV9HdaBPNtiEvDyJTd98FG0vMZyX0b/50x0ssLIW5vSlmefbNek64Wsd1Cs6U6NfrsUNsiaEPRRAR48bvoRnO6TM1jGq66PG3BtOZP7IeohW/ZahXUafB679OxOCEo1rwA4rXiW8EvD4JRW/d1G9nNCteNz2Lizecqy0L3NrJzHzyjfmWUqO+9ezve31lfO5zvxp0O3t3zY90XkjmP7y0dMydjGy/EeR53u5pAWRkSCR3z1epfS/gn/ckRC571cL6+BAunB0a/CRtImNiejijZ7FX/77TAOS2PhSjhLaV8kh2HacFsOr4k1nXO8POPsqaEA+6LRfjt7xq9Qxqa4f5dkCJ0OhL8Lz7VHvvyZYyub9XVYJ3JNnrPZEOSmDz5iAdJfGs94LWd+Gxp54xlt35vWyiSnfS4ri1dhyGa9p8gu4rU3x0NY9xaDnrpBa54psqfq+rgB15YzuR+aHrJlr1Vcn8HnsUvPpmh5jWDtD5Ga/V+KCh7kGgitTurulEkIwOqcDdTQfk6IdnxOG3eB3dNi8LzTOpm1VPZvh2Gg94frvhzQ34k/XQV7y4d9X1DuOFmvvuRZHhsvx7sMmiSe5HnAQ4UC/yOl/RAnbLR0IuznqAFOrQf9vBpJl9jvR1R1pliwQ2ClwTO7iwqn+Ofd0dJhdAfTam6Jdop7e9g9d3LSjmecHdEQ9rNJz43/fYxvG4v/fSat5hfNz5YyxsZ+3xr9fjhgKBkVhefaB18qFOhfXCklPM/6OqwTuTacly6u5KZrPor/fx1r+yDjGbyO6Y2M9jvS6upRBsJu+v820xqKJIPk0+o/J2WymRqylCgwmlbvk7I1233ro4J8aBq0FnM+pTPnVdLHjbS2XMr9EPWQLXsNPg98HkajvxU0HbbQbzPtIPgS1UEdf8qErSHzUEFFBvugIni5HX5O2HZ8Tht3IU+AMVo6hPJ7WtBeajuSVeojWn7Q4YLrvizT3pk/XRF7y7l9X1DuuLK/fMSUctl4FnzwdbYXCa879Tyj/R2prThp9TB9sdm+ogEB+jkzkn7bJUBfpL+otscohFafxrPaKFNmuIgxEf99AwUQehRlAA5I7YTgPqW4/4alnRGvDA1MfoDeQem3PfRFtTVjfo5Kv+0ifm4tY2zs/jemWSue+LvwXPvgy/jfZ5O2Z1GJjLMJz7S+DutErh3Wybr1KTdd81GkUfeaPeeQYemJs0nZe9HS4UNfa+8cLa/3fFmDpnJ9w+m0OqwKWqbJpstk1A2ljL+dZNxW3/qoAA/yEkY3NO65LbV/n+YAVEkfN9Lacin3Q9RDtuw1+DzweRiN1iiy0hejjAOENfocpY+V6+qARk0sO/SZxj0nUmRZD/FjC/ycsO34nDbu15yB9HvM9utIaTuuoTNWsrHPuu7LMu2d+dMVsbec2/cF5Y4r+8tHTCmXjZeDR96a7A7I84A7JrVDmRE/T0x2pIENINDPHi1nVAIxWjoZ+lNK9jhfjJ/T6uBRTUKhZJ+l1MV6r1EbdwvVtDqjEDyRFMg5kBRYoPeSt2g35aBbM/tqqmNgcuHbJr3TF1W9M5Y9KL/fZvqts6yxsfsXFNk978TXTqFMS+RvG3PtnC9ZEPGb9Pdjadu7XKzDOpFrK5kxdqZsuemaj9h2/nmN7ZD3TerkRcsP8mmhv+8gWbRTasuzEQ5nyNIh5khl6fR3rP+TCf3eImepVbH1c5Vk4L7nBqQvfVSAB/8yMeZZLcVJjdqLVdLHDbO2XMr9EPWQDf6AzwOfJ4FOvQq79WOkUdNb0dduWqvCXl5bJ/T5Q6fcBrtnOEGWdZLe2Qg/J3w7PqeNO6wbAJXukZMuZqKMetskz2Y19EbmThObfVmmvTN/uiL2lnP7Pq/ccRj/8hVTymXjGfJHE+PhCy4WydWsGqApgkbgVoMbP6CfPVouMtqspW1FQjj1p9y3Klp+krswko7XlCcFs3pIeAjczBgLP0l6qrZ9lTI9zpPgPyPdw79cdlK7RwnPWGtDKZLwl3FK4x6uHDsk43uf5j2rKUNtOskx8jW2lDWpwgTVSVvjkbdtzbUPvpTbf5Cc4bG0Opsu1mEdyTY5+3akbLnpko8UdQ91Sql8N1kbirqILZRJIgzELtZ2IilTgrXbxDIX/tFxFBSG7E8aSxON6yj1NVHLblLIuPWUMfNeRS8f674gDz7WzSyKf9svvf8nnUBPxfRxw6wtl3I/ND1kiz/g88DnSaFVv8Je/aSbmU62cs3WeOXTxvVAm4tJ2Ysp93xV+Cz76O+d8HOqYcfntHG72D2HMp6xW9I50xpB9FU6yTFk28noctmXY3lvk88q4RP7sO/zyh2H8S9fMaVcNp4hf3SyzPoOF4vkhLSNbJNGe7mm0duowU8WB/2s0nI8QVD3a9y7WSFMooQMjy6N/ppZUIVDOKf72T3zinYPUp5xRDdTMmOsN03rPymCSxE50H+m3KOir+D7E2WPTREQm1QoS45ftrODPcy1U75kBp2MD5FGjU3b67COZNtmyRlYiCzWSc8jN13ykSKzLqu23q6sjI8MA6wGwXc7FG15tvRoLUBOBqZwrO8yQ/B2LYtEYyxNiu2vHI/lLJGELJ/a2FrK0EcFeZAfyJRkOJ+S1sFQpFkjuWL6uGHWlkP7Kzg9ZIs/4PPA59H48DCjsLMfUQCng+meLVQu5xHpFSFLztchXV5L9PiqeY9KlonM1F3wc6pjx+eNDbAP/OMpGbi90gfk15of97tYcHVDQrsrUrs7rvtyQHsnfFYhn9i5fZ9X7ji0v5zLs6I2ngF/XHK+ZiRmvmoY3f/mJLJfPeUO+tmj5U5Sdgu0AIeijFOs2f3i6+A5ElZzJITm6Cug2Hazx3A8LfSldULq6w19oVTVqjpN416kL2pHM/ofZgKzLSfdZAE2ZsCH4/TcWdr+nbWVsIuyY2r3DEfZp4x7GRvdJ77gXieFsosU4D6a+28pyuWWB962Mtee+PIqGUWLNN/nI7MDTKyuwzqSb3LtxeNly01XfMS2/i9mbU1nhs6/2RuawZwf9M4fiN/SamwfVGydVOFNUqZaxnhEQP6CNA8LlPU2pOJ3xXbUmjHeUta6L8h/KmN4q2QwH5K2yIrx9wYo94KX0SGuLYf2V1B6yCZ/wOcBMmi2loIZC5E+FugD8Po6pAcvNfBA877jFEhbJFl8WUNmws8JzI4vaOM+Yh/y9hDNmqhc0JBUEuOowZj6pHW3SJnDJ6QyHiILeVB69hUffVmkuVM+q5hP7MO+N5Y7rtarx5hSIRvP8F3mIldnhZBQeRtlFJJnDDUZFTgEpc4UPOgHAOWvw14yPkaTDGVaq48U2wQzM/sAwAKPdkhZL+OgiHf6N1EQ6BFl/NVqUr4mJ2Wbx7F0koMyRzLrYIXpyre+CmP4GjmmtZrIH+lDUjc4EQDg8wBatGulINt9CgzNkkyt6S4RJHlIGemtoBj8HPg5SprspjX0meyR2voRa0oceLk3p91zTbItu2kt/pDsnjEKRm/21Rf4LAh+qxv7vuLzsE/2S0ARAAAAtbC8JG1batFov0mxFWwMlAQ88Oop3ZqNAFARnn7CZOlGUAUAAAAA4OcA4DMAKIGXP9YOxwU1AAAA1ILysM4Bd4r7mlndswVQE/DEs0+kre5toAhQYV5uYvUmp0AVAAAAAICfA4DPAKAEXh6QDg5eD4oAAACoheWYpLybDO+VD8GaAzUBTzzbSvXg/j1wERQBKszLe1gm0kNQBQAAAADg5wDgMwDwzMedVHJI1F//AxQBAABIFpj/r8+W495u+TRtUBPwyLdrpQN7zoIiQEX5+AILpB8GVQAAAAAAfg4APgMAjzy8jrLQf+FMJgAAgGyhOScp702G98pf0BHMBMpQ+JPEf32gCFBBHn7JAukbQBUAAAAAgJ8DgM8AwBP/rqVDXqeRiQ4AAKAnOEck5T1oeO8LqVb1KlATKIF/19Cp7gimA1XjXVEffUGSv5OgCgAAAADAzwHAZwDgiXdriWnjqIkOAACgLzx3SIpfbEvr1bhnVXw9qB2KEl97QUmgZD6+SPx7GtQAKsKz+1k2Our9AwAAAAD8HAB8BgA++HZnfH2Prxvx1QKKAAAAmAnRo3JttxjP4usQbfNpojYr46srvi5LtalndQwFAPDEx1sF34ISQEX4lZd1uQOqAAAAAAD8HAB8BgAeeHZXfO0BJQAAAIoJ0g+RPkQQaCMoBwAAoC1nhTPVF1/PFTL1p6iNKZyp+NoGagEAAAAA/BwAfAYAAAAAQNgGwO74ukr12mbia56uWfrboMj8BaUAAACM5avYQnlL4zoMagEAAAAA/BwAfAYAVcb/AECElLZ65/1xAAAHfHRFWHRNYXRoTUwAPG1hdGggeG1sbnM9Imh0dHA6Ly93d3cudzMub3JnLzE5OTgvTWF0aC9NYXRoTUwiPjxtc3R5bGUgbWF0aHNpemU9IjIycHgiPjxtaSBtYXRoY29sb3I9IiNGRkZGRkYiPnc8L21pPjxtbyBtYXRoY29sb3I9IiNGRkZGRkYiPj08L21vPjxtaSBtYXRoY29sb3I9IiNGRkZGRkYiPnc8L21pPjxtbyBtYXRoY29sb3I9IiNGRkZGRkYiPi08L21vPjxtaSBtYXRoY29sb3I9IiNGRkZGRkYiPmw8L21pPjxtaSBtYXRoY29sb3I9IiNGRkZGRkYiPmU8L21pPjxtaSBtYXRoY29sb3I9IiNGRkZGRkYiPmE8L21pPjxtaSBtYXRoY29sb3I9IiNGRkZGRkYiPnI8L21pPjxtaSBtYXRoY29sb3I9IiNGRkZGRkYiPm48L21pPjxtaSBtYXRoY29sb3I9IiNGRkZGRkYiPmk8L21pPjxtaSBtYXRoY29sb3I9IiNGRkZGRkYiPm48L21pPjxtaSBtYXRoY29sb3I9IiNGRkZGRkYiPmc8L21pPjxtbyBtYXRoY29sb3I9IiNGRkZGRkYiPiYjeEEwOzwvbW8+PG1pIG1hdGhjb2xvcj0iI0ZGRkZGRiI+cjwvbWk+PG1pIG1hdGhjb2xvcj0iI0ZGRkZGRiI+YTwvbWk+PG1pIG1hdGhjb2xvcj0iI0ZGRkZGRiI+dDwvbWk+PG1pIG1hdGhjb2xvcj0iI0ZGRkZGRiI+ZTwvbWk+PG1vIG1hdGhjb2xvcj0iI0ZGRkZGRiI+KjwvbW8+PG1vIG1hdGhjb2xvcj0iI0ZGRkZGRiI+KDwvbW8+PG1pIG1hdGhjb2xvcj0iI0ZGRkZGRiI+bDwvbWk+PG1pIG1hdGhjb2xvcj0iI0ZGRkZGRiI+YTwvbWk+PG1pIG1hdGhjb2xvcj0iI0ZGRkZGRiI+bTwvbWk+PG1pIG1hdGhjb2xvcj0iI0ZGRkZGRiI+YjwvbWk+PG1pIG1hdGhjb2xvcj0iI0ZGRkZGRiI+ZDwvbWk+PG1pIG1hdGhjb2xvcj0iI0ZGRkZGRiI+YTwvbWk+PG1vIG1hdGhjb2xvcj0iI0ZGRkZGRiI+JiN4QTA7PC9tbz48bWkgbWF0aGNvbG9yPSIjRkZGRkZGIj5wPC9taT48bWkgbWF0aGNvbG9yPSIjRkZGRkZGIj5hPC9taT48bWkgbWF0aGNvbG9yPSIjRkZGRkZGIj5yPC9taT48bWkgbWF0aGNvbG9yPSIjRkZGRkZGIj5hPC9taT48bWkgbWF0aGNvbG9yPSIjRkZGRkZGIj5tPC9taT48bWkgbWF0aGNvbG9yPSIjRkZGRkZGIj5lPC9taT48bWkgbWF0aGNvbG9yPSIjRkZGRkZGIj50PC9taT48bWkgbWF0aGNvbG9yPSIjRkZGRkZGIj5lPC9taT48bWkgbWF0aGNvbG9yPSIjRkZGRkZGIj5yPC9taT48bW8gbWF0aGNvbG9yPSIjRkZGRkZGIj4qPC9tbz48bWkgbWF0aGNvbG9yPSIjRkZGRkZGIj53PC9taT48bW8gbWF0aGNvbG9yPSIjRkZGRkZGIj4tPC9tbz48bWkgbWF0aGNvbG9yPSIjRkZGRkZGIj5DPC9taT48bW8gbWF0aGNvbG9yPSIjRkZGRkZGIj4qPC9tbz48bWkgbWF0aGNvbG9yPSIjRkZGRkZGIj5oPC9taT48bWkgbWF0aGNvbG9yPSIjRkZGRkZGIj5pPC9taT48bWkgbWF0aGNvbG9yPSIjRkZGRkZGIj5uPC9taT48bWkgbWF0aGNvbG9yPSIjRkZGRkZGIj5nPC9taT48bWkgbWF0aGNvbG9yPSIjRkZGRkZGIj5lPC9taT48bW8gbWF0aGNvbG9yPSIjRkZGRkZGIj4mI3hBMDs8L21vPjxtaSBtYXRoY29sb3I9IiNGRkZGRkYiPmw8L21pPjxtaSBtYXRoY29sb3I9IiNGRkZGRkYiPm88L21pPjxtaSBtYXRoY29sb3I9IiNGRkZGRkYiPnM8L21pPjxtaSBtYXRoY29sb3I9IiNGRkZGRkYiPnM8L21pPjxtbyBtYXRoY29sb3I9IiNGRkZGRkYiPiYjeEEwOzwvbW8+PG1pIG1hdGhjb2xvcj0iI0ZGRkZGRiI+ZzwvbWk+PG1pIG1hdGhjb2xvcj0iI0ZGRkZGRiI+cjwvbWk+PG1pIG1hdGhjb2xvcj0iI0ZGRkZGRiI+YTwvbWk+PG1pIG1hdGhjb2xvcj0iI0ZGRkZGRiI+ZDwvbWk+PG1pIG1hdGhjb2xvcj0iI0ZGRkZGRiI+aTwvbWk+PG1pIG1hdGhjb2xvcj0iI0ZGRkZGRiI+ZTwvbWk+PG1pIG1hdGhjb2xvcj0iI0ZGRkZGRiI+bjwvbWk+PG1pIG1hdGhjb2xvcj0iI0ZGRkZGRiI+dDwvbWk+PG1vIG1hdGhjb2xvcj0iI0ZGRkZGRiI+KTwvbW8+PC9tc3R5bGU+PC9tYXRoPv0lhrQAAAAASUVORK5CYII=\&quot;,\&quot;slideId\&quot;:296,\&quot;accessibleText\&quot;:\&quot;w equals w minus l e a r n i n g space r a t e asterisk times left parenthesis l a m b d a space p a r a m e t e r asterisk times w minus C asterisk times h i n g e space l o s s space g r a d i e n t right parenthesis\&quot;,\&quot;imageHeight\&quot;:19.98},{\&quot;mathml\&quot;:\&quot;&lt;math style=\\\&quot;font-family:stix;font-size:22px;\\\&quot; xmlns=\\\&quot;http://www.w3.org/1998/Math/MathML\\\&quot;&gt;&lt;mi mathcolor=\\\&quot;#FFFFFF\\\&quot;&gt;w&lt;/mi&gt;&lt;mo mathcolor=\\\&quot;#FFFFFF\\\&quot;&gt;=&lt;/mo&gt;&lt;mi mathcolor=\\\&quot;#FFFFFF\\\&quot;&gt;w&lt;/mi&gt;&lt;mo mathcolor=\\\&quot;#FFFFFF\\\&quot;&gt;-&lt;/mo&gt;&lt;mi mathcolor=\\\&quot;#FFFFFF\\\&quot;&gt;l&lt;/mi&gt;&lt;mi mathcolor=\\\&quot;#FFFFFF\\\&quot;&gt;e&lt;/mi&gt;&lt;mi mathcolor=\\\&quot;#FFFFFF\\\&quot;&gt;a&lt;/mi&gt;&lt;mi mathcolor=\\\&quot;#FFFFFF\\\&quot;&gt;r&lt;/mi&gt;&lt;mi mathcolor=\\\&quot;#FFFFFF\\\&quot;&gt;n&lt;/mi&gt;&lt;mi mathcolor=\\\&quot;#FFFFFF\\\&quot;&gt;i&lt;/mi&gt;&lt;mi mathcolor=\\\&quot;#FFFFFF\\\&quot;&gt;n&lt;/mi&gt;&lt;mi mathcolor=\\\&quot;#FFFFFF\\\&quot;&gt;g&lt;/mi&gt;&lt;mo mathcolor=\\\&quot;#FFFFFF\\\&quot;&gt;&amp;#xA0;&lt;/mo&gt;&lt;mi mathcolor=\\\&quot;#FFFFFF\\\&quot;&gt;r&lt;/mi&gt;&lt;mi mathcolor=\\\&quot;#FFFFFF\\\&quot;&gt;a&lt;/mi&gt;&lt;mi mathcolor=\\\&quot;#FFFFFF\\\&quot;&gt;t&lt;/mi&gt;&lt;mi mathcolor=\\\&quot;#FFFFFF\\\&quot;&gt;e&lt;/mi&gt;&lt;mo mathcolor=\\\&quot;#FFFFFF\\\&quot;&gt;*&lt;/mo&gt;&lt;mo mathcolor=\\\&quot;#FFFFFF\\\&quot;&gt;(&lt;/mo&gt;&lt;mi mathcolor=\\\&quot;#FFFFFF\\\&quot;&gt;&amp;#x3BB;&lt;/mi&gt;&lt;mo mathcolor=\\\&quot;#FFFFFF\\\&quot;&gt;*&lt;/mo&gt;&lt;mi mathcolor=\\\&quot;#FFFFFF\\\&quot;&gt;w&lt;/mi&gt;&lt;mo mathcolor=\\\&quot;#FFFFFF\\\&quot;&gt;-&lt;/mo&gt;&lt;mi mathcolor=\\\&quot;#FFFFFF\\\&quot;&gt;C&lt;/mi&gt;&lt;mo mathcolor=\\\&quot;#FFFFFF\\\&quot;&gt;*&lt;/mo&gt;&lt;mi mathcolor=\\\&quot;#FFFFFF\\\&quot;&gt;h&lt;/mi&gt;&lt;mi mathcolor=\\\&quot;#FFFFFF\\\&quot;&gt;i&lt;/mi&gt;&lt;mi mathcolor=\\\&quot;#FFFFFF\\\&quot;&gt;n&lt;/mi&gt;&lt;mi mathcolor=\\\&quot;#FFFFFF\\\&quot;&gt;g&lt;/mi&gt;&lt;mi mathcolor=\\\&quot;#FFFFFF\\\&quot;&gt;e&lt;/mi&gt;&lt;mo mathcolor=\\\&quot;#FFFFFF\\\&quot;&gt;&amp;#xA0;&lt;/mo&gt;&lt;mi mathcolor=\\\&quot;#FFFFFF\\\&quot;&gt;l&lt;/mi&gt;&lt;mi mathcolor=\\\&quot;#FFFFFF\\\&quot;&gt;o&lt;/mi&gt;&lt;mi mathcolor=\\\&quot;#FFFFFF\\\&quot;&gt;s&lt;/mi&gt;&lt;mi mathcolor=\\\&quot;#FFFFFF\\\&quot;&gt;s&lt;/mi&gt;&lt;mo mathcolor=\\\&quot;#FFFFFF\\\&quot;&gt;&amp;#xA0;&lt;/mo&gt;&lt;mi mathcolor=\\\&quot;#FFFFFF\\\&quot;&gt;g&lt;/mi&gt;&lt;mi mathcolor=\\\&quot;#FFFFFF\\\&quot;&gt;r&lt;/mi&gt;&lt;mi mathcolor=\\\&quot;#FFFFFF\\\&quot;&gt;a&lt;/mi&gt;&lt;mi mathcolor=\\\&quot;#FFFFFF\\\&quot;&gt;d&lt;/mi&gt;&lt;mi mathcolor=\\\&quot;#FFFFFF\\\&quot;&gt;i&lt;/mi&gt;&lt;mi mathcolor=\\\&quot;#FFFFFF\\\&quot;&gt;e&lt;/mi&gt;&lt;mi mathcolor=\\\&quot;#FFFFFF\\\&quot;&gt;n&lt;/mi&gt;&lt;mi mathcolor=\\\&quot;#FFFFFF\\\&quot;&gt;t&lt;/mi&gt;&lt;mo mathcolor=\\\&quot;#FFFFFF\\\&quot;&gt;)&lt;/mo&gt;&lt;/math&gt;\&quot;,\&quot;base64Image\&quot;:\&quot;iVBORw0KGgoAAAANSUhEUgAABdYAAAA5CAYAAAA7pnk7AAAACXBIWXMAAA7EAAAOxAGVKw4bAAAABGJhU0UAAAAs8vz+fQAAKRxJREFUeNrtXQ9kV90bz8xkZmSSmYwkr0kiSZJEkkwmkiRJTJIkMa8kSSR5JYkkmWQkyWQiSZKJJEkSSZLJSGZmZtzfPfXcfqfTc+69595zzz333s+H6/2z7/n7nOc5z/Oc5zxnwQIAALxGEAS94bcr/K6E3zLMCAAAQKEyd1/4fQu/6fA7UaNxLQJ1m0VzAABPGfe7Jfw2h98eUBGA/QcAjebBPuLBHsyGtzTqxCwAAKAKhiXht52MkevhN0YGiQw4RgAAAIqTwz3hN6/I3Y01GNfB8Pte1ljCdrvC73L4/Qi/2fC7JfY80BwAIEdL7Gc36d2HSSa9lvr9HZQEYP8BQK15r4X4b1v47Q6/ofAbDr9x0lUj7MNseUu/T+E36otNAQBA+YJBNUA4vMZMNX6dLA2/R+E3F35fw+8YZgUArPLYRkb27q24wf6QxnG1xD58YOZVKMNdoDkApFqni8JvZ/hdDL97xFPTZPzP0z+nia/E369SpF0XU9cZiiZvaRpPUd++ptC7R6DbAbD/AKDW/DcSpEMfZLm3NNxCgUPi24EZAQAIhbbwaw+/dWTwcLiEmWr8OnnLrIsjmBkAsCqLVWyt6Fg2k/NM4HSJ/XgWY6zcAs0BQLs2O8PvEPHQfJAdb8LvDjkRXhXtrPOZp8J+LCbn+s90LzQ3HPZDtwNg/wFArfmvNfw6wm+NkPmSzixjErLcezr20UGGwHnMCAAAsoAYZQRzP2am8ZsGhw+YHQCwymuvJP6aLiqqs+AxDEqOuJMl9uNgCqdfL2gOAH+sxyUUmT7D8Ms83UI5Qg7ihVK5hcKBTWW/JfDdLfDUb0c7hx5H7UO3A2D/AYAf/Hcj6+0lyPLSaSduC3ymOb8rDk0wKwAAcCeewpBqw8w0ek1s1GzYM5gdAEjNR7fpiuYjnUNXRHdL/HVT85slVMcsKXBtHo3xrNT/syX2I8p9KPAfRQUtolzGMk6A5gDwO3ruJJNfWWCKIlq7U9bVQelgdDgMntJG17+HbgfA/gOAxvEf51g/CFleGfr1SJHrY3LgAQAAzRQKSxih/BQzA4ObDFkVY5gdAEjFQzsV3hERnSsTlON+5u+9kuLmxDlsMMb/pD7dLrkv27mIeXK4v5f6eRc0ByCfghWaa+QBGftdGesd0tS5DTz1sx/9zNxcgW4HwP4DgMbx4AOGB5dDlleKhqul4ATMPQA0XCDsZoTyGcwMwBjI4qGOFZgZAEjFPycZ2fpVjQAlx+8cRYq1Kn/rDr8vTD3DHozvlNSfl2VHalBU6zPN305Iff0CmgPQ+9go9UkbaSDEWmXqbgNP/X7IVcUAdDsA9h8ANIr/WhjH+BfDOiDL/aDlHokG1zEjANBcYXCLUaw2Y2YAWh/i9evrdM26BzMCAKl5Z4MmclNETy9Wfisc06+U/7coJqL0ZMlj26PkM+4tuT8t1I81mr9vd3FNts40B2ojl05r1tdHW3wsot0Vx/0n8NTv/jzzIfUGdDsA9h8AlMp/G20c9kKWe0PPmxIdBzEjANBMQTChCPU5PKQGAIBHMmqD64g+i33fLT1u88fjQrICLB4rCr870n8Lx9RzzUOC4rcdJY6pT3nk8LAH8yzSWlyO+XuHvMeB5kBDZekFjYP5teqkttDWRdPH2OrOU2F77dIjz0i9AcD+A4Dm8h93e2kPZqaaNiYd4kePuM9yKesAAKi3MFnBCPVRzAwAAJ7IqOXkxL1c8XFspGiSh9LVT6GAbaC/34giVcJ/rpIe4RS/vR9+xyjqur3kcYiH997JDrkK0SDCLGgONFCW6iLVP9l2qlN7a6Q2hsBTP/s0wMz/KaxOAPYfADSOB18yPIiI8wrbmGE9RyVavsFBJQA0S6AMMkIdD6QBAOCDfOqQnLg7ajQu8eDQXhGpSNGLp8ghJK5l/0tOIKFw71dzBXvQdzXCZnuF5t2pY70uNAdqIXMOaJzqP9I+lJax3W+6x0SbyFPikVKGBuuxQgHYfwDQKP7jHg7+gJmpto1JaSm/2A4qAACgGkLlLiPY12BmAAAoWTYtpKjEKNqwtabjXKvk3BWOoE2e9nWZksbgbcXmOsIUaA40SJauYR5Ii7DLkY7ZBZ762c93yvzPYIUCsP8AoHH8t5fhv8uYmerbmMrtwGn1oXUAAOorWKYVoT6NWQEAoGS5JKIIHkty6UmNx9qtPHjztMgI0px9VR86O16xuY7wHTQHGiJL2+lRUg53HLR/3gW/VYGnNBGKI1ilAOw/AGgc/40w+8EAZqb6NiaTZusKZh0A6i9Y1kHJBwDAM7nUzeQdPFXDcfaE31kybq9T9Jj4LlFUuEhpsNGj/nL5WJdWaL5bpX6/AM2BhsjTKxqn+qyLXK5CRhQZOV4lnqIHWFUMYpUCsP8AoFH8J9KFTDEPB7dhduphY4Z1vldouxSzDwD1Fi5DUPKBFOuklR4MW4fZAApeazuknLy1ykFLDqCd4XdRUurEWLfR34UD6Db9e7+I8pR+czv8Doff1rJS4pCjKqhwGph2qe8PQHOgAfJ0daDHOchR532/zdBheYlzCd0O9h/sPwBwz3+bGP57kqM+yHLPbEwmqOGiiwF20+vsh+kK3yvy6m/OWF8bXf/bkfL3vWIhU5tios9g2YE+DaLvQ0a4/GO5jfXCgBOODHoka5bo+ZXSCqy02JYwlq7ROp2hdqYp76ZQIhfS7wbC7374jVOfvqZ9tZlycm2lyKOLdJVLvPo8HGMEXqI2RH9eJ0VPUYTXAD2+NUI5OfcnGJpnqB9zNPZnprlT6QT9H6Xt91JO5ROG9ZUyjoQ+LaZH3G7ROpmitmbp35/TGur37SVvF2uvLP4iB9A9jQNouoC5dCmX9hGdVHyS8+6R0+We9N/L6DcBE9Ui9uMOxw4YNbrmZsX2u3WuUmBUjebQ9Wqr4z3WyFQxz4srNpY6yNEJte8pdLKdtNd/lfSiRyZ7OXQ7t7qdS/3CV/uP3nU4TuvjNdEgmocpkk1iTfRa2r+GSO+U51v8+yjlO+6nNdJB/frmWxsF09sZf9TZVknZ/gYaz0up/SlqawX95hzDf0OuZblrWVaif8OpjUlt7lLa+V7Igb5Q1EnJmY+JpLiZse4zVP5oyt9zD3c0WqEHfRpD51bmMasvluoWRvUxKa/nHdpoWkjhuKUYN5tytCXqPBJ+n6k+IXwPRVecaZzbaeMRm2wns66ux9S/ioT/MxLoOgwyZQc1ZcQG20V93079H6bNfVZTf7emf/8m9Gt3ijmMlIo4ntc+auTLOFIo+Q+kMc6T4rUp2uhow7+gGOw7SuTRwtaeD/xFZc9qnB5J+OizXIpRrAIpenKZ8luhdL9mjLkvmjouOFyLA0z7eyq25911cShQFZpD16u9jrcxhq7XKzaWystRcoaouJEgcz8k7IObodv5oduVoV/4Zv/RHAxJ63ae1s2WKMWFuKGhOBXnyfnamrHNk8pYxI2VPmn9rtc41O771EaBtC6cP+puqxjqya+jG510kNFJf1tLTuRv1PYrZsxri5LlrmWZD3uHaxuTab/Xid1EA+2gbxWd9Kl4nVFpiRbctZRlbjJtT8DhCvo0gM5bmbkdtlDvXjrJjE7ntjG/WaS0+zxjW+tpowpI+B6O+e1iihY6zzzYszNBYThEJ++HNZvhX5EeipLCYYB47QFtxLMxvx1n+tVJUUtJeJNiHrfT9ag9pHBx+J4gM0ofh6ZvIv3DVdWAEHSNKXM5riOOHeuFrD0f+IvWW1bc9VUuKXUOM30Xc7mB+a1Yl7PM/+9josWN5yDnOG4x7W+s0H63X+n71QLbqgTNoevVXsd7ECM/11dsLJWXo+RgCJL2Ror2HE65Dz6Fble+bleWfuGT/Scd1EZ4FxfNSnMm47Fpfmkm1cLNmN+eyeJEddFGQTR2xh91t1VSOlDl22Gnuch3OuAVbZ4ykcM2ZLlrWebD3uHSxozpgzr2URfM38GcnM6bXsegaywRbhsYACpjzeUcz1TgHx6APoAyt+dsnqRRBLZsyE2Kqzcxv5cxm6G9k0rU0toUZc4yubXmoxPllO0uZPjhm/KbY1Ldc2kVhoB/2ErgX0YxiBSXS1GOTjrdDSzMLXd9fMSgvC/jWMxcHf+UdAVeGAM+ONZdrj2P+GskbTSDj3IpYR4j7NDQNsJKjdGq6hanHa49LidhJR5Zogg5de4OFtheJWkOXa9W+l13TGTb5wqOp/JylImO/GtvJJ0lyhs/HDmiKJ3NSF69CLqdXd2ubP3CI/tPdZCKNDMdKcqpzrOLBm1uSnLcMmVeSL894kMbBdG3VP5ogq0i1bWLIskj7Ev4/S2No3nEpSx3Lcs82jus2pgp2nuh6rWBi/ddNNdAVxmUP5T1RICuKM3Yug5VN8d63egD/J7XcVvCJfiVu0q+ZjsbFxEV/PmI3M8TZoO2WhXB+D3tWtRcJ35lgcdvS3/bHp3CknG7lPm92MCXaurmrj31Kc6PlzTuzUrZFi6qy9LaOGBYR6njoDX2mtnQVqUoy7V/zRO+LWzt+cBfTH/f5ZgrZ3IpwcC4R/P+Vnd1P/gz1cqhGKPnOa3j+4Gj3MDkmA5sz42jvrdo5NnuAtusLM2h69VGvzseYw9creB4Ki1HSQ7NxEXqkUPhHTlp+lPsT1kc69DtLOl2PugXZdt/xJfqzRjxtsbCjDqj4O/elGXvmDp+lUj9fh/aKIC2vvBHrW0Vqke9oXAqRZmjmn15r2tZ7lqWeeLfsGZjZpVTYv27EATHclwB6VZOi4yvlilXkkZyjqWOjvXa0Af4LbzmbQiX4FceT5W+hxLKDGTZ0KSrRfLGu9mgr9yJ6QXD8bYwc7eP/raUNoQ38sk342y4EDM+te6Pym8eUhurUypFbw3H16qJdFuasw7X47jK1HHeoLyKLx7wbWFrzwf+IuXOihPIpVyyRNubtvbrAvrGGSEfKrLXndHoRP0e9M07mkPXq42O9zTv9fqKjttLORrw+e7PSn9fRHv3hOxoUOq4kkcvgm5nT7ermn5RhP1HTvUn6m2YwCwv9mKGHqdTlv3BlG01KLfChzYKoK8P/FFrW4XquJTFzxb8yikf5DnYsiHLXcsyT/YOazamQZs3ssq4vA1vZxo+kbIsF2EzlUEIRNiVcyx1dKzXhj7Az/ncaUO4BL/ymk2ZrjUmwuFsyvbUKzwnDfu7P6+DRSOYl9Lfxmk+eplyW+jK2qaYurcxdV+S/v4fnSRv1JT/x8L1sm15nWhlj0MTYTuXVuEPfj3cEviWlqDItecDf2miLAd8l0sW6Nqi9HfOVTR6yv6dZegyusBz0DrQYXPJffOS5tD1aqHftQbxD5x11nTc3srRgM+pu1nq92NKTbBCU36Fhpa3DfoA3c6Cblc1/aJA++8+E2G8LkM9Kh6nLDeXJRKUIkhTpThz0YZl2nph+zTAVlFTHwln8JKUZa9acBDnluWuZZkn/g0rNqZhm0NMm/dcCINOpuHhFOX6o6sqqoA3bL9Nys/kVBBWRGEFfepFzyt5hUvwK+fjpHotNaAXuGPKbTAtozFMxjOM+3LeXFfB3w9QfVIE9sEcdPkvxviKokb3GyrMJy304WqVxqGJUr1nUH61p471Itde6fwV/P14ojBM2n2WSwU6gHd6tF9wOQnveL7HdVD0nA5LSu6flzSHrlcL/W5bzLqfqPG4vZWjTGTvTLS+KfJRvC+wJqa8Ln3AUeh27nS7KuoXBdl/p/NERSt1ZTqM1USTp3EK/hvpzj60YZm2Xtg+dbZVgl+PswZcNH7K8sNxDmaHsty1D8cH/0ZuGzPDWttfmh4WGL6cSoaTyAl0S3Oto92g7YG0+ZEarKyDPvWh5XtGuJg8MNgW/P0wSuKpJa2JD0qZf1O0t4Xpb1+Gcd9TcwFmqEONyhumq20zaSMtYupW5/QHRTNF+eeuJ5Q/z9Bkfc4+ZFG6Sx2H5hr8QYPy+5jy3z3g20LWng/8RetDjQ56nsEp50wuWaQrl2rliEf7xSjTv1ue73G3uIgecfU07XXuptIcul7l9bvDMY71ezUet5c8pblBcJ/+tiPNAQCzt0ZYa9AP6HY5dLuq6hcF2H8buHQhQcq86ozel8mRG/C5ixNvo1H/T/jShmXaemH71NVWETcyGFlu+o7Ugyy3IGzK8jJkmQd7R24b06JeMu9KILw0yesU/v0infL3SNEyWSf8AV3lqOUVSdAHkOaym6HFuGEdF5g6ZuKum5FQG+OMi4S2FlHeSRlXMo59Os9VzIB/gGo3ORTEZrs8B12W6JxXwa+Htt4mKa7B36+Ez1hYG/OGjhEfxsE9kLLGoDwXoXu3ZL4tZO35wl/i6icz5+d8lUuWabtCUdbFv6/0aM94z8zrTY/3uN0aYzi69jrvQR+9pTl0vcrreDdiHOs3ajxuL3lKwxNHSN/6nrTPafZ+I70Iul1+3a6q+oVN+4/Gw+kD+zP2p4OpazZlWd0+/8lWCigXbVimb+m2T11tleDXg50fmfnZmLNt05u9NmS5U1nmyd6R28bMuNYGNDKk3YVAuJf21FK6rnKS/ntV1nxJUtkhqOTNoU/gVy78Bw7pmPeBwVWaMVyJKcO9HH83SPcIzDVmE8ryev0aps9bDevgHqDaZjqHmrr3cifQdKVwLslApKiouZz5xw4wfXhewXFweRHbUpZt1yinB0uWv4WsPV/4S3OFdauvcqkguTxB6Uu8SQNDfeOuQ1/3VE+JHsZScZH+Pm+qkDeN5tD1qq3rBXyu+winF9QYPvKU5gp8X/g9Cr8XKcrr3oq4a9AH6HY5dLuq6xcW7T/ucev3OfrDpa36YeDA/ZyXN8puwzJ9S7d96mqrUACBimeGbfcwdTxyaaeXIcs82Tty2Zg51u12zXxvcCEQuCiLhRpB94ZODNskoqvYnbLdZ3QCi3yODaJPgx3r3In0NoPyjzVjWKn5fR+dRsonq0Mp21qZNxeZVNdpZlNuySmY39N85o6wY+gyR+OfTTNfGuE9aGFtnK3gOP5SDg3KHtZccy07dYT1tecTfzFXWE3LO5NLDdz7pyrkWH/C9PUdXX1tNzHcoetB16uoY/1BTPv7scKd89NrhQYT5ByZSRO9Sc4HDoeh27nR7eqiX+Sx/8i59dVm0Ikm9cgjg/J7YmTdCUtzVngbFulbuu1TR1uF+Hk+a9CAVA93sDVkgYdNbgc7l2We7B1P8/qALDvWt7gQCMfSePQlJWOH8v/nTZUOsSG4OrWogXJYK/o02LE+kfUaUkzkzCvmt+Jk9pJCdyHY+gz6yhmIyzKOW80L9jhDHS+UOh7S+E5YoIsaFfqAHA0vU5bnoqKWW+CJTRUcx7MsyiU537jolAEP5K/1tecLfwV8Dtoxg/JO5RIc63461jUOqPnoKnTwKz+mwDdQFbpeQx3re7DCnfLSIoYGY+RkShtg8lBDy3+g2xWv29VJv8hp/w0yczCZxzmlOcS9bljHoxh5129p3gpvw1I/S7d96miriJQnXDqgDG2P5EnVk1eWlyXLyt478tqYVXas70kSWMGvV2xnuBNNhnBXE9qLrgyPLAAaR58mOtaFIs60beIAu63p/3FJeImHGkYVIfY4gxLP9fVhxnGvtxCt08nU8ZkU1bacdFnL1P0yMHiYhYmK+mTYh3VMH2YMo4ZLHwfVcYrpx9IU5U7rUkiULHutrz2f+Cvgc9AN+SiXGrr3c6lVbnjWxzWaiKLT0m+iXMdfQVXoejV2rI/Cse4NL3ERimKtv05ZvkWT3uEjdDs3ul1d9AsL9t9zpvzlnH16k/WGE7N/cPiR1QHrug1LNC7V9qmjraJp/w/d0kCWq7rRpEs7vQxZ5ol/I5eNWZBjfbOLxvuTlEA6NWSJwYT530poT1wZ/hbEJOsHQJ+a0fAIQ8NTKct2aBR8gXMkiOW/v6XNOutDJZdsGYWaU2LT/Oq6R2yGLNDlpKbutIo/FxV107APnGJ1r2rjkOqZNLk2JiIyGcfcVY+N81xrzyf+0vRlrY9yqaH7xjNmboc96l87E4UUkDLewjiM4ViHrldn+o0gFYw3tLipoUPaCMMtmvKXDPoA3S6jblcn/SKn/detmYP1OfqzRHPDbFGGunbEyLwXluav8DYs9LFU26eOtoo4PMp7YyhGrxo2rCOzLC9Llnni38hsYxakT2e+cWHaOKdAHGGMov805dUHl+7HtBVdYfXqkTDPFUTQp/o0vJtVMYrZMAPKkzVO1/rEOujJ2c8WRjmYy3LiHZZZoVHeTPPGDTP1iNe9OyzQ5YkmCqIzB212GvbhWRx/V2UciryS8w1+1CnsFAUgrzcR4XjQI761uvZ84y8mGmHagiJvXS41eN+4x8ztHY/6d43p35zq9JVSnMCxDl2vzvS7EiMTz2CGnNLic84o4TN5r5FDt8uu29VJv8hp/3G3mL7n7A+XWuZRjvrOxNDqmKU5LLwNS/t3KbZP3WwVTftGN4akukbzHhDkkeVlyTJP/BuZbUwL4x/QzHmbi8a7mIavSn+bpKiWzpQM/SpGkMwXFXHl2bVTa9dP60KfBiv4LcHfD5uYXCG6EXeFyHJfNzHtjGas6w5T1/MM9UzYvgZJ9bYmpTBIUcdNRlnoNCjfoelDX5XGwdQnXj9/JdX3hpTOFvq7eJTlotRvobBd981Asr32fOIvzb4yYlDemVxq8N5xnZnf+570bUfaCClpHJOgKnS9GtMv7rE9zLU7OqzQ0GCjQR1PmfJTBno7dLscul1d9AsL9t9wHj1NU+fjvGlgUjrxAtqvFhboKLTahoU+lmL71M1WEek6bOyj4e97NU79LoM6csnyMmSZJ/6NLtuyy4I+Nuuq8VZduL80sYdjyl9UlQ/mN4soguCjjUhTTT/q6livBX0arOSvz3MdNEaZWF1AX0/ZEP50xY3DhQxKSiFj15xmCiVnsUEdX5Xy44Z92Mn0YaJq44ip9yRtxnOkYE7Tf8+SvBGRPIdM+upYQba69nziL000wqCPcqnBe8dBZn5fedCvJZpoovEEw2oaVIWuV2P6LY2xBZ5jhkqVm68N+XA+zzV46Hb5dLu66BcW7L+HeW89pHA0fg5yPIRK9YqUNbpc6IOW5rLwNizS3ZntU0dbhVKkBBYizblUJC8N68gly8uQZZ74N3aXyadhWweY9t+6FAKqEnFHOjF6k1B2v3qqwfxmjNpYW+AYaulYrwt9Gqzkc3mujlpY1y0F9JVLPbDdsI4WyhHGYYdhXSfybooxdXPXtm8blOeios4Z9uGGhRP50sehqTNSJl766DgvY+35xF8Bn4P2Hx/lUoP3Di5qaMqDfj3SXDtepvl9dBV3DlSFrldz+ulk83zRV5DJIbwGNGAjJA8blN9uIQ0MdLti7PmWiq3FIuy/7Tn6c7FAx/cRDc1GLc5n4W1Uzfapo62iaV9gk0H7yzQHpE7t9DJkmSf+jVw2poU5uJBnDmx0QL2qNEYRLQKbE8pypzkLpb+fcnGFq+aO9crTp8FKPnftbqVBefbRi4L6+olpapFhHefpVJ47pe20MHfHLY2Ve3TP5OHHwTzlqY6Pea9k+jAOpb4d5GSLsKpGfHu8LvzFrL0vhv1wJpcavHe0aOa5pcQ+HdPoOkdiyrzC+oCu1xD6nYyxB/YX2K5wqj+gdpY3nAZTOa/+c85H0/0Rul0+GtZCv7Bg/80y5Xsy9mWxQj+BdwllxKH4AQN95YNpMICLNhzRuhTbp462ipC3mj10oUH7uZ3zNmR5GbLMU//GF8f8yKXROuayAz80C/BRirLbmHJr6W9bfMoLWmFFEfSpJt1aGaE6qfntVm4zdOxYn8nTjhRZJ5wv75Wq3meYu3lbSqVS9zKm3kkTh5XgGeaalUl53bXxriqNQ6lrNbNeWyrKt9bXni/8pVk3ptF0cKyXZzT1ldSXlRpD/7GB/tKi+c2Dqh7CQdcDJBp0Mc4rq2k4mDY7pFskxxs+/2uZeR8zrONl2mg97hYCdDsrdKy8fmHJ/pu3dbAelvuPqWtDQplPhimQuIP3ubLbcEDrUmyfutoqXPsmfQh/2q/RpWZKsNOdyjJP/Bu5bUwL83Cf6cN6lx34qlk8K1OU5XJ29dOCnKSTk84FAOjTPLpxhu4I8zsRSfCNi2gK+EdJBJZm6M/C8Lsq1oTm7/M5NrJeGsMo5cJLFKp05XaHpj4uR9gzS3ThcnBez6kwjzK/E/kVX2uMr91p8oAGvx67eeHrOFI4AS9XkG8LWXu+8Jcm99xujbNzk6Y/zuRSw/eQ48wc7yyhH22UK1TFjyQjTjGSepi/izycM6A2dL2a0PB0TNT6gOW2emhvFjiDuQ+GmDk/ZFC+XeOoWqZx8N2CblcIHSuvX1iy/6ZtOORorc2bpnagMm8M2uFSSMyU3YYDWpdi+9TVVtHI4CBl+xE/celQ7mvK9Gv+vw1Z7lSWeeLfyG1jWljDn1VbxbVQeJg1F03AP7i0l079pxGFBPo0mG5cjqcDGvo+1NRxVyOUBw37Ih6cG6crVl0pHCCpr17RRvYhMtw1m9F+RijfianzSlHXeDRzanJNaiDp6h3N94TulDb8/9eYOi4ov+mgOb3g6ziU385q1up7MkK7K8K3haw9X/hLGHdJERjCSRN+Tw15qBC51PA9pDdJTjjqx6Ws6S0UJb2f+fsY53CArgddr6I01B1CBWTwd1tqZwvVJ3AWM6/lnx6D8pxO9IT53SbdQQl0u8J09ErpF5bsv/G8jnWNPHqaolyn9HuTRw9VPC+zDUe0LsX2qautootYFwefCe0Lx/MzceApDjbSzA2lyHuncRAXJcsLk2We+Ddy25gWdDAVN1wLhQdMTrrlBuXV040o6mYvVD3Qp8F0G0+KPKOcnN91yr/m9DHasNtS9mMDCcHvcWkEaHNRkfTIyBJS2r5FUT2a3FbrpTL/kDOlPabeDzZOeJl6W5gokGnDa043dFfuJaH+PPj1cEu7po5HSbnfaI5EHa2+jiPF+lHxipx0mz3m26LWnhf8JTljIrxR/r6LIpGXxvTLmVzCPvLTUJDx0HH7WzW0vp+yvBx9dIVZawK7QGnoejWi43KSazoZuTRH3Z2KQ+UYZlwbaffasI7zSc5QOuycVGUZdDt7ul0d9AtL9h+XvmWxYT9U5+C7NIcMSsT9EQP7SsXZMttwROtSbJ+62ioi+lszh7sSnKljxPNdjC4lsI6RM9qgg7yyvAQfji/+jdw2Zs71uzmJbi6Egprk/6ph+ck6pADwWGEEfapJt9m4/Hjhv+9L2rBIiOmuh9/RCXMqK05vz0lX9tcl9PemYbTBBurbD0XwvtKNmwzOp3HKIf3mL6XEEk02prmemVDHxwS6jtCcLI+pYypFHTO6FAC+jEOpb1NMpAGHCTq17vKIZ4tce6Xzlyb33Q2lzZmkdCMu5RL2kZ9Rx1Zy5WZoe7HmKqtQ8JekrGNKcRTvpP8/QH+bDCr4FgN0PSCBFutjnOvi/x8yNHg7KNVJxI9TuivsDZ1vLvXGecM6xpg6OqS/d5HTaTzGkQLdLqduVwf9wpL9t9rEuciUP8o4dxenLLvbJC82leljDoZ7y2zDEa2d2z51tlU0tz0ExjXt91Bd85EDNeBzrMv8tzOFsz6XLC/Bh1P63mHLxsy5fk8o7X8oQyjcUU43ug3Lq8rIowUA6AO6cXnC1pCBFEXGnDJUcAIm+uBAtEHTieVqut40IUWtrU6pHHAQudLWSPVvlK76TDKnwDOaK+n76aSzO6Ef3IvUpy3RhMt/usewDu4xktV0Yj9K/70toQ4OyygaaiypX76Mg6nzamCOH2mjVRzwbJFrr3T+EmuEKXuP/raLFMkLKcfjRC5hH/k5d1+U+e131PZ9DX13GtQxlsD/p0Bl6Ho1pWefJqowwheKSh2gfLQtilG9iSLe7ij79bjJTYaGzPU5Zn63GNbBOVJOEy2WU0Tmp4TAEOh2FnS7qusXFu2/O0odjzPqsvflQ6IU5f9Vyh9KUeasUuZk2W04pLdr/qitrUKydj7GGR1FxPfSrY/IiX4wQQauo5tNJ9Pc9sory0vw4ZS+d9i0MXOsXzUl3JEyBMItqQNDGcrLOX0+BciVCvoACxIMKqNoNGkjMMWoYe66RwZ1v+YiBWI2xCdp+qLJEbbKEk2eMdEOnYZ1TCTMy+4UdXxLqGOoCuOQ6loV/P8RtSukGB2iDW4+5XoaiTu9d8Szha09H/hLc7VYxm3D8TiRS9hL/oo8u+GgzUFLa+R4zDoQe+RCUBi6Xo1p2k4RePNBfnwLDB7jbNg8q+kDZk1vwmicCjI+BsmPNUO3s6TbVVm/sGX/hb9bJM1/hMMxv18Y/PkmCvswaop21TQeM3HpFOiGjhylf82HNhzQuRT+aICtcsqQ548YyvKDRdvprmWZD3uHbRszw7rtVNbdl7Qpd2x3JDppe5nlSq50beR3biUA9AHd2NPDSNidzFDfrpgrRQFz5a8/QxuLaZ3FYYrG1hLjkPlM45ylK1oHUrbfwpxyf7FEjw5mo3+SoZ7zMfOyK2UdlzV1zMUpzb6NQ1KA5oluezQbnYi6e5xi3V4vkV8LW3se8ddgTLv/ZRxT4XIJe8nPtflZiWZeWGB7yzXRRhOmzlq6CvtB4yREbn3oek2hbS85vKYyGNfv6YCqHTOZWicazVDPwwQHxyLodm51u6rqFzbtP5pnNffxTXI0t0jy5RgdqAakL/xrEqWutDkqHVBNS32/IO/bwa882Wclh3dqR76LNgqmcSn80QRbhcqfSzFvX7ibSdSW7nB0Q9F2umtZ5sveUYSNadj/Q0qbB8oSDgOkuPVkLL+frjOsgIoH+gB/bH4X6ZrSLAn0K3noQE6KA3QdaoLqnaU2HpDyscZCv4/RVa0Zqn+CTsgHsypqNaJrq0LXz7QB9xjU0U5rQa7jisvr3XnHQYrXE2nT3ZjSuXAxiM9HuKEBcqE0/iLF6Ru1O0lRsnllRuFyCfvJ75yQEY5XqO9LaG3MkKy4bprmBLoedL0ayf+tJBPv0aHTtCQzpygCcIRuqqzErDmjTTc512fo+0AOzQ0GdUC3s6zbVVG/KMj+W0GOzDGp3sgp/YnkiXD2rrfQ/49yahGiwQA59N9Luqv4p3jI8DalvGj1qY2CaNsI28cHXwAdqlyiNFxRH75THw4G+rculpJzPdpTH1KfW8qU5b7LMkv+Des2pkHb7yV+egGtBgAAAKiKAfpJ2sBM83UuCfgX439ei8QMAwDLN2NK9DjSqAAAAADQ7QAA/AEATeXN/UoqOASYAAAAAN5vXi3Bn6+938xR1yHuyhlmGQC0Rt13iVfOYFYAAAAA6HYAAP4AgAbyZoeSZmcQswIAAABUYQM7pr60nrM+9bGTOcwyAGj5ZYeSrxWpIgAAAADodgAA/gCApvHmDRsHXgAAAADgegMbV5TBlpz1dSmPriBqAwDieeaMxC9vkRIGAAAAgG4HAOAPAGgQX+6TeOhh2W8wAAAAAIDJJvbH4zuW6pSvcD3GLANAIs/IeTpvY0YAAAAA6HYAAP4AgAbw5FqJL5+5eFAXAAAAAGxuZPNK1EabhTqnpPqOY5YBIBXf3EW+dQAAAAC6HQCAPwCgIfy4PPy+RYdScKoDAAAAVdzMvijK5fac9a2R6hIPM3ZilgEgNf9clfjnKGYEAAAAgG4HAOAPAKghL/ZKtz1GkP4FAAAAqOqGdkVRLkdy1vdEqmsXZhgAjHnoqBRNdQwzAgAAAEC3AwDwBwDUiA/7JKf6ScwIAAAAUOVNbZlyfVFgW8a65GjbI5hdAMjMlxvC7xPx0lnMCAAAAADdDgDAHwBQAx7cRLc7xO2RTZgRAAAAoA6b22ba3CKIx0MOGpT/R4rWEM7ALZhVAMjNlx1SVNUqzAgAAAAA3Q4AwB8AUHH+mwy/m+G3CLMBAAAA1GmD6wm/a+E3JymZ78JvSERxhN9C6bdtlE/wYPg9pN++FZEaNh4AAgDgT97ELAAAAADQ7QAA/AEANeC9bswCAAAAUOeNTkTJ7qSrjffpitZ0+M3SN0MRHuLV7uHwOySiNjBzAAAAAAAA0O0AAPwBAEAV8D8R6w9N65tOfQAABbt0RVh0TWF0aE1MADxtYXRoIHhtbG5zPSJodHRwOi8vd3d3LnczLm9yZy8xOTk4L01hdGgvTWF0aE1MIj48bXN0eWxlIG1hdGhzaXplPSIyMnB4Ij48bWkgbWF0aGNvbG9yPSIjRkZGRkZGIj53PC9taT48bW8gbWF0aGNvbG9yPSIjRkZGRkZGIj49PC9tbz48bWkgbWF0aGNvbG9yPSIjRkZGRkZGIj53PC9taT48bW8gbWF0aGNvbG9yPSIjRkZGRkZGIj4tPC9tbz48bWkgbWF0aGNvbG9yPSIjRkZGRkZGIj5sPC9taT48bWkgbWF0aGNvbG9yPSIjRkZGRkZGIj5lPC9taT48bWkgbWF0aGNvbG9yPSIjRkZGRkZGIj5hPC9taT48bWkgbWF0aGNvbG9yPSIjRkZGRkZGIj5yPC9taT48bWkgbWF0aGNvbG9yPSIjRkZGRkZGIj5uPC9taT48bWkgbWF0aGNvbG9yPSIjRkZGRkZGIj5pPC9taT48bWkgbWF0aGNvbG9yPSIjRkZGRkZGIj5uPC9taT48bWkgbWF0aGNvbG9yPSIjRkZGRkZGIj5nPC9taT48bW8gbWF0aGNvbG9yPSIjRkZGRkZGIj4mI3hBMDs8L21vPjxtaSBtYXRoY29sb3I9IiNGRkZGRkYiPnI8L21pPjxtaSBtYXRoY29sb3I9IiNGRkZGRkYiPmE8L21pPjxtaSBtYXRoY29sb3I9IiNGRkZGRkYiPnQ8L21pPjxtaSBtYXRoY29sb3I9IiNGRkZGRkYiPmU8L21pPjxtbyBtYXRoY29sb3I9IiNGRkZGRkYiPio8L21vPjxtbyBtYXRoY29sb3I9IiNGRkZGRkYiPig8L21vPjxtaSBtYXRoY29sb3I9IiNGRkZGRkYiPiYjeDNCQjs8L21pPjxtbyBtYXRoY29sb3I9IiNGRkZGRkYiPio8L21vPjxtaSBtYXRoY29sb3I9IiNGRkZGRkYiPnc8L21pPjxtbyBtYXRoY29sb3I9IiNGRkZGRkYiPi08L21vPjxtaSBtYXRoY29sb3I9IiNGRkZGRkYiPkM8L21pPjxtbyBtYXRoY29sb3I9IiNGRkZGRkYiPio8L21vPjxtaSBtYXRoY29sb3I9IiNGRkZGRkYiPmg8L21pPjxtaSBtYXRoY29sb3I9IiNGRkZGRkYiPmk8L21pPjxtaSBtYXRoY29sb3I9IiNGRkZGRkYiPm48L21pPjxtaSBtYXRoY29sb3I9IiNGRkZGRkYiPmc8L21pPjxtaSBtYXRoY29sb3I9IiNGRkZGRkYiPmU8L21pPjxtbyBtYXRoY29sb3I9IiNGRkZGRkYiPiYjeEEwOzwvbW8+PG1pIG1hdGhjb2xvcj0iI0ZGRkZGRiI+bDwvbWk+PG1pIG1hdGhjb2xvcj0iI0ZGRkZGRiI+bzwvbWk+PG1pIG1hdGhjb2xvcj0iI0ZGRkZGRiI+czwvbWk+PG1pIG1hdGhjb2xvcj0iI0ZGRkZGRiI+czwvbWk+PG1vIG1hdGhjb2xvcj0iI0ZGRkZGRiI+JiN4QTA7PC9tbz48bWkgbWF0aGNvbG9yPSIjRkZGRkZGIj5nPC9taT48bWkgbWF0aGNvbG9yPSIjRkZGRkZGIj5yPC9taT48bWkgbWF0aGNvbG9yPSIjRkZGRkZGIj5hPC9taT48bWkgbWF0aGNvbG9yPSIjRkZGRkZGIj5kPC9taT48bWkgbWF0aGNvbG9yPSIjRkZGRkZGIj5pPC9taT48bWkgbWF0aGNvbG9yPSIjRkZGRkZGIj5lPC9taT48bWkgbWF0aGNvbG9yPSIjRkZGRkZGIj5uPC9taT48bWkgbWF0aGNvbG9yPSIjRkZGRkZGIj50PC9taT48bW8gbWF0aGNvbG9yPSIjRkZGRkZGIj4pPC9tbz48L21zdHlsZT48L21hdGg+60VNiQAAAABJRU5ErkJggg==\&quot;,\&quot;slideId\&quot;:296,\&quot;accessibleText\&quot;:\&quot;w equals w minus l e a r n i n g space r a t e asterisk times left parenthesis lambda asterisk times w minus C asterisk times h i n g e space l o s s space g r a d i e n t right parenthesis\&quot;,\&quot;imageHeight\&quot;:19.342},{\&quot;mathml\&quot;:\&quot;&lt;math style=\\\&quot;font-family:stix;font-size:22px;\\\&quot; xmlns=\\\&quot;http://www.w3.org/1998/Math/MathML\\\&quot;&gt;&lt;mi mathcolor=\\\&quot;#FFFFFF\\\&quot;&gt;&amp;#x3C6;&lt;/mi&gt;&lt;mo mathcolor=\\\&quot;#FFFFFF\\\&quot;&gt;:&lt;/mo&gt;&lt;mi mathcolor=\\\&quot;#FFFFFF\\\&quot;&gt;x&lt;/mi&gt;&lt;mo mathcolor=\\\&quot;#FFFFFF\\\&quot;&gt;&amp;#xA0;&lt;/mo&gt;&lt;mo mathcolor=\\\&quot;#FFFFFF\\\&quot;&gt;&amp;#x2192;&lt;/mo&gt;&lt;mi mathcolor=\\\&quot;#FFFFFF\\\&quot;&gt;&amp;#x3C6;&lt;/mi&gt;&lt;mfenced mathcolor=\\\&quot;#FFFFFF\\\&quot;&gt;&lt;mi&gt;x&lt;/mi&gt;&lt;/mfenced&gt;&lt;/math&gt;\&quot;,\&quot;base64Image\&quot;:\&quot;iVBORw0KGgoAAAANSUhEUgAAAtwAAAB6CAYAAACMc4SzAAAACXBIWXMAAA7EAAAOxAGVKw4bAAAABGJhU0UAAABd1f6/1wAAGG9JREFUeNrtnS1QI03XhldEICIiEBERiAgEAoFAIBAIRAQCgViBQCBWICIQEVQhEAgEAoFAIBAIBAKBQCAQCAQCgUAgIhARCETEvNPf9j4fm52fPjM9fz3XVTX1PvXWMp05fabvM92nT//4AQAAAGAZz/Pa/tXDEs7165p/zWIJAAAAgGKDsm3/GulrGos406+zuk+//KvvXw2sAgAAAJBvQNb1rwfvb/pYxpn+vZvoW9XXXSwDAAAAkE8wpmY8PycCslP/msI6zvRxx78eJ/pYzXbvMNsNAAAAkG0QduP9yz5BmJP9PeVf5wH9fU36EAAAAID94GvZv4YTgddYzXhiHef7fhAQdL/71xzWAQAAAEgfbDV0Csk4IL2AyiT18YMt3eeTH1zrWAcAAAAgeZDV1OkDXkCwvYqFaucPKwG5+4pdrAMAAAAgD65UvvYTwTYEBN3jAL84II8fAAAAwDyomg/I1ybYhj/+sRqQXuLpDZYE3QAAAAAxwdSif314wWxgIdB+0guZ6T4j6AYAAAAID6JWQmYuFQMsBBP+shXiK9fUZAcAAACQBdvHWAhC/GYQ4jOXzHQDAAAA/B1sf4YETrfMVkKM/1yG+M4B1gEAAACCpd8bJMOC7Rf/amEliPEhVT7yNcSHtrAQAAAA1DlQ6ugTA4MYc5IgCHypG/HhtoaFAAAAoK7BdtisJIeZQBKf6of4kqp6M4OFAAAAoE6B0ZR/3UQE2/dseIOEvnUf4lOP+BQAAADUKSg6jAi2VVpABytBQt+KSi2h2g0AAADUIiDa9KLZxkqQ0sf2I/xrBQsBAACAy4HQTMTso+KJZX+w4GeqaslbiI+pTbpNrAQAAACuBkL3MbPby1gJLPlaP8LPzrAQAAAAuBgA7cQE23dYCSz6m5rlHvJxBwAAAHUJftr+NYoJuJewFOT4kTcktQQAAABcCnxuYoLta6wEGfidmuX+ivA7jn4HAAAAJ4KeFS8eZrchK/87j/C7L0pQAgAAgAsBz2NMsP1OZRIo8IPvBCsBAABAlYOdnwaz20dYCjL0wYZ/vcb44AKWAgAAAFcDHdJJIA9f3GcPAQAAALgY5GwYBNukk0Aevrho4IvMckMpnHXBv47960Gf3vSqNyL0GCwBACBANx4MgpxTLAU5+KJabfmI8cUrLAVFOmlLbSjwr3GEk774VxdrARTyjs7w0Qsl9EuTGUVFD2tBTj55GeOLVCzJIaBUs7fr6sIi/9jmxXDQVF+OsxV5rin/mtc7lzf1tZRH0OK3Mad9TbW5pg6DwNMghT919bu3izXQj5LZ5sxAN1SAM4W10LWcbLTHBt78nXJVp0e8Txj6DQv9ZatTT4ZKNZkuqSiq1JdD/3qKKIKv0mQWM2hfnbA2CPC3PzyxQgAJRe67T/WxCvpRojH3y0Az2KiGruVpM5NVF06ftDQTdBIzCDxaakvNeOz614WeIf6ejjHSgem1flE2yzgzrJ9h7Mk5LtHvH+iXXvIcnzaXlPx7bRvkjf3xCzZsgMS3LgL8aA3LoB8lsNe24Xh7iHehaznar2Fot028LfkXzVWEkT/15r+FNEsveuZj19AJw/Kgd8uyvKbFJQnDovJJdV/v68EoDZeWXuwrYbtPvLEgnGEaTviQGudWsQ76UbDd7gx/Nx+I6Fre9jSx4wOeJzPqnB4Io75mztLmGmkH3AoQPi9gVmJoGLBulcB+Dyle7Lkcf2fHv3YMTjKT0k35m5L+nhneXhD42lpIXix1jdGPomzXEcy+Mt6ha3nb9ihrW9XJUZv+dRCz9PdiI6dJVwd4iNgMcjwZfGqnPTTJbSsyj0gP8ElZzuk3zoQM7GqW6F4L4pn+7y/hM+yl+E2vZbcdODXmnYQEabNYB/0owIam6SRDPA5dK8C+vwx/8z7eGG3IdYNAUW0EbFloazlixuExLl/K8CvrrsBB8yXFy7WU4+8c64HoQr9InYivc8kzvST4LWqJ/znlDARBEiSZJX0Mme1kXwD6kbcdTdNJbvE6dK0A2y4JikBQbjXAgFMGJYjGtpba9C71sC/Le5M8Oj2TMjLJuyqi0w1LOoXRzvF3zprmLep/K9lo0hX8jlbKNJxC89+h8mNgJ2QGis246EcjR1s2dF57ZTbYl9Qn0bXsbNsS/HbGzgCheTAYLDdzGCxfJWXxDJcGFT8LsOtqwpfrueT+Iil1uCW472WAzx3omqgbenk4LgdzwBsNKXx7PmRs+iAfEf3IyZ4LgvF1Gw9E1wqy18jQVpxv8M1oSwZLgGpw61lqbzZisBxLNwvqZUXTpY0ilgaT7IpeK7nPLAue5cLwnnsBwrkQ8O+m9QAVNAN04nEABNgJ6Makl6AfReiH3uhnCtV00LWi7GWa9vSId/34L9/u02BmwtZg2YzJldpPeM9x2WYpJgRiJHiRryriO6YbQt8N7rUy0YcvBvmXbZ2Xd6ZnC6goATb9ezMieCTIQT+ytOulQC/Yr4KuFWWrc0Nbjb26H4KjlzJMduduWmwzqvbka9JOEez8vS7I1kueWW3Yi6o4puBli8xH934fhjGayJdl6R7K4OMDgm70I2/98GR1xFnRQ9eKstUBlcPMDPXT8Kv+0GKbcWWOtlPc+07wpTVdkM1ntGAEidS7XkZsVMiHeoKXrRdyj8ZE7qfqnxWGfSiRnx9lvQEQ/UA/vv2WjmBcHfOGomsF2mpbYKu9ujrUiuHMxKOtr2c9iHzGzE6kOWHsWtDx6wXbf0rniG5q4ZqrqB+1BUuxhyH3OGQDEFTA16M2Ux3WqSoO+pGtfgjziN95O9G1gj+8vTKtDpXNQKb5xJ82c8N0qkQUOynvLym/RyF2e/1qWlf0LuBvFycGthMsChUNui9t1JVGP9AP7/fR8qY88WaiawXaSfJx+FI3J2oLctW2LLa7FPPFOEqbtywcMM8ZUqz1randR99noAI2Pw3rELCA00G3qkY0g36gHyl/y4ngt9zxVqJrBdpJUr7Sq43GB+QURXFjc4nUoN2jHF+Q/zsUgSHFWt9uJSl+H9BfVBiBqvj8ZYwArzr4zOhHTvrh3//Wdmk6QNcystOMMOBeqIsD7Qs2hXQttrtm0Oa8hXYuBJ3+xpBirX9nBXbv67+ZLJV0iCWhQj7fjslhHuuyXg2Hnhn9yEk/BKsIilPeSHStQDs1hQH3Zh2cpyfYBHBgeVYkbvB4stTWLQF3Yf5lWsLqQr+g7xPVWZpYESrm8/cG/n5ZVEUk9KO6+mG4IZX9SOhaWew0FvjrwHVjNAWF3Ic2ncRwWWbXUlv3BNyF+ZjpIQ2vAXU7SSWBqvn7lECMP2wd+oJ+uK8fevVEwh5vJLpWsJ3eBf564roxJLlpW5bbfjRocybnr1ECbvs+JjmGeMxyKFQ82L7x5JxUccMQ+pF7wD1DwI2uVcxObwI73bhsiGXBdP+bZ/HEKsNyMS8W25PApkm7fraQIABRm8vaWC/zvmlqEedKf/UMg8CoGeCNquR2ox/564euyCJhh1EOXatQwH3vqhEaE+Vp8p6dMDlI4MBSW13hS0EpJfu+9iXsgy0sl0vfbHpQNm7Kvlsf/ShGP4R1jeuxCQ1dK7udJOPEm6tGkJS1GVqenZgxnBlZsNReT/hSUIfbvr89COz/5NXoZD4Cbgjh2mZFD/Sj+vqhV0AIuNG1KtnoTmCjdxcN0BLmpO1Ybn9guATZsNTekXCQ6jOUWPc5Sa7nIhYj4IZyBt7oR3H6keB9JeBG16oUcI9dNMC+wAAjm5t5PLNSTooLi23eCwepHkNJoTNilAEk4IZ/N11d+VcH/aivfhBwo2uOB9yeaw8vKVmlOLHc/ophuxsWn3ckHKQ6DCXW/U5yUMA8FiPghkCW0Y/66gcBN7pGwF2th98RvrDzlts3XZ6bsdSedCfxB8NIZr5nKtRsmCTghr950H3VQD/qqx8E3OgaAXd1HrzhyUq0PNoe4D2zIujPFtvbFg5QFwwhmfmf6UEBx1iLgBv+22i1XobNVuhH8fpBwI2uEXBX58Glu60HBbV/arHNC+Ez/2IIycz/+oZ98Iy1CLhrTulqcqMfxeuHf/81Am50jYC7Gg8uHTzalts/MWx33WKbwyKfGf7qi0XBBjE2TubTJ+t61pIr/fVhIdBWdX13y+j/6Efx+uHJ63AzgYSuVSng/nDloVuerEj7Ywa/4dVQcKYstSc9lYsTJrP1wSmBDy5jMaigj896yU+bvLGVe4x+uKkfguDuD3u8lehahQLuN1ceerPIF1Ww+eTWYpsHwmfeZvjIfHZmjFCA437eFvi5p6tglPpId/SjHPrh/T70h4AbXXM14H6u40Mrliy3bzp47eY8I/J9ZqTF8JHpLICkP26xGlTY3003F96XdVYb/SiffqiUBAJudK1iNpLY586FB256slqiHxnsLjc1+ryl9qTlnC4ZPjL1wTNhf3x6HO8O1fT1hvbfuHzOX1XwcfSjXPoh7IsT3kh0rSKTD27EYQly0a4stz8rmCWwlX93LnzmBYaPzPxvI2FOK30CVfT3uPSLZzUmoh/oR8Lf9iz4XWe8kehahQLuIxce+FfB5ZxMa5neWJxhkswCsFkyO99rB+z0N81328GC4IC/f+fav6bRD/Qjxe+7YeUWXauQrST7WXZceOBT4YC5Yrn9qzw3nfj3+Sl83nWGkNzE4UZQ3otDiKBKvt6KqVCyX8XlZPSjXPohGD8VD7yZ6FrBtqpXLOb9PhZYQsti2yb5jH/oWGrzXvCsT+QKZ+Z3uxO2VjMCHV37uT4lgqAOvt6M2FioZni2Kvxs6EeJ9MOTnX7JGIquFWmrtnDsWHThoT8FDzy03LZpof6XnNtjdjtbn5udWJYd/5n5Er6EM1gTSu7rjYhlfrWBcBX9QD8s2mRFskmPNxRdK9Be0jKWU1V/4E6Rxfv9+x0atntoqb1bSYkeZrcz8Tm1tP4Sldcp2EhBbXQoe7B9GeK77/7VRT/QD8s2aQrzYil3i64VZbOloj7Wq/KFcWa5/RfDdlcttNUVDkRUwcjG504C8tsaE//GtJzSNRaFEvv6RUQlkq4Dz4d+lFA/PNlppvO8qehaQTbrFVXdqApfGFYL5QsH67aF9i4F7Z0zhGTib+sTojUMyq30zE+u+2AVAkrq6/sReb3Tjjwj+lFC/RDM/Ct6vK3oWkF2k1Q46rvwwNKctC2LbfdNN55YaGteMDsxdEUQS+Zr7bD8tpRiOot1oWS+vhky3tzZCP7QD/TDIAA05RdvLLpWkO0OBPZYqOOAuWmxbdNyTgcW2rrli79wX7ueLIMW8+/f8vZJAAt+3gsJzm4rv+kH/aiEfugg0PQD4ZC3Fl0ryHYXppt7nZjx9+RH1K5YaldyHPBSyrZWBc/HUbfZ+Fk/YMNYK+ZvTE9zO0vhg216ByyPp18haSQtR58X/SihfgjKF17x5qJrBdnPtKTorSsOI91lvmypXdNBLHUuk2ADidqA02QYse5jcxNByNiknqZafs6y5Jf+uh5R6QQs+bmqUvAaVJnD1RQ19KO8+qHy5an7jK6V3IZfhrYYuOI0U8Kd17YGTNNNHecp2zFNyh9VoWqA/nrd0F/Jd3qpU23Omivp720EfMX2Df+2K/DL6RR+cYp8gAU/v63LzDb6UX790AGhCWNKA6JrBdhQUpd83iXneRY8+KqlNl+z3mSji9B/GQ44KxXop37MMupl2XJEAzZFXEtmnPQSndUDJtQsxDe/eENswIKf74fU2W7X4NnRj5LqhyBfeJm3GF3L2Yam+z/eXHOeC8GAuWWhPcmGjvkU7dzlvXM+wz4yLUl1X5YXTc/EjycCEOkXu2m+25Hh/ZoTtXs5SRTS+nnQJsk3F+psox/V1g9BWgmVStC1vO34y6YNquRAfcGAeZCjod+T5t/5f7dr2Ma2Y/1TimoIejnzU5rfFnCfbZv5bhOVDc5+ANifRRzVJdhGP8qtH3qWno2T6FoZbXme9UdzWR+8I5gxuMlxRuQ04f17hs9zUJG++fTk9C3+hrZkaTxk81g/xQBnylzMvQYTYtxBQsDC+7Hw7R39rEJ6GvpRD/3Qz2MyU/9cw/cWXSvW/k8Gz/7qqvOZ7sQep8lL1JtsTAPIjQT37xqUixpXIY1EP8+Bl4wXC21vTSxTvelc1U7MoHSbJr8t4J4fhs98HHGP7weRJJqVAIjwL3Xi4rCuubDoR6n75qehvTo18VV0rRwfOyYftXuuOuGaIJgbpGhnSTAwt4T37hhsplGDda9C/XLrJWcmRbsnMX1zPDlA6ZdoUnhTn7omyF8fBy0/ef8eu3vwA8D+u9qq8bOjH+Xtm4ZhcLdZAz9F18rRDyZlPb+c/ggU7DYfJhWXkN38gZv/EgyWcUsUr2UtnxfxXK8pAu7lhG2a7h7+0h8Efb2s9REgTgsWbCDJEX3TL3NDz1YdTwxKd54LJ1YBoB/oh127XTrun+hatfzxwvUBc8EzL0R+laSDBUuPA+Hvjit/dONV8PCJggLuQ88OW5ZsMGPp9ww9Rw8gAUA/0I+IZ2wbpOKMXJ6MQNcq93HercOg+UvQ0WqXaVNwb8nmmlXDe27EDPIjnbPVqGh/XKd4EbsJ27y1MAgcWLbDk4XfVKvNbADoR731I0HAueywb6Jr5egHk4N/7uo0aEq+BNWXypLhfTcFSzpTMfda1LMOcQP6dMX74mfCl/AtRUms65QDwLVtgRIKuZUNVACAfjjUL3MGHyynDvslulaOftgxeK6Fug2aA092ZO+DngmYjrinad3Fm5C/n9Zt3Bm8GLOO9ENTsJvZyrLXRJkhKTeSWSuhHYYJf1P/BwCgHzXTjwAbHBlsCp1y2CfRteL7IS6d5KKug+ZKgiWPsTbohZ7pGOiZiU2Dckv/bd7Q/35H3+Nc5+59xcxqnFZ1U4tBP3wJB4c05Yo6wva+tzuVoR12CLYB0A/0I3GfmORy9xx9dnSt+D5YNHj/u3UfONXg9eKVk2e9LNNyvA/WDQcLNXvTttDeL+EM1UEeeY5aFE34MM3jBAD0o0b9EZfyc+fws6Nrxdr/OOb5jhkx/99Yajf3rt58MCxgcPzSA6Sasdh2ddkv5uvwKcI2Rza/xPUM1YNBtYGlnO2wH/HxMdJ2aPPGAqAf6Mc//TBtYP8Fh58fXSvO76JWV96pIhZtwKYubaMCwd63pT81qO5NXKYD7MO3v/mlNw2u6A0f1E/+8V85oW1to4G2fTPD9mb1bv6BbnNHz7h3CrRBSz93X/8m9b/L+AgA+oF+xNp+Ky6PvQY2QNfyfba9GJ9b4820Y+i2YBmnh8UAAAD9yNSu91SKgBw/JEZslMzH2Nu2yjkBAAD6gX6ktms3Zon/BiuBJV/bj0kl6WAle8Y23RBwi7UAAAD9yMW2cXWgl7ESpPSxuZiCDxQ3sGzwd8MBc4C1AAAA/cjNvlEnMD6xagAp/SvqwKFDLGTX2EuCXeRLWAwAANCP3GzcjtmUuo+VIKFvbceUMGYjs2WD9w0HyxHGBwAA9CN3O/ciNqaq/38eK4HQp6L2CFACMCOj3xoOmNdYCwAA0I9CbH1EaglY9Kf7iI/jOSxk3+DTgnJOO1gMAADQj8JsfhF16iIWAkM/2o+oJLSIhbIxek+QfzeLxQAAAP0ozObNiNOMFRtYCWJ8aCPiQ/knFsrO8EeGg+Uj1gIAAPSjcLt3/Os1YoaSA3EgzHcWIvK2+VjL2Pim5Zz2sBYAAKAfpbC9qp38EWLvIQeVQIDPtCPe2W0slK3xZwXLgctYDAAA0I9KBN0q7aSJleBbsP0YUuFmCwtl3wEcxwsAAOhHdfthPiLovqQUI/g+0PKv55B3s4eF8umEa47jBQAA9KPSfaHqKb+F2P+MoLvWvtEMmdkeUY0kv06Y0l83HMcLAADoR7X7pBMyi6k4xkK1fU9vAvxBbbjtYqH8OkJyHC87ngEAAP0od7+o1IEHNq6C9oXbkOPaOUEy5844MBwsP1mOAgAA9KMSfdPwr8OQ/jikP2oTbAelkZzQ/8V0yIvhgHmJtQAAAP2oVB/91Hm6/+TUU73E6X7vBgTbn9TYLq5D2oLjePtYDAAA0I/K9dVMSIrJA2kFTvb3QkDFmnvytYvtlC1B/t0MFgMAAPSjkv2lUkz2A04XfOZwHKf6uReworFPCknxHXNpOFh+YC0AAEA/Kt9vswGb6H5iGWf692aiCgkl/0rSMUPDAfMcawEAAPrhTP9t6j48Z/bTqX6d1zPcfXL0y9MpC4LlQL5+AQAA/XCrH1uc/ulmv2KFcnXIgWDAZFMFAACgHwAAwgHzznCwfMFaAACAfgAAyAbLluA43kMsBgAA6AcAgGzAbOi6nCYXuUAAAIB+AICz/A8Jurd4Zr3zaAAAAV10RVh0TWF0aE1MADxtYXRoIHhtbG5zPSJodHRwOi8vd3d3LnczLm9yZy8xOTk4L01hdGgvTWF0aE1MIj48bXN0eWxlIG1hdGhzaXplPSIyMnB4Ij48bWkgbWF0aGNvbG9yPSIjRkZGRkZGIj4mI3gzQzY7PC9taT48bW8gbWF0aGNvbG9yPSIjRkZGRkZGIj46PC9tbz48bWkgbWF0aGNvbG9yPSIjRkZGRkZGIj54PC9taT48bW8gbWF0aGNvbG9yPSIjRkZGRkZGIj4mI3hBMDs8L21vPjxtbyBtYXRoY29sb3I9IiNGRkZGRkYiPiYjeDIxOTI7PC9tbz48bWkgbWF0aGNvbG9yPSIjRkZGRkZGIj4mI3gzQzY7PC9taT48bWZlbmNlZCBtYXRoY29sb3I9IiNGRkZGRkYiPjxtaT54PC9taT48L21mZW5jZWQ+PC9tc3R5bGU+PC9tYXRoPsxVlpIAAAAASUVORK5CYII=\&quot;,\&quot;slideId\&quot;:297,\&quot;accessibleText\&quot;:\&quot;phi colon x space rightwards arrow phi open parentheses x close parentheses\&quot;,\&quot;imageHeight\&quot;:19.52},{\&quot;mathml\&quot;:\&quot;&lt;math style=\\\&quot;font-family:stix;font-size:22px;\\\&quot; xmlns=\\\&quot;http://www.w3.org/1998/Math/MathML\\\&quot;&gt;&lt;mi mathcolor=\\\&quot;#FFFFFF\\\&quot;&gt;&amp;#x3C6;&lt;/mi&gt;&lt;mfenced mathcolor=\\\&quot;#FFFFFF\\\&quot;&gt;&lt;mi&gt;x&lt;/mi&gt;&lt;/mfenced&gt;&lt;/math&gt;\&quot;,\&quot;base64Image\&quot;:\&quot;iVBORw0KGgoAAAANSUhEUgAAAUwAAAB6CAYAAADUOmpbAAAACXBIWXMAAA7EAAAOxAGVKw4bAAAABGJhU0UAAABd1f6/1wAAEaRJREFUeNrtXS1QI00TPhGBiEAgIiIQEREIRAQiAhGBQJxAIE4gIhCIiAhEBFUREREIBAKBiEAgEIiIiAgEAoFARCAQiAhERERExL7Ze+fej8u3P927vbuzM09XpeoEt7P7dE9P/8+PHyBQADmOU1r9DoGEcXz9ufpVgQQIJLepTle/mfptARFj+FpVPF2sfu3VrwBUQKDoG6qy+j07f1MbyBjD3/Eab11eV4AMCMTfTK7FMV/bUDer3wbQMYbH5dXvZY3HrrXZgrUJAtE30dD5f+piExnJ743Vb+DB70eEX0Cg4M2zv/pN1zbO0rU4gI7xvO94KM3P1W8H6IBAf2+WgnLBlx7uGTLj9shBU/F8/cA8Ajog0L+bpKjcL8dDWR4AIevkoeERu3bpHOiAbN8cbrzyFcoS5KE0lx5y0UMcG2Trptj1iFdCWYL+yMeBh3vuqAQRlCbIqs2wt/p9Od50DIRASk4OfSzNWyhNkE3u1sJHWXaAEGhNXpo+svKImlyQzcryCgiBfOSm4yMz97A0QSYry7mP4I9gLYBC5OfeR3Z6QAdkmrDvBijLyeq3CZRAITLklp+9+8hQEwiBTBH0surY8KIlOjlADFmqBBy8P4EQyARl6WcVoBgZFEWm2j6y5FZdbAMhUF4Fe8NniMYfekLAHhRRtp58ZOoFMgXKq1D3A5Sl61aVgRIoAdcc1Rag3An0iRNMp0AJFFPGugHy1QBCoLwI8nbA6e+o3nG4TaC4cuZmzT98ZMxNMhaBEigPgvwUYl3uAyWQkKy1A+TsFgiBdBfgVoiyHAMlkLCVOcXhDMqj8JbUDYBBVAdSoBQP6Slcc5CugjsMUZaPQAmUkJW5CJA7tE6CtBPahhNOsC5BScnfIEDuFihhA+kmsC8hyvITmXFQhgf2NVAC6SKsvwjW5SWQAiUog4WQFlyXakAKlAdBhTsOSkMWu4ihg3QX0mOCsoQ7DkpDFvcIsggrE5SpkD4ThPQGSIFS8na+QmTxAUiBdD7RXToEWqCUZPI+RBaRMU+YAZuuGb/6Hbk/IPIXNrcEZbnA1RNieG+oyfUNNdzE/dXTCHe4Q57VHnDX/Ok2KWiK0QUSkOkLpXsf8pXHlPAPIPTXQbIgCCcC7fEwPlRj8l4D8HaTbnsJrF9Sl499BgxRqeTQ60H3jwDQ7ny96xAl8CK0lmuxnq9+d+o+m+/3Ls/UBJZHtVHcE72qIV6nRHe8D+liy0ZHKaOlQyfR+aKKv1+EdWc6JVJUHJOC2wmkLfqJ9BAA8lx1EdTiuD7Kcj0nCqHfRWHnuri37hAN4nvjnhWaDHaVkoxD90IK54G57qtmeFJwfIbk8WMyg5DT6DZurEYJYDNkosofq3JKdCeaGWNXZlg/25A2XwxbhA4pLlVivlPU99nWCNvLpLGySVDdRv1eiOs9kYgJqUG6zwHJkKv1GxOV0PYpscGs4jAMd3wKifOVi6XPJV5P6qC+Vf9eMBXXRYx3eo+hqPc1wveM+M5dSGMwkEcBE5r/qxmUuCPbFaAAi/ElLN5EPCXHWShNhjs+gtT5YrhUCvJObfBygNU34YRuIryLm9x5i2nZVjXCtk585w80VPjHD8NKYJZSrq7Ksi8CbkrcIDyjSJgt6ai6s0KKWBZCrp/AZVQ0HKvUeLT622USbrnKxD/HVJZTnRSP+iYqofPH44R+JijLkxSUpevybDGe1Scy/VeKeNYYwoiLzuRwv2Hg3mQ8995jL/RUreexChuFxdY7GuI1I2J1Dun62zQPc8EXUp0oyhJYBCjlnQhuPdW1KKaEaYuxcQ8ghWK47zNwvyM+88LjQK95/N2WUpxensW1jo0JjLDRC6Trf/HKOcGylFKWxZBYUzfiM5c6WZmE1jMt41qGyPQHEfdPwrMaa7I1IcTVSyreequs0LrGWA2IWC2tL2JXrgQlu3giuGZQ7dp7VKYwMpePKWHLqSNFS2Q2SsAJKodTTRqztbK2imFY9fKY4c8CqF9Eq6wvuOZpUrE8hmux5MRHI75LmSGES6g4cfwPGfgf+jyjsBbTd+WmYSBWpwysLmwVqAbRsnyRsn6UEpmHWJdxOoQeGYw/ShhfThztEypOHP8SI0TT93lG34bEHPEWAHvnHaiECyUzNpeMrak6uiBqxXz+LYPx3YQxPs9ru5xBck6tlxx7/N+9NYV7bTBOnMN9YpsQlRixvqbguvWQE38WN6DMVJiDhHG+ZrzLGOotER5Q5WH23bPxSEpOJRo0NMaJU/7mmIxFWEwmiIaSBbaEdS9T3CC/i+ITxnokXdoCYvOgGaUo20OO6objtM1UmDVbBKhLBGQpmQlUQ1TDaDcFl/+vesyEseb0GuNaiuRCT1Rqq/+zXkLUtwCnIlNhntggPIeMIHhP2Kp9TyOGx7TqklaYnEEQGGyQHB+opV13SnF8HwD8aUvdIbOdtGM6GEVGIa/ohGWiW3QutNaTDgpTxYkTn5oDIvGC2jzw7lGPWLcIp0+GvF6bDgYnttcUXpsyM3A7ZWsiaYW5DYWpjexz2lOXtoZJGAbV7/yGyUDsM8ztD8mOE2K5wkRwPQ49JYh5nfkuLai2xHjBzQD/yZqXoDCzSZhmCUKBOR9Q2rqkFJL3hNaqMDfFOEHc95nvcgLVluge4A4WblqI00QH7yxrEDhlFVNh63KbaNnWhNY7ZG6KQYK4H0NharUPODMsXx0LB+Uy2orN7ExTg0G/snILnX9v86OEAApC610ylVQ7QexPoDC12gucGP6epRhxFObSRAC6zJjNpuDalFIi0YJtZobckRpVB4VpnKdVhMIMJ9M+foNpXV4Lr98grnss+L0zppIqQ2Faoww4Bey7UJj2KcwWc8PuCq9PdY+3hdbjZkK/EsYfClO/PUE1IJqW4mOnwlTuMKdE4EU6yE0sgn0TXO+UqaDuEuYBFKZ++4JawH5lKT7WKkxutriT0fo3gmveMb/5LGEe/ITC1G5ftIm8eLMUH2sVJld5lITXp441OxJcc5rlN3u8z75OChz033xLardPEQozu5BWmh+9ySzSfUngHSjZ8YUjN8Wd21XzpNHmRGtkentjg7E39qEwLShcjxA7uxBen5p8GQmu2WN+82kKfEAvuX57g9MifAGFaUHYghuHkJ7GwlBe54JrcuZOLpwUpkVHmC8IhZm8dcmRk5GFGHHwGZvwwUVmLeJXAtlxKui7Qutxy4nuU+QHhxfXUGuJ8uKWKSdz29ojmZU19yZ8MDeW9yC8fpVh5UnFLwfMb66lyI83xnvdQq0lxgduX3/qspJDhXlpwgefZVxORK2FHAqtV2BacU8p82No1Ymt554oeVRQUOOYLcuw4kxcb5nwwTdMhdkQXv8hzaSLw7tLWbSMifh+nFsjn6HeUjm0hgy+3FmGlbZ7KakPfmZ+tPSwjXmaPdzMYRupj+xidh99QL2J43/uMb6w7G528MTTEufQngkfPWd88FR4bWqh9iTl9TI7ERkDSH4nGaDiRLGvroVrln88KqZy2LYEL24Z3EbeP7icZfH26nl94rp9ofU4t0OOssh4qqqFZRYWv+XK0m3emATF6xkJjlNLMKtnZWzl5YS4FV6fOt7+QGCtClMR1TLkywvjPXeh7kQwv/aIWxbW/oZaZvRoCWac+RMPJnwwt6ToIiNlXRJY756x3iBjvvQZ73oIdRcb76O1w3TqFTNndMR9ORbUYzIrbNomfDA3ptcUXJs6BeZVYK1dhnXpbpYtDTYwBnCkg3XJL24Z85CvWoBdLw8eW5YK80RwbWo5UU9grVGeLDa1iakKvg+1Fwvr9RtKuyF//5H2XtEYO+qEMzM6oCK0CDaE1uW0Y9ZjrnWQx1ZDRvnTA9SemJfzGZZEY3SJ3cbYG6Wc4EctSRyZIjDcLPm+0LoHacWCGAkUNwFV1Ig3F6j7SxTfnbWxbUtKnaBDvxhtEvG97pQxcZoDDKlj7zqmCM0GM3MspTCpSY1BzHWoQWlXQCsabmgKLVFaxMa24GEdtYn/t8LYL1sx5PVGcww5dam7JgkPZ9jDgdCa1OlEzRhrVIkn4FK63VOQNx9pHmQWKcz1ZMUjx5NxaHdPsRofnH+HR/+R1w/dD0FG/uPDNOHhXE3RFFiPk9DYjbHOOO3Mf4ZuOTLldEyP1+TvM4IlSI1jXhKfV1yrST7KAY5nkhjkSYDaDIXZSxHoz6jxS49+4Fx2ZDBG3yHxQw9zzLlxS4/nUPv9J8TnPeRtZB/j0Ng1TYjKDItvKLAe1aK9ifj8Q+L39HLCH4ql/Gah8itxssmq9fFdopiaEV92aSfkWZ01I6GcE/xfCd/+bqrwUTPJyzglDyrJRB32cRzh+RVCudJSZzfc45uo4+jKlijK5pr76sb7ukHfr5TlKE7c0uOZX0S+XAU84+Tb4R7J2s3wsKIYJRemCiHnPuxOjHXqDMW8yXx2mZBMmuetlVBldCmb88QCZXkdIjNX64pTbe4X6W4uRqvt0sst9WjH7OWID5SywIXRhzgjWz6NmsFTloD4VCSlLMNchPcw90hj3lBwuzdcWVKzsgtlTbaVu/vlcWjWBN6HE/v/UEqmoLygqzVlOc5TJwxRHs0epKy6fqiFqA9RGMxw/TvM9w4rvxlm3R8u4AKFhTJmJg98YA4kSbwqIsKkL21nFyRkXFV+mE7M6SMDTmcMM7l0QHzmcYiSn6mYV8EShbFvsGyOBJRTT/idXgXeqZEzPlAK98c/bCHmSf5G7fVmjMYKvR1SFfkOCQp9yyC+7BAOnBuD5fIxpmJ6dOSvhz6L+U7HOeRDy4rJRExQOsyWyWdlyW0FPJNatzX0+f9bao0xYWNUDeXLJSGptWGwTEalYRJzAlTB+TTiO7Vzyocwd9yqS+C+A9OI4HIsFaB3ylLtKMvyhDGd6F79fUs9Y6Bin4sQq/Qmr0kd4VjmoaHfXmbE2NeV5UaC79WySFnuEfZ/5YfNpJTXxNGT3pRbtGkRP8JCJmODv/2M6fn00ohfO/Srqr+k5jFkhP9V1JpTGxVnTbUcjmK4IXFooRTkQLWmVS3lwxYB/5rB399wwucwPjgx56hGeK9ugAU8U+GUUs7lbh7SyrwFTRkcv9lWZvrhN9f7XA2N+P6jKtjnb//nTHW5NFTCowDU/8M+bCbjowUYVFWVREfJS0sVg5czfKdNtRfa6p3aqn7UhCqNsEEwP7Ez5eJuVDcKF3rRcX2y1coEZXIQzJDoSQfsU4bLvQHEyLhWQlykIVACCYYbglzxMlCSA5saEB8BLTa2YXWA+0AJFFPGdkKqEw6Akizg1OnUHaAVCd+gDphXWO2gmPIV1DCAG0uFwa4zsuB1IBYJ41JIUq0LlEARZSsonDZGIlYecOpElxnAj4Vz0NDkpXFTr0FpyFRQjBwlRBm4i1aVwaSA9SVcc5CgPD0FGDc7QEge8C1GOVELiIlgfpf3KzlAWshRN6CSZQ8IJecmUqkKxEQwL4b0/x8DJVCIDB0HGDq/gFA2LuJ3egFaorgHXdWxQEE7KEB2agFxSxy2CYNPLSe6AFri2O8E3AM0RaExyENmSgF79hQIJQt+leGO7wOx1JXmaxLzIUG5VpYveb9hNc8MQDukHnzYDVCa9yjlAqk+8TefvYnZDikx4RHtkNrwohJwSdwtlKbVslH0sSxnyIanx4QNxmRstEOmw5NywNUCGPpq7z4d+lxHXQFC6TGC0w6JjG26rtczEm8gJQsjn3ZHdPCkzIweUVnO4Q6mzptCwBUXffDDGmXp5YZfg//ZMIR6/8890MqMR798BsKOkD03mu8VD2U5R41ldgzhTFdvA7FMebXt46I/wy0zkt81j4qJJ8Qrs2VKkxG/3AZiWrjoXY/ujjcUtxvF50MPj6ILFzx7xtxTrxsFWlrxreqRBEDfsDn8Ha5lwVEypAljqLdDDoCWlvw7UTwcwPowiq+7ysJsI0atV4yESrBe9OXjJrqvzOQrUNCLIT2GwkRSAQQCWa0wx0RlOQFaIBDIdjeO2g6Jm+ZAIJDVCrOg6vooP8RSQCBQLugfr0aIOoGPFRkAAAC1dEVYdE1hdGhNTAA8bWF0aCB4bWxucz0iaHR0cDovL3d3dy53My5vcmcvMTk5OC9NYXRoL01hdGhNTCI+PG1zdHlsZSBtYXRoc2l6ZT0iMjJweCI+PG1pIG1hdGhjb2xvcj0iI0ZGRkZGRiI+JiN4M0M2OzwvbWk+PG1mZW5jZWQgbWF0aGNvbG9yPSIjRkZGRkZGIj48bWk+eDwvbWk+PC9tZmVuY2VkPjwvbXN0eWxlPjwvbWF0aD6XX5znAAAAAElFTkSuQmCC\&quot;,\&quot;slideId\&quot;:297,\&quot;accessibleText\&quot;:\&quot;phi open parentheses x close parentheses\&quot;,\&quot;imageHeight\&quot;:19.52},{\&quot;mathml\&quot;:\&quot;&lt;math style=\\\&quot;font-family:stix;font-size:22px;\\\&quot; xmlns=\\\&quot;http://www.w3.org/1998/Math/MathML\\\&quot;&gt;&lt;mi mathcolor=\\\&quot;#FFFFFF\\\&quot;&gt;x&lt;/mi&gt;&lt;/math&gt;\&quot;,\&quot;base64Image\&quot;:\&quot;iVBORw0KGgoAAAANSUhEUgAAAEkAAAA/CAYAAACsCOUAAAAACXBIWXMAAA7EAAAOxAGVKw4bAAAABGJhU0UAAAA9mEzejwAABC1JREFUeNrtXCFQ60AQPRGBqEAgKiIqIhAIREUFoqICgfiiohJRUYFARHxR0RlERQWiogKB+AKBQFQgEAgEAlGBqKioQCAQFRWIivzNzDKTubmku5dLmp/7O7MzFenl5WVvb293L0LkJEEQ7IEeg7ZAz1FPQJ0c7n0E2sZ7/gKtiiIIANkHPQMdgc5AvwO1LEAbGdy/CtoH/Yi5b4jJ2wUxdQQWAtgEdFmDugZx9EC/CPddhZjzIKYBeoXEpJF7A1gc0AfmfWdZEeOCXoK+BWbFS4lJF0/NNEG1mKkUmvcL6C3qS4IfipNBCkyLFC+nmYUlbZCUO9CLOH+Cb3fOADvXdNDvKS34MAuSDsMlnXHtJosphyvoa0qCPvMIQygPc8MA3WWMey/9N3wZQ4zFOqBjJCFJ+kWJmZoMku6IYw4U8VZdcd0BkrVW3GtCnRF5EbUkkvRBGKslTeH5tjgLfdcFLiqhtZ2IogmA+sOwpmrCOB4GgdGA0BNlENyiUOUsIVh8lXxQS5RF0Nypq9woZoyRdF1PlE0Y8cxzzPYnSvJElFHQaVJkFY1d4HdFCkrDZX2/rCR1GX6pnkDuiSirYPRNFT9muR+JsgsxzxPgvrAiJc3C3xUbSLonkrTAoM+OaSaRdMmYctFpdiNsEUzxcmVVmOR9TiQ5Gsm4rrBNmDmgWSHyPQUOKoMsyk1lDCortpLECSqPha3CCCq7NpNEDSrHNpPkE0l6t5mkBiPqttZ57zGCyqatJDUZ6dyBrVbEqd0//Y+4af1Ljk0EdTRr9nVbCKoqavNUv3RpC0mP0oM/Yj3eWI/Av07Qb0XLi4tdsRRZ2rChXanK0zgFd9O2VyCC9hXdbn3pGmrHSa+sJE0UfsjRDAmmZSSoLa1en6o+IuzUp8hXqeIl9DUrSpsMds/urgl0hyRNpYe72nI91S+dlzVX9LGtC4TRCXerialSpIM3R1IKZEOpeDCKA3NNXHc4/Xu7JshR1NR84n89hl86YOK6KEy5XNHgMOWsRgnHrmRpMzOgP5a93GnzF+7uN5If4r5xql+6ZvihuQ65WfmhNdcPKcbpmfRL0rGuW5MPXOWsArjtWOj4oRiyqXK0Zay+ZNWuCXK6kmku8bCfu4WgpzR+SDEmtWg5ThjjPDL1tayasr+Sk2JjmSy0uDdF+uMgJRZq0XKjKoErtkJDEwRRD8d8o9X4aMpfijx03QAenzHlQms/xdDDw5cZJejZyF5P0WWvK11DPrFmCE9qq46CejIAaGh4tZwZwNQyCWiaEsw0MJy+kCJkHemYjnH6KcA8ZlGnxyDwUxOTLzIA5Go0ev4QlNmpQ2Yrc3YESebNOUw8zOkbI9Szu+FKe5rH1qJF6Ip9yLsrHwPa74T+7uvc80RY/umgrxqg2bdNfktEA9PPx2F8xORjfJdLvvsvZdzT+wuXlS8AAAB+dEVYdE1hdGhNTAA8bWF0aCB4bWxucz0iaHR0cDovL3d3dy53My5vcmcvMTk5OC9NYXRoL01hdGhNTCI+PG1zdHlsZSBtYXRoc2l6ZT0iMjJweCI+PG1pIG1hdGhjb2xvcj0iI0ZGRkZGRiI+eDwvbWk+PC9tc3R5bGU+PC9tYXRoPv+9YEoAAAAASUVORK5CYII=\&quot;,\&quot;slideId\&quot;:297,\&quot;accessibleText\&quot;:\&quot;x\&quot;,\&quot;imageHeight\&quot;:10.08},{\&quot;mathml\&quot;:\&quot;&lt;math style=\\\&quot;font-family:stix;font-size:22px;\\\&quot; xmlns=\\\&quot;http://www.w3.org/1998/Math/MathML\\\&quot;&gt;&lt;mi mathcolor=\\\&quot;#FFFFFF\\\&quot;&gt;X&lt;/mi&gt;&lt;mo mathcolor=\\\&quot;#FFFFFF\\\&quot;&gt;=&lt;/mo&gt;&lt;mfenced mathcolor=\\\&quot;#FFFFFF\\\&quot; open=\\\&quot;[\\\&quot; close=\\\&quot;]\\\&quot;&gt;&lt;mrow&gt;&lt;mi&gt;q&lt;/mi&gt;&lt;mo&gt;,&lt;/mo&gt;&lt;mo&gt;&amp;#xA0;&lt;/mo&gt;&lt;mi&gt;p&lt;/mi&gt;&lt;/mrow&gt;&lt;/mfenced&gt;&lt;/math&gt;\&quot;,\&quot;base64Image\&quot;:\&quot;iVBORw0KGgoAAAANSUhEUgAAAjoAAAC4CAYAAADqr0Y6AAAACXBIWXMAAA7EAAAOxAGVKw4bAAAABGJhU0UAAACNUy1tAwAAF1lJREFUeNrtnS1QI80WQFcgIiIQCAQiAoFYgUBEIBAIBGIFIgKBWIFYgUAgEKlCIFasQCAQEQgEAoFAIBArEAgEArEiAoFAIBArEPMytZfvZbOTTN+ev+7pc6qm6tX3lqT7pvvOmZ7++fQJAJwiiqKuI1eLXwMAyFMAkHcCcYUVfg0AIE8BAAkEAMhT5CkAIIEAAHmKPAVAAiGBAAB5ijwFQAIhgQAAeQoASCAkEAAgTwEACYQEAgDkKQAggQAAeYo8BQAkEAAgT5GnAIAEAgDkKfIUAAnkL14GV7+gq82vAQBj8lRReecJ0QFAdIbZImIAUKP810J0ABAdRAcAEB1EBwDRAQBAdAAA0QEAQHQAANEBAEB0AADRAQBAdAAA0QEAQHQAEB1EBwAQHUQHANEBAEB0AADRAQBAdAAA0QEAQHQAANEBAEB0AADRAQBAdAAQHUQHABAdRAcA0QEAQHQAANEBAEB0AADRAQBAdAAA0QEAQHQAANEBAEB0AADRAQBEB9EBQHQQHQBAdBAdAEQHAADRAQBEBwAA0QEARAcAANEBAEQHAADRAQBEBwAA0QFAdBAdAEB0EB0ARAcAANEBAEQHAADRAQBEBwAA0QEARAcAANEBAEQHAADRAUB0EB0AQHQQHQBEBwAA0QEADzp6V3EtEjEAqJnoaHJgi6gB+NfRGdEBgFDz3wojOgCIDqIDAIgOogOA6AAAIDoAgOgAACA6/xTmi3LCUNHXikd14eYEiA4AgOOi04vcoutRXW5ozoDoAAC4LTrxyER/cL07IDmvg2s7Q132Btfj4HopqbxnNGdAdAAAHBadoUJNybr3tcF1MrieC5aEp8F1PLh2Btfy4GrmXJ+m1OVIBCovfku52zRlQHQAADwRnYRCNgZXpwDhuR1c67FYlViXmcF1mcNo0/fBNUcTBkQHAMBz0RkZGbnMSXIuyxSchBGrW8tynw+uaZouIDoAADUTnaFCX+Twymeu4jpsKsv8Fv8NTRYQHQCA+otOU+bV2HLnWeBvOHsDEB0AgEBERwq+5fNSbJlzZEKvqldsgOgAACA61RU8nufyy1J0+g6U3+T12wmSA4gOAECAoiOFzzKq06iw3IsGewUdIDmA6AAAhC06Uxnm6qxUWO6bNMmhaQKiAwAQuOhIBQ4tReewovJ2U8r1nWYJiA4AAKLzUYE5WS5usxvyVMll/ZLyyoqJx4DoAAAgOv9UwnZfnbUSy9hOEbJzJAcQHQAARCepEquWonNRUvlaKYd73rPbMSA6AACIzqSKPFqIznvROyTL5oaTyvbMZoCA6AAAIDppFflmOarTLVhyblIO51yiGQKiAwCA6KRVZNqlScmy9P0yZTRphSYIiA4AAKJjWpkzVyYlDz7zKOU7v9H8ANEBAEB0iqzMB1c5l2Mv5fv2aHqA6AAAIDo2Fbq3nJQ8n9P3b6bslXPGMnJAdAAAEB3bCn2taqdkOcPqbdKp6fEEZZodIDoAAIiObYUaspqp1EnJslfOpHO3HgbXDE0OEB0AAEQna6VOLEd1Opbf10x5Zfaa16sxAEQHAADRWbQUnRuL74qXkV9N+Mx4yXubpgaIDgAAopNnxR4tZWdB+T3fUyY5r9LMANEBAEB08q7YVtGTkgf/dp+9cgDRAQBAdKqoWNNyUnL8Nw1DkZq0jPwHzQsQHQAARKfIyh1bjupspXzucspxE6fslQOITi3jGM/JW5DE2ZEHnvha1772BjBscw1pc2tZb8Dxyt94zuhI2/0i97RZRMdP0VmyFJ3bCZ/5eXC9TPjbnyYjQgCIjjc3mThJHgyuu5RR3Jh+PJo7uOaIHljITEd21j+WRS79kfZ1ofzcpnzmecp964NneVBfq1l86ys6UsHcJiXLwaEPE/7mV52tGBCdgOK1Ign/1TJ/xCO+u2M+e2dw9QyuRVpurdrUx2hKPDKzLUJ8KfcN0wOp9xUP+eeWB10P7/22gej4UcFtyx/5OMG471Lm9jB0DYiOvzGakqffO4MYvcno7alIyfWYm8pewve8GP4ObDDqb1uak8Uqcfu4TdkxX8Niyvcuijy9R/lx4XtbDEF0skxKnh76nIuUf79M9wZEx9v4bCS8JkgapYk3I11Nej0tI747CSLTGfo366ZP07Rar9vT5yh/xu7eLw/iBxlHcKKUtxXzHv8e9RYdqWSmSckGy8i36dqA6HgZl4WUDT8/iEdtWoafOSujPcPzdqbk/zsz/A2+02q9blfNhFeRVynHBKVxMua7WnKOYtE8+TqyE4roWO+UbPDq64BuDYiOlzHZNXil8GgzVybhVXdHXo2Zji4zP6fecn1hcT/6MuYG/jJhBPJB5Doe7enKQ/9NhpGfc0TH7YreW/6w7ywjB0SnVrGYkzk1aZxleYKVJ+23oc9aNYx/nxYbRJ/UnMkYi0lz5O87Y4TlSv6/Zkof6FneE9c8jHUwovM152G825CWkQ/NYeCyv9oV/n6Izp84fJEltGkPN7t5PMTIypqPG9WVYfxP0IAgcuqMok9ej/ztZoLk3GlzjOR17cTlBw9jHYzoNHOc+f4Y2oqIDEdqgAOdB9H5bwVmWlKPbx7rOX7nkuHo8DCbaAAjrSPsjOTi95E2u2Ur5oO/O6z7qE4wojPydJV1QtZ8gB0S0UF06v6a4LWIUTeLByyWlYeRUxe0+7rJPjzvI/ejdsZyNAxGOf+ZnI/o1KNhjXvaawfaKREdRKfukrNU0Pf3FbG/QwGCyambpku75d/Pj0w8jicVz+VUFu2ozgui43aFsyzD6wTcKREdv0Wnq7gWa9JmpwwlJ36AWS6wHBrROUQBgsmppnJxLKMuw7v8X+c5R9RCBKLIo2NOZGGAJge2fG9cHcub1FngnRLRYUTHtzZ7briqcqXgcmiW8rY/QSg59dawTayOrJC6yXshjIiUdsn5ukexDm5EpxHZ7ZT8HPJSckQH0fGsvZpuEvrNodj/4vYfTD6dMZyc/hb9vZdbv6g5XJHZ0Sel9h1EJ1ulbScl8+oKEB3322rXsJ7nRT+8RLqjAFhWHk4+Nd1T6Tb6/27Kv4t8rWwxrePAo3gHKTqfI7tDz24RHUB0nG6nm4Z9Oz67Z7qE8qwp4r7xCULJp98t8sdOwWU6V5an51G8wxMdS3v9YDHQjtmUCV1c9lejwt+v9qIT/TnqxWQp93tZc2GiPxsPRoZlYll5OPn0Qdknr0oYfewhOvUa0YlXY/y0FB1WRYCPbb7WoiNzHkz3AvlWYrlMd0NmWXk4fXFW+UbhdxkrnBCd+onOSWTPU8T5VoDouPbgYioUl2X1XymX6UqWLq00mL64qeyPRyWVC9Gp0aqr/RzmWqzRXQHRcaZuO4on44USy9VWxHyZVhpMXzxybTRHynVV17cbUWA7I29ZTkIe5YbuCoiOE/VaiMyPWNgruWwHpsvKGSUOqi/+cnElnsW81T2PYh7MoZ7LFhsiTWKeLguITuX1ulLIRLPkst259GoCnGivLWVfbJdYtn5dt1sJQnSkcT1H+dKl2wKiU2mdtl1dui05x3T0+AstNJh+qNmZ/6HMkT6Ltx1tj+Jeb9GJ98pIGSo8jf4+QyRiuBkQHefrM6t4ZXVfdl+NV3YplpVP00KD6YdnLr4akv6kxaezruorOrLq4TIlATYVe13Uc1MhQHT8Ex3NhmurFZTP9JUa8/3C6oea+TmtEsu1qswRXh2JVHfRmbRcrv9hpJH9+VcXdF1AdEqvy7xmNKeC8s0pXgN0aZ3B9MEFV3fhV6xc/ODcs9jXU3RSlpG/jNqyxR4C3g3fAaJTE9G5VNTlawXl6yrKx7LycPrgnqvtNjI/BLf0TTcRnfGV6kx4onpP2gfHIhA8kQGiU349FpXD642Sy9eQBykT+szzC6oPmgp66fO2ZBqHhiVEp9oKraYsI9/M8ceOZCIzyQoQnXLq0XP5ISReQaUo3w9aZjD9b0oxPeKm5LI1lFuveCfotRIdeTf+NKHwOyl/b3tCd5uuDIhO4XXQLNmu5JDMSHeG3jotM5j+t6xoF9sVDA5EdRb02oiOLCOftEz8JM1C5TNsNhU8pisDolN4HTTHt1xWUL4l5db+LCsPp/85e4q9cgVjzCKiU00l0k4jPzcdalPuczDcOGfpzoDoFFoHzdLczQrKp9lCn2XlYfU/07bxs4KyPSja7b2n8a+F6Fyk7C7ZVHzWkuXrq126MyA6hZV/2eXREou8sUerDKbvaebA7FTQbjU7Iu94+hv4LTopQ4J9m02XLCcl39OlAdEprPyHLu9vNfjOa2WMW7TKYPqe5iY7X3LZNK+t3nx93eq16MTD0xNsNP5RPhcgT7VZcqeMyaLsD8Jlf7Uq/P18F52+q6OrFqM5fW7/QYmO6b5KjyWXaypl8c4ovUBk0x3RkYL/njB0vZrhs6cVO6/WoiEYxMR2RRo40Hl8Fh3ZCdnZVZDKuTm1zhOQ2D5Mz1L8UXK5NFsh/PZ5FNJL0ZGttCdtyrWRw3ecWNzIvB3aQ3QQHYdF56tyYUCjxLJtWrSDNW7/wUhOS9EuVksu262ibEee/w5+iY5M7Jq0+mI/p+/5HOmPrS99DwREB9EJQHROXZwrJ0P/v5Sx/R2VvFszeJE3S31IVt7447LNef47+CM6IjmXZe1nE+nO1Kn1pGREB9GpsOyaeQQXJZZr36INsKw8LNHpGbaLs5LLdaFos90a/A5eic6kJ7vrvJ+UBp+3bnlDa9ewwyI6iE5VDzcaDkoqV/xKYnhLf9O9SFhWHpbomE6i/1pimZYVbyt+1WE6hjeiE00++VW1V06BT5O1nWyI6CA6FZW77dqrY3llNTy/4VLxCqvF7T8YydHMz5krsVx3inJt1OS3cF905CY7zkDjp6r5Ar/70OKG9laUeCE6iE5gotNRln2zhDLtj+Qf07OCWFYeluiY5swHR/N4r0a/hduiIwUcJznxyquFEqzcZlLyVqCdFhCdskZyS1+5IosUhreeiFeEbYc60gsT24rp/JzjksrTULyh6NfpYd1p0ZFh65cJqxdWSirHqcVN7b5mnXZZOi6X/bVQ4e/nq+gcuJKg4sQf/b0nypW8xjLdFZll5eFITmNkDlfl/S0y37jwvW7zTJ0VnSh9r5wvJd/kbViky4MjHd1X0TlxIUGJ0FwNfc/z4JoZXLOGI74sKw+rv60opGKmhPJozrTaD/j3KE90JHn0XfohIt0Jrx8c0eUB0clU7p6y7GsFlWMvaZKm4rUVy8rD6m+moyf3JZRlSnH/Og9cPMsRHRkevnNNHiz3zIhHpKbo9oDolCY62wWUYXQxxKlF+bqOtYdpkbfrkZHzvtSpQ+7KFN8bw3Zx5lAfeqjrqKNTopMwPDzKVVWdL8Ok5A26PSA61uU+qnIUNfpzHtB70lYWkq9eDMu14FBM9yKzs/ziJfObCI86vo1o/DmMo3wruCymR5Q81XnrA2dER5LGpJ2In8t4l5lSxjsL0WHIGhAd+3LvV9Xf4oeUEcl5GxaW+DWZb8vK4xU+FjnslPlFhd1Ulwssx7yh0PaL3KIF0fnbgNOOW9h0IFh7kR3LdH9AdKxHVDTET9KzOXxv0t5dmyP/xnSidM+RWHYie66RHeM4dxVxbRRUhmnDeTlPdZccJ0THYCQnkpGUKQeC1bZMEpd0f0B0rMrdsuhv3Qzf15TXZaOSs5Pwb58Ny9NxJJYPUTYO6ElGcb6pcqQv+nfn7iBfVzkjOvKDnPu03M1ynk7MEikAEB2rsmtPCH+zGdWRZPiYNCIz+qAl21+YjjA1HIjh55w2vSSPTY7znOIecVnA9zdS5rl+8DOEkZzKRcfwdZVz+9FE5oe0JTUsJvUBoqMve8+yv80okuC4p/DzpH6rmDt040gM89rZ/ILelFuc8544b3pPPQ/tNWQloiNPF/eKL513KGCvGZIEQ7+A6OjLvmDZ3z5WDTXG5KCdlDwUy9L0mDKZvgbqOhLDbpQfM/SoXKS8m+P3Thvu0L0X4gN36aIjKxVelF/qyjvuxRySxDbpABAddfmvM/a7Oxm1uTecW3M77oauFK8FR+K3n6PodOhRY+PcL3tER+5Laa93+yG/dixNdOTd5ZnlHJe7qOIDxmSS4s+cEsXRuCdFAEQnsfztDPPjcl1hpFh96dKy8o0c43NIj0qMsXbi/EOW0RWZ47pn0C+Oohod0Omk6MgQ8feMr3w+nrAWKghQQ5a4PuacTONRrR/yA7BsExCd9Dr8KEFyDtNuPoq5hT2HYjefY4xYRZocY5t5ULsZxDVtX7efTB4vUHSiPweI7ctQcd5PYXeS8DpS+AUx6UaGIEyLkK3Iq7Wv8h1XOQiaCe8ypB5vzLU7uNbjETCaJ+TY0buKa9HROpiuKLEh7ucbBmVoRua73nYci991TrFiE9Tk+PYsc/+OyciOtP8Ng/lhjxFHeCTd4zU5sJX302NerGS8CbhGj+YJjOgkJvtezn3t1HQ/kch8S33nTiuXB8IXRKew+PYzxDTe0+ZAHnLn5bdaELHpiuCnCfZP+fcITnLbz31EB9FBdADRKbI+Wxlv2u8yZ3BJ+b2XPsuAjFzfZsxNZ/Sof+Kq2Uz2UOT6dw73iVeZg9NGcEoWHQBAdEqoUzwc/S0yP4PuVW7yu7avhiOzs4OcWVY+oR7rMnfyRlbs9OV/x/9te3CtTpjoekyPyvSw3JK/mZHXVneKKR4vMnITf98y8zsRHQCosegkSM+63KSH37Vvy7y7haw3BbmxeLWsPIe4XuQ1gbbm/esmy0o8eSW7LCOV+0Ptd1f+25rcrBm1QXQAIETRKSmGR74tK8+hzknzoRZpDf9Iym9e+yE6AIDo+B5D0zlBpzWq81VdJS7HGGmWLu8TMUQHABAdF+OnmWy6WWO5O6I1/BOjA0XbYF8bRAcAEB0n47eniN9MTeq8llC3z7SGf+Jkem7jM3NsEB0AQHRcjZ/pzuh3NarzDTsip8ZoVrFiii1DEB0AQHScjJ3m+IRuTeq8zmsXozhthfhKE9EBAESnXrHT7JGyXIP6NhNGsNg7JzlWp4q2MU/EEB0AQHRcjJ3pHIwX3+dgRH9OxB7d/TneTLBJS0iM1wvzcxAdAEB0fI7bTEinesvOyKOs0hISYzXLkT6IDgAgOr7H7VsoczDkDKZRvtEKxsZLMz9nm4ghOgCA6LgYtyvtGUY1kpxTXrdMjJlmfg7L8hEdAEB0nIuZZunwnad1nBpznlUPyUmNnen8HHaTRnQAANFxMmYdRcx+eCpyt0iOVeyWFG3jlIghOgCA6LgYs3NFzFY9q1ssca8J9ThEcozi12V+DqIDAIiOz/FqKk6kfvNJDmRl1XvC0vgOPcU4hj9DmLuF6AAAolPfeK3XdVl5fDDnSPnP4tdY9BKVBJvO3XohYogOACA6Lsarp4jXV8/qNi+jVY/skVO4BF8RMUQHABAd12LVUKyo8XLp8KDMi8zFKUWC94kYogMAiI5rsdKstnqgdQUnwa8hnX2G6AAAolO/WN0pYnVA6wqqbWwo+1KDqCE6AIDouBSnbWWsWDocTtuIR3MelO2D14OIDgAgOs7EaFWxpPy/FUu0rmDax49IzzqRQ3QAANGpOjbxcuED2Q/HBvafqXf7mFFOQB7maXC1iSKiAwCIThU3r7XBdaKcXDqOE1Yy1aJdNOSmuCynk/dyah838QosWZq+Ikv84++ZJuqIDgAgOlnrPi2b5MUb413L/jHvUTE8ySGZx3JMwMfVohV60VZWonLpEnVEBwAQnbKTXBGQOBEdRAfRAQBEp5C6f8yxqPJaoBV60VY+Xl2VdfHqCtEBAEQHAADRAQBEBwAA0QFAdIxWEG0VdHFKNgCMy1NF5Z1dRAcA0WFSLgCQp8hTACQQEggAkKcAgARCAgEA8hQAkEAAAMhTAEACAQDyFHkKAEggAECeIk8BkEBIIABAniJPAZBASCAAQJ4CABIICQQAyFMAQAIBACBPAQAJBADIU87lqf8BLJPT6T8/C2IAAAEQdEVYdE1hdGhNTAA8bWF0aCB4bWxucz0iaHR0cDovL3d3dy53My5vcmcvMTk5OC9NYXRoL01hdGhNTCI+PG1zdHlsZSBtYXRoc2l6ZT0iMjJweCI+PG1pIG1hdGhjb2xvcj0iI0ZGRkZGRiI+WDwvbWk+PG1vIG1hdGhjb2xvcj0iI0ZGRkZGRiI+PTwvbW8+PG1mZW5jZWQgY2xvc2U9Il0iIG1hdGhjb2xvcj0iI0ZGRkZGRiIgb3Blbj0iWyI+PG1yb3c+PG1pPnE8L21pPjxtbz4sPC9tbz48bW8+JiN4QTA7PC9tbz48bWk+cDwvbWk+PC9tcm93PjwvbWZlbmNlZD48L21zdHlsZT48L21hdGg+mIRLIgAAAABJRU5ErkJggg==\&quot;,\&quot;slideId\&quot;:297,\&quot;accessibleText\&quot;:\&quot;X equals open square brackets q comma space p close square brackets\&quot;,\&quot;imageHeight\&quot;:29.44},{\&quot;mathml\&quot;:\&quot;&lt;math style=\\\&quot;font-family:stix;font-size:20px;\\\&quot; xmlns=\\\&quot;http://www.w3.org/1998/Math/MathML\\\&quot;&gt;&lt;mi mathcolor=\\\&quot;#FFFFFF\\\&quot;&gt;X&lt;/mi&gt;&lt;mo mathcolor=\\\&quot;#FFFFFF\\\&quot;&gt;=&lt;/mo&gt;&lt;mfenced mathcolor=\\\&quot;#FFFFFF\\\&quot; open=\\\&quot;[\\\&quot; close=\\\&quot;]\\\&quot;&gt;&lt;mrow&gt;&lt;mi&gt;q&lt;/mi&gt;&lt;mo&gt;,&lt;/mo&gt;&lt;mo&gt;&amp;#xA0;&lt;/mo&gt;&lt;mi&gt;p&lt;/mi&gt;&lt;/mrow&gt;&lt;/mfenced&gt;&lt;/math&gt;\&quot;,\&quot;base64Image\&quot;:\&quot;iVBORw0KGgoAAAANSUhEUgAAAgYAAACoCAYAAACbtiYXAAAACXBIWXMAAA7EAAAOxAGVKw4bAAAABGJhU0UAAACALZwRvgAAFS1JREFUeNrtnSFU68oWhhEVCASiAoGoQCAQCAQCgUAgEIgKxBEVCAQCgUAguhYCUYFAIBAIBAKBQCAQFQjEEQgEAlGBQCAQFQhEXvPO5r2enDbdM00mmeT71sq6a917aXYms/f8mdmzZ2ICAKwIgqCZ4VXjDQAQP4gfAPly7CxZ5Q0AED+IHwA4No4NQPwgfgDg2Dg2APGD+AGAY+PYAMQP4gcAjo1jAxA/iB8AODaODUD8IH4A4Ng4NgDxg/gBgGPj2ADED+IHAI6NYwMA8QOg3I790bs6CV/LvAEAr+NH0jHhDWEA4I8waNBaAJByPKohDAAQBgAACAMAhAEAAMIAAGEAAIAwAEAYAAAgDAAQBgAACAMAhAEAAMIAAGEAAIAwAEAYAAAgDAAQBgAACAMAhAEAAMIAAGGAMAAAhAEAwgBhAAAIAwCEAcIAABAGAAgDhAEAIAwAEAYIAwBAGAAAwgAAEAYAgDAAAIQBACAMAABhAAAIAwBAGAAAwgAAEAYAgDAAAIQBACAMAABhAAAIAwBAGAAAwgAAEAYIAwCEAQAgDBAGAAgDAEAYIAwAEAYAgDBAGAAgDAAAYYAwAEAYAADxCGEAgDAAAEAYAOTLEZvKa5HWAgAHwkAbk2q0GAAzBgBQ7Hi0yowBAMIAAABhAIAwAADImTDo/ehm77rI+FqxtN2FbS26KcIAYQAAZRIGzSB7Gpa2u6BDN0UYIAwAoEzCYEnEwXnvuu9dXQeD7VfveuxdV73rqHctWNq+02d7+HvfCdv52rv26aYIA4QBAJRGGAwwqCJGXSY80IZioNW7NnrXdEq2z/WukwTsbveu9bAt6KIIA4QBAJRaGESMW5Av8SCBgXbWod3LljMfz2HOBd0SYYAwAACEwXADp2SJwZb38DcysPvUwMZwhmGfGQKEAcIAABAGOiOrMsDbcJqRzQ2lfW9hngVdEWGAMAAAhIGZoXVLYdDMyN5d5RLHDN0QEAYAgDCwM/bOQhicZWTrqOWP6941SRcEhAEAIAzsjV22EAaPGdi5OGJnwn0WeQ+AMAAAKJQwEINfDIVBOEBXHdo32bueYuy5QhQAwgAAEAbJGbxjMWtQd2hf3G6EW3YeAMIAABAGyRo83bs+DYXBTQ5Ey1NahZUAYQAAUFphIEafWSwn1FK2aTMmr+CN3QeAMAAAhEF6Ri9aLCccpWjPspRcHkQ4uzFPVwOEAQAgDNI1/LehMPhIY3tgOBMgMwLDzmdYpZsBwgAAEAbpG96wmDVYT0EUPMUsX6zTxQBhAAAIAzeGT1qUSW4neP/KiAOedulegDAAAISBW+NPLGYNZhO6903MPU7oWoAwAACEgXvjFyyEQSuB+x6NKHVMrQJAGAAAwiCjB3gyFAZv4wzcvb/9FbMt8R5RAAgDAEAYZPsANkmIdct7rcRsS6SAESAMAABhkIMHmLKohHhncZ9aTLLjZ1K5C4AwQBgAAMJg/IcwTUIMlwLmDH5/NkYUhDMIy3QlQBgAAMIgPw8xP+KYY+skRDmbIS6PYYtuBAgDAEAY5O9BHg2FQUeTKBguO1CrABAGAIAw8E8YbFkkIW6N+M1WzN+e0n0AYZBpm01J7k94TdEiYNB3ZpL4Del7swVsn8IIg0k5D8GE25jf24v5uyu2JQLCwGn7hAenHYY+27teh+wOepU6IpQih5+E8XCA2w4/5KQo3e++vjNj8FtzvWtffuN1yNJ1mIT+0LsOfBcLhREG8jBNi1mD+QG/E3eEcjuNw5gAYYAw+KdNwtyh45hDymJ3HvWu6oDf3JI4EXeRTOzf4L/Tu87kvb8ocs46it+uyO8+BnaEtqwgDLJ/mFmLJMRm5DfWYn6jw7ZEQBik3hYb8uUVx5d8/YWzdxdSXOxrQDGzaiTQa2YVV+iRuewXe4aDf2Bbtl4K2b0FydDybYa5UMJAHqht+NLef9YnRX1+xPx/NdwTEAaptcGSwn8f5Kt/csDfV2W69zMyw1eR/76uaN8uM4K57R8vQXLUh9xjTkRm0tz41K+KKAzqFi9tQ4LKa8zXyRquCQiDVJ59SpYM4r4AX7W5AyLwX6NJxrLObJ13BJn3k0ZkyedEZg+6FnVsqkNmCbpBetz6MnNQRGFQsZgCuh8xdVnHLQFhkMpzr4/w129JOqwY/u5sX5D/Lf9OExf26I3e9aGZEafd/hPvB/xGc4gwfZWlgG3pq6syYxUepPdsIQ52PWnTYgkDeaijBFVes4COtMo18ppHGKT+zK0RswRv48zUhUG4f9ZA+SVJDpGffaliMFDvRv72ZMjU/6LivnuGuQ5dH/pYUYXBzJiJKT9cFnFbYgAaLhAGqT3rlEyrxvE07l7zyDkqHUXbthlive5X2g/ChRhR8KgRBJH71g3HmyOEQXYPdjPmwPBQ1CQkxnyEQYZ9rxaMPiq9nUQBGrnftUHbHjK8et23NGfmvPUlox5GdyrYxnz5iNTymfexpcjCYGuMQeFpUHIKwgBhgDAY6xkXg+GHkfWLgqkE72lS24Rtin7HNc1ugjP5fxuR5PKtMe9tel7Pcs7bsrDCoBKzy2CUmqsV3IEAYeC6zy0pagiEgX064fs2DfyeaqZ+x7VPxXsO69Ss9CWmfiY1sEldjULMThVWGMjDHVgMCJslcCDInzBoKq9FD/vbimIb2FOQwnkHBuvO1wytXse0OaX4m+kTqF9JzhL1fuvcZOtiztuzZhCTar51FptKiKclcCJgxsDVcy0oZgrCgD2X0v21wZqTUv2OaQ1Ncmkk52QzYRv2DPz4hRmDbB/QtIrVe1Dwk9oY8xEGDoW5pnbARg78vzYBPsc0TfLf7zR3BgRmxfU+EQbZPuAaywkIA4SB8z42pVxz3U/ZjneFDa8Mrd7HNJN8ssc08kkMB9MAYZD9QxpXQsTVAGGQ+hdcO82Ev+DPUewazumBXvvOnIH/dFNctkIYeNRpVoPBZ7cztQgIg3SeZVcZoGdTtmNJ2aacg+K37+wa+E8zJ4MpwiDDh6sFumNWB3GEywHCwPg5FpQJv3sObDlU5hSxTdFv39EWs/tMM3/McNm6izDI5sFmg/HO0w4DBsevAsJA/wyTyrXeJxeDcRB/MNoPV/Q+r/1mUlm/IOQkZVt+GfhxB2GQTWd5DsZnHdcDhEGiX+jhbMKyA1sqge4I3Qa9z2u/MflKn0vZloaBLY8Ig/xOLXldhAIQBjmyf0mZy3PlyJ4NZXtymqLffqPNL2g7sMWkjsElwsDtA7XidhsYCoMvAgcgDFT2P+bJnwLd4UlsU/Tfb7QfgS5yWk6LksNWKGEQxJdADl9aVTm92M8B7gcIg1jbtQeWnTqyR7uMcErP89pntPkFoSCdcWCPyYfnZs7bthjCQKYOh2VDnwX/P2rzylAYdMhaBoRBrO2dnM0WaIXKBj3Pa5/R5hfcObLHJNm9hjBI/yHmY5TjQ//uguDP0a+m1HFDQBgMtFubiX3m0KZ7pVCZpud57TNHefEZqfSpPZcn91tkvRcGsjzwMsTgcGdCdcDfPFEJERAGidj9orR7xZE9c8oA3abXee8zmjjeDRycfWO4O+LCg7b1VxiIShsWmN6GTdcYbishexkQBuMFjweHNrWKVFoahr5n7cm5t47sOSjSNnjfhcFtTIWrxRGC4tNQGDRxR0AY/GXzndLmHUf2TBpUOkXo++0v63nyF4PEw64PhfO8FQYx60vfGkMD/TntJCECwuBfe+eVX2xOMsLFpn1lGz7T47z3F01+wfegpeQUbKka5BdceNK+/gmD4M+518NexHbCgY1KiIAw+Nde7ZT9jSN7Kgb5Di16nPf+oskvuHdky5aB/6550r5+CYOwnGpMhbVdw99qGwqDG1wSEAZGSYcNR/bsI/BL4yva/IJtR/ZolxF++zLr7JUwGHEw0pnF75kmIX67mhZ18NK54q95hMFQW5cM7K05sKdqkFvwFXA4mu/xSxu3Zxz1Pe3Mc92jNvZDGIgoGHZy252Ns0uy0nvZKiEGkLu1QM+EQVObl+PInmOD9rubAN/j10VedsIY+IJXp/V6IQxkAH/QFDCy+O0TwwHjxfckRMZ8hMGYtrbz0oaSK/TlU/vB2O9cU2nzyIEdJrtg9j2cVc69MLiOqVUwk0BgMU1CXPHcsQBhYGvnlMFAvJthbMhsaQNSfd815Xt2cbT3ttKWNxdFlkolDGK+6GNrFRje484wuFx57lyAMLC106TC23rKtmwZvtPOBPguDDSFhD5dzOrGLG1H2fKwnfMrDGIyjb+SVIQWASYsUjHtsXMBwsDWTpMz52sp2jEdmcbVbF87Zmj1XhholrFuHdhRV/rAvY9Lz7kVBkH8aYlbCd+rEpidjBXSRBggDEooDExyciop2tFfR+FSuX1ydQJ8FgWTymWs3ZTtqAT6E0UXPG3r/AkD2Q715TKpxCC79IdXX5MQGfMRBmPYeau08yNFG9b7Pho6yiDGNkX/hYF2sJpN2Y5dpR17JWhrN8Ig+HM62rBMz+u0BmNJailFJUTGfITBGHY+ZrmeL8mP/bN7G8p1Z7Yp+i8MNB9vrynbUJOl5FHcBB7vXsuVMJB1w5cYUTCV8v1NkxAvcVcomTDoZCUMZAq3f8biWv79M9sUS+EjmvyC85RtuFLuQqh63tb5EAbi9MO+RsaqVWBgw6ahMPj2vQMAwiAlYfCWwr2PI8E3/JDQlset0cu89g9tfsGvFG3QJN52k9otV3phMOBL4K8vj8DREamBXSXEfdwWEAbpJh9Glgu+f3YlBbozEjo5es9hfsSpxLu2/PNYAjGnt44/UM2mdP85xRLCd1CQczjyIgxuYtTXguMGOTYUBk+4LZRIGLwY2Dqf0D0bkVmB477/pln+O87B+11WbKkME5o38YaB7XeWVcKrfDBqtsNuF6i9sxUGI7Y/7WXQIHMWiWqLuC6URBjcurRVZgT6RcHtz5d1758zymWE1YzbbC0wK9t8wuyB1UzVTUr3Plfc+7CkMzTJ+9cIUfCU1fYiw68iJwU1AGGQE2FgMqN2M+a9WpHf++zPFQh0hcky3aYY/Dl9793iY+MScfC/NtSWQT5O4d6HivseFLDNsxEGii1GWxk2ypmFI8/jwlACYfDLMDl3znIwvRuwrLhk4aftjNvLJpaQv/R3G2qPWd5M+L6bihmpnYK2uVthIImG5wqVP5Vho+xZOPEVLgwlEAZzhvU+7rRfvhIbtofUMalH/l/tyXY7GbfXxxjCoOsq8TrnvnGhbK+FBO/5a8Tyz1e0TyIM7G82qVyjfMi4URqWjrwyAVBgYSC23psWiwpizhaRuFCPWcLbHvA3y8p71zJsp2oChbaO8Q31TpjJhO63OUIUvEdnrxAG9jdaUGZ2hjxm3ChNSyf+YL80lEAYbFn4xrvkJ2xK0An/uSOFy95Nv/iVU/SdjNuploAw+ChzroFhG1YSuN/BiBmxmzLUrnEiDII/taW7Bjf6zirTX4qmvI3hyG+Bg7PAAWGQoa0ViwRdG3ZibNDc/yzjdppMqB0WSuwXJrO3y2PcZyZm2/zPss5uWURaqsJAtum0LZ3hxfX6WihGAn0t+FGEX0IrZBZD0YSB2FtPURB8x63fGiwjrOagnV4TaI+NEvuFSZn6K8t7bI2Ytbou20xwosJAFPKS7D1O4oviS1TcjgyytSTWkcTOmthaly0pjykFuQ/JqwjvsSFBbZqhEHwWBmJzKwV/eR31hRzoDk3KxWmKSlu9eecZzLh8GbbVkeZjTGa91kfE/ecsd8cVSRhcBI5wEIDTpDMB8He/bCqvxZzZfRyYn0o6bJagpdmNpPzoaOekfaYS+EgqqzBYtWyv3/IxuRT8vxjWlOyoCXNbrqQmxtC+I7PdZc7tmDaISTWEAcIAmDGI2r4RmJ2hEBUE59o6ILIWPFZ+QgbtM2Oxk6OfXyX1CW0S+EECM77hzO5p0XcbGLS9SdLnKi0GgDAYNu0bJmc9KPfn38he8WnD+2in5ms5bKNFGeyu5as0vC6lbsqG1HB4TzKpznOf0OSnffXNCqzKbpVnxSxWV8RaS2YHJolCCAMAhEF6zzItuTSbklXekFye1XETipXJaB2P+8GgMvFTJfQHbX7BfUwfXBHx2ei71mTQIykcYQCAMChAG2kPTTrz+BmPoglwJX3X2vyCY6IHwgAAYVDeNqoXPVDJ0kI/pyV919r8AqrNIgwAEAYlbqMrX7YpjvGMHwx86p0n3ywJIAwAEAbl3tP+6cs2Rctn3Iw8y0NJ37V2UHokciAMABAG5RUG2mqHO54+X1hwJ3qWzFpJ37W2DPIhkQNhAIAwKK8wOPV1m6Ly+fY02fYledcXDEgIAwAcEWEwqn00Zw48e/psC5Gted9lLrSjLJbVpfYAwgAAYVBSYSCFgTScePhsMwMGwj0GpJHcEjUQBgAIg/IKg+MinkIYFnuSKn39XJa8Rv82+QUIAwBAGIxqG80yglfbFGX5IPpc92Wschhpl0vqFyAMAABhMOqrWkPbo2daHVCv4Knsx7HLCYhdZX4B9QsQBgAIg5IKg70iTS3L80QHv9veVcUH/nuOAfkFCAMAQBjEtov2ON2aB1/DVwMq9zX5+v1fG7WU73qP1kIYACAMSigMJDhpDk169eBZonvzO6yT/9NGv5U+ME9rIQwAEAblFAb7yjY59eBZlvqSJA/LnmQ4oH2mlSLwkxkWhAEAwqC8wuCuSNsUpdTvLL19YNv8Ir8AYQAACINRX5Bfym2KVXqQ9+/7Rtn/m7QWwgAAYVBOYdBUtsc9vacQg9C38n1v0mIIAwCEQcmEQZhcptzPHnJF7/H+fZ8Z9P81WgxhAIAwKJEw6D3fnPIQnR/eSeTz+n1vGcwWeHkeBsIAABAGds8f7vPfNZgp+GvWAHHg3fuu9q4ji/f9Lf2EnQkIAwCEQZGEgSQXrsihOZcDSgSbEp47cCBnEDBo5HMmaFsOxLpVJpbG8SEJi0fy3htlPZIcYQCAMGh4/pydBAYFDZ9yr/Bq0cMyf+8NB+88oKURBgAIg+I+Z5Jc0MMyf+8rUv0x1YuWRhgAIAz8DDiuL+ocACAMABAGAAAIAwCEAQAAwgCgRMLg/CcDO8FrhjcA4HX8SDom7CMMAPwRBmmAYwMQP4gfADg2jg1A/CB+AODYODYA8YP4AYBj49gAxA/iBwCOjWMDED+IHwA4No4NQPwgfgDg2Dg2APGD+AGAY+PYAMQP4gcAjo1jAwDxAwDHxrEBwI/48R8TMajdHgKPrQAAARB0RVh0TWF0aE1MADxtYXRoIHhtbG5zPSJodHRwOi8vd3d3LnczLm9yZy8xOTk4L01hdGgvTWF0aE1MIj48bXN0eWxlIG1hdGhzaXplPSIyMHB4Ij48bWkgbWF0aGNvbG9yPSIjRkZGRkZGIj5YPC9taT48bW8gbWF0aGNvbG9yPSIjRkZGRkZGIj49PC9tbz48bWZlbmNlZCBjbG9zZT0iXSIgbWF0aGNvbG9yPSIjRkZGRkZGIiBvcGVuPSJbIj48bXJvdz48bWk+cTwvbWk+PG1vPiw8L21vPjxtbz4mI3hBMDs8L21vPjxtaT5wPC9taT48L21yb3c+PC9tZmVuY2VkPjwvbXN0eWxlPjwvbWF0aD4x9wpZAAAAAElFTkSuQmCC\&quot;,\&quot;slideId\&quot;:297,\&quot;accessibleText\&quot;:\&quot;X equals open square brackets q comma space p close square brackets\&quot;,\&quot;imageHeight\&quot;:26.88},{\&quot;mathml\&quot;:\&quot;&lt;math style=\\\&quot;font-family:stix;font-size:22px;\\\&quot; xmlns=\\\&quot;http://www.w3.org/1998/Math/MathML\\\&quot;&gt;&lt;mi mathcolor=\\\&quot;#FFFFFF\\\&quot;&gt;&amp;#x3C6;&lt;/mi&gt;&lt;mfenced mathcolor=\\\&quot;#FFFFFF\\\&quot;&gt;&lt;mfenced open=\\\&quot;[\\\&quot; close=\\\&quot;]\\\&quot;&gt;&lt;mrow&gt;&lt;mi&gt;p&lt;/mi&gt;&lt;mo&gt;,&lt;/mo&gt;&lt;mo&gt;&amp;#xA0;&lt;/mo&gt;&lt;mi&gt;q&lt;/mi&gt;&lt;/mrow&gt;&lt;/mfenced&gt;&lt;/mfenced&gt;&lt;mo mathcolor=\\\&quot;#FFFFFF\\\&quot;&gt;&amp;#xA0;&lt;/mo&gt;&lt;mo mathcolor=\\\&quot;#FFFFFF\\\&quot;&gt;&amp;#xA0;&lt;/mo&gt;&lt;mo mathcolor=\\\&quot;#FFFFFF\\\&quot;&gt;=&lt;/mo&gt;&lt;mo mathcolor=\\\&quot;#FFFFFF\\\&quot;&gt;&amp;#xA0;&lt;/mo&gt;&lt;mfenced mathcolor=\\\&quot;#FFFFFF\\\&quot;&gt;&lt;mrow&gt;&lt;msup&gt;&lt;mi&gt;q&lt;/mi&gt;&lt;mn&gt;2&lt;/mn&gt;&lt;/msup&gt;&lt;mo&gt;,&lt;/mo&gt;&lt;mo&gt;&amp;#xA0;&lt;/mo&gt;&lt;msqrt&gt;&lt;mn&gt;2&lt;/mn&gt;&lt;/msqrt&gt;&lt;mi&gt;q&lt;/mi&gt;&lt;mi&gt;p&lt;/mi&gt;&lt;mo&gt;,&lt;/mo&gt;&lt;mo&gt;&amp;#xA0;&lt;/mo&gt;&lt;msup&gt;&lt;mi&gt;p&lt;/mi&gt;&lt;mn&gt;2&lt;/mn&gt;&lt;/msup&gt;&lt;/mrow&gt;&lt;/mfenced&gt;&lt;/math&gt;\&quot;,\&quot;base64Image\&quot;:\&quot;iVBORw0KGgoAAAANSUhEUgAABcYAAACvCAYAAADXNw2NAAAACXBIWXMAAA7EAAAOxAGVKw4bAAAABGJhU0UAAACII0eZjAAAOL5JREFUeNrtnW9IdVt62F+Gw8UPh2IZL3GIgfNByiFIEGKoIQbOgBQJUuxgqEOEHKgUP/hBijCGWGqRwYClQoVIkSJBBj9YRqglBvwgQYofDBHmLThEihS5yCCMYSzjcM/Qnb3vLG/23XfvtdY5Z/9Zf34/2MzwXs/eaz/reZ71rGev9awPHwAAAAAAPCUIglp4bYTXYca1G14DSAoAAAAAHIyFlyVx8H54DSMlAAAAAAD3JgJRUvw4yOYpvJpICgAAAAAcjoevJPHwPclxAAAAAAD3JgKnkknAC0lxAAAAAPAgJh4Ir0tJXPxIchwAAAAAwJ0JwIEiKT6BlAAAAADAk9h4MLxuJPHxbXgNISkAAAAAALsD/z1J0P8WXpNICQAAAAA8i5Gj5PhHSZwc/bc6kgIAAAAAsDPgXwrkLCIlAAAAAPA0Vm6G17MkVo7O56khKQAAAAAAuwL9llgRnsUWUgIAAAAAYmZpzLyNlAAAAAAA7AnwG4rVL6esfgEAAAAA+CJ2bit2WbaREgAAAACA+YF9PbzuqJcIAAAAAKAdQ8vO5elwWD0AAAAAgPlB/aEkqH+NaikiJQAAAACAr8TQtfC6kcTR99GBnUgKAAAAAMDMgH6JbaAAAAAAAD3F0qPh9SKJpU+QEgAAAACAeYF8U6wIz+IQKQEAAAAASGPqRcVCkyWkBAAAAABgTgAfbf28lQTwD2z9BAAAAADQiq2PJHH1W7SyHCkBAAAAAJgRvK8qVrbMIyUAAAAAAK3YelhRUuUcKQEAAAAAVB+4jyhKqJwiJQAAAACArmLsZcXCkwWkBAAAAABQbdB+IQnYo5UuI0gJAAAAACD3OHsIKQEAAAAAVBOszylWsqwiJQAAAACAnmLt8fDqSGLtPaQEAAAAAFB+oB4duHkvCdTvor9BUgAAAAAAPcfce5J4O0qajyMlAAAAAIByg/R1xWrxGaQEAAAAANBXzD0UXk+SmPuCxSgAAAAAAOUF6IOirmEWl0gJAAAAACCX2HtDsSBlGikBAAAAAJQTnG8rgvNJpAQAAAAAkEvsXQ+vR0nsfcOqcQAAAACA4gNz1WrxC6QEAB77yK0ACgdNAwAPxxfKGAIAAAAAVByUq5I+U0gJADz2kdekrUmMAwAUML7UFbXGr1k1Dr4ax2aJVwuJA2DDAOCtv4oO/3mVBOTnSAkAPPeRHdLWJMYBAAoaZ9YU7nEWKYGPhlEmm0gcABsGAG/91arCx8whJQAgYQEkxgEAChlnog+wbxL3eIaUwEfDIKkGgA1jwwBQhr+6l/iXB7ZvAoDnPvKMlDWJcQCAgseaA4WLHEVK4JtRkFQDwIaxYQAo2lfNKvzLGlICAI995EhGGZUG0gEAgBzHm3FFTL6LlMA3oyCpBoANY8MAULSvOpX4ligZNISUAMBjH9lO8Y33SAYAAAoYc24kcflzeA0gJfDJIEiqAWDD2DAAFOmnRhQHyh0jJQDw3E+esmoPAABKGnPainl/GymBTwZBUg0AG8aGAaBIP7Wh8C3TSAkAPPaR9YzD0MaRDgAAFDTuvEhi8yukBD4ZBEk1AGwYGwaAIv3Ug8Sv3HPoJgB47iNnUnzjI74RAAAKHHv2FXP/JlICX4yBpBoANowNA0BRPopDNwEA5H7yJMU3HiIZAAAocOzhEE4AYQw6RMHaYQ7XHBIHyN2GD3O67kmMA0ABPorVKAAA2T6yJg46S9JCOgAAUPAYJNvV+cDOJfDFEHRoICkA533BIYlxAMjZrwxkJHzeuUZKAOC5n0wro/JMMgIAAEoYgzYV8/8WUgIfDIHEOACQGAeAIvzKvMKnrCAlAPDcT+6l7dZFMgAAUMIYNKqI1Q+QEvhgCCTGAYDEOAAU4VcOFD5lFCkBgMc+siYO2Uwyg3QAAKCkseiecirguxGQGAcAEuMAkLdPiRI+LxJ/coOUAMBzP9lK8Y2vURkqpAMAACWNRVuKHMAUUgLXjYDEOACQGAeAvH3KlMKfbCElACAZ8TXOkAwAABCzA5RnBCTGAYDEOADk7VNUq0/GkBIAeO4nH1J84zKSAQAAA8YjdnmCNwZAYhwASIwDQN4+5YZ6hQAAmT5yPMU3voXXINIBAICSxyTVuUBDSAlcNgAS4wBAYhwA8vQnw+HVkfiSI6QEAJ77yZ0U33iBZAAAoIIxaVGRB1hESuCyAZAYBwAS4wCQpz+ZUfgSSgUAgO9+8mOKb1xHMgAAUMGYNKpY1LKHlMBlAyAxDgAkxgEgT3+yo/AlTaQEAB77yLGUBESHreoAAFDh2CSrM/4RCYHLyk9iHABIjANAnv7kWuJH7pAQAHjuI9c53AwAAAwbm/YUuYA6UgJXlZ/EOACQGAeAvHxJXRwgl8UJUgIAz/3kNTEWAAAYNjYtK3IBs0gJXFV+EuMAQGIcAPLyJdMKP9JGSgDgsY9sMN8CAAADx6dhRQy/g5TAVeUnMQ4AJMYBIC9fsqLwIxNICQA89pFL1G4FAABDx6gnSQx/joTAVcUnMQ4AJMYBIC9fci7xIdHhcgNICWL6EpXe+cPwOgivi/D6aXj9Irw+F//79+Lf/2t4zYXXJ0gNLNf5S1bhAQAQvxj6XheSOP6NOB5cNWgS4wBAYhwA8vIlTxy8CRp68s/EZPLzoDt+Hl5/Hl6/gRTBQr0fFB8IkzSRDgAA8YsB76c6gHMMLQAXDZvEOACQGAeAPPzIkMKH7CMl73WkFl7fD69fBv0Rrcb6HhIFy/R/MUWX75EMAADxiyHvOa9o/wLaAC4aOIlxACAxDgB5+BHVwZuLSMlr/fg0vK6DfPmraDsz0gVLbOAsRYf3kAwAAPGLIe+qWuRC6S9w0shJjAMAiXEAyMOPcPAmZOnGPw2vHwXFcEXNS7DABqJ6tC8p+juFdAAAiF8MeudnSZvP0Apw0dBJjAMAiXEAyMOPqOoSsrLXT734hpj8Fcl/R9JguB20U/T2Mdqej3QAAIhfDHpv2TtT/gucNHYS4wBAYhwAig6kH5GQt3rx/YyE4J+F1x/EP5iISehoeH1HHG713MXk8t8gbTDYDo5TdPYAyQAAEL9YlhdgoQs4Z+wkxgGAxDgA5OFHZJOAWyTkpU78VkIPfh4dOhVNIDV//0l4rYXX/9MYo37KZA0MtoUnDjEDACB+MT1+ieqIUxoRfDN4EuMAQGIcAPr1IarDek6Qkpd68deJid/v9nifaBXWg8Y49T2kDgbaQStFV5/5kAMAQPxiWvwStmVJ0dZFNARcM3gS4wBAYhwA+vUh0wr/sYGUvNOJ30/owLf7vN+3wuszhZ79HZIHA21hP0VXj5AMAADxi2nxS7QiXNHWHbQEXDN6EuMAQGIcAPr1ISsK/zGPlLzTib+M9f9/zOmev6cxVjWRPhhmC/eUUQEAIH6xIX4J2zEYXh1JO0/REnDN6EmMAwCJcQDo14fsKfzHGFLySh++Fev7H4dXLcd7/0Cha9+lB8AgWxhP0dEo4TCIdAAAiF9MjF8yzsV45wpNAdcMn8Q4AJAYB4B+fciRwn+MICWv9OHfxfr+Oznf+58rdO2/0ANgkC1sp+joBZIBACB+MTV+CdtyJ2nnI5oCrhn+psbFigYA931BW8MXtJAUAGT4kGtJAP2a54obsEIfLkXf/21B93+U6Bu1m8EkW7hN0dE2kgEAIH4xNX4J23KmSOJzeDR0rVSjBreNFeMAEA8Ccl8xTr1XAC98yIvEd9wiIa90oRZevxR9/4cFPUO2HfmYXgBDbGHMpTIqwrZHwmsqOjdCLKp4v2aieC+8Buh5ACB+sTt+iQ7YVOQFRtEY0FWmKDi4EpPFIUPbSGIcAApLjEeDplgtek4pBQCnfYiMSyTklS78gej3/1vgM/5Uom8/oBfAEFtYs7k2q0gStcSuwQvFB9A4D6JE3zyJcgAgfrEvfgnbsqHw81NoDOgGQp3YyoBpCyeyJMYB/PFZRSXG1xLlFNpIG8A5/9FQ+I5DpOSVPqyIfv+TAp/xRxJ9O6AXwBBbSCsxtWFBuwfDa1Wx5V+XKPbbYj4JAMQv9sQvYVsWFL6dOT1IFSjaMneTCAbmDG4viXEAKLqUynLsQ2HA6nEA5/zHlMJ3bCEl73Ti18LrmwXe/19L9G2ZHgADbGA0Efu8M2Z4u9e6WBnebYJ8g/MmAID4xfz4RewWkrGCtkCW8iwmAonoK/u44W0mMQ4AhSbGxf2j2pPPsXtFvnISyQM44T/mFL5jFSlBiRPLaSQEBujoSopuXhvc3hFRLqVobk3/OAAA4Hv8knFGBoteQKo09WjbQ0pttVEL2k5iHAAKT4zHBtjHxAFUrOwDsN9/tNluCSXr3B9n6Nrn4fUNJASGxlUbhrY1is/ug/KIFke00BIAIH4xM34RH0tl7NObEFeYoUTplPeV4g1L2k9iHABKSYzHBtmn5MDK1loAq/3HusJ3zCAlyFnn/ixD1/4n0gFD5odpZVTGDWzrWGJHX1l0SI4DAPGLmfGLOHxZxjG9CfFA4j4lKT5q0TuQGAeA0hLj4lnNlAOdDkmOA1jrP7YVvoOySZC3zh1n6NofIx0wQD+XU3TzwbQ4RyxWqCIpTnIcAIhfDI9fxNkQWVzSmxApyXTKwSQvptcUT3kPEuMAUGpiXDyvKSaJcU7Da5DeALDOfxwofMcoUoKcde7HKXr20/AaQDpggH6eml5GJbKVLsqnRMnzKxErRtfHHBPqjxzIDgDEL+bFLylzdRLj8BUFiZLibyknbU9Y+C4kxgGg9MS4eOZ4ypfoS1aOA1jnP84VvoNkJeSpb9/M0LPvIx0wQD8HU+aJxpVRCdtzJPHZUcm7nfCalflvUTImmhdvhNddH8lxtuQDAPGLee29kvjte3rUb2Wezgh2Fix9HxLjAFBJYlw8dyGlDucRyXEAd/wHEoKc9e27KWr2i/D6NaQDBujnfMaq6JpBbZzLqIH+IsrA1PuI6Xo9xHMK7QEA4hdr4vsnetRfRZ7JSIpvWvxOJMYBoLLEuHh22sF91BwHcMR/ICHIWd9+mKJmW0gGDNHPkxT9PDCofbWM5PV1tAI8h/sPiNXmnS4T4xdoDwAQvxjV3gvie0gqxXhG8fkTm5M3JMYBQPiCyhLj4vlnKc9bp2cArPAfd6wogZJ07dPw+mVCxz7rdYUrQM76OZBRe3vBoDaupLTvPG8bCu/X7iE5PoYWAQDxizFtPiIxDnGFGBZb4JLc5fFlveJ3IzEOACYkxgczDviYp3cAjPcfssN5HpAQ5Khr/z5Fx76DZMAQ/ZzMOLiybkj7BlLmtLdFHXzeQ3J8By0CAOIXY9p8qPDZQ/SsPwpcD6+bDEVoOfB+JMYBoPLEuGjDXMaEcpgeAjDaf5AYhzL07JPw+klCv36IZMAgHd1P8YFHBrVvJaWmeLPgZ+51kRjnMDcAIH4xp92H5AlBpQx7jrwfiXEAMCIxLtqRVlLllm3yAEb7DxLjUIae/WlCt6JJ5jeRDBjuC+cMat91om2rJTwz2hH41EVyfABNAgDiFyPafUCeECJFWMyql1nUlrMK3pHEOACYlBhvZJznwPZaAHP9h2yr/BUSghx07Fvh9bOEbn0byYBBOjqV4v86pswZw3ZMpCw6qJX07OUuEuOTaBMAEL8Y0fZNhb9u0sPuK3BDbC8LTP7yn8N7khgHAGMS46ItaxnPn6KnAKyLJS6REOSgYz9M6NWfIBUwTEe3UvzficHtmyrx2bWMQ0kDkw8qBQDwOX7RSIy36GH3Ffgsa+VTWV/XDZjMkhgH8MfnmZQYH8jYdntPSRUA62IJEuPQr359N6FTP0AqYKCePpic5E2UUTmt4PkHmvPOdbQJAIhfjGg/iXHPFXhJ0vnTHk1mSYwD+OP3jEmMi/ZsZLRhg94CsCqWIDEO/ejWb4TXT2P69L+oQQwG6umY4WVUGomSV+OGza8riTUBAIhfpO9AYtxjBY5WKj5mdPxHl1aLa0xmSYwD+OP7TEuMj2TULY624g7TYwDWxBIkxqFXvfokvP4mpks/5rBNsCh5cGlQ++arPvchSsaTGAcA4hfrxzYS454o8Yak45c9m8ySGAfwx/ddmjZZibb6ZrRjjx4DsCaWIDEOverVYUyPPguvX0cqYKiu3ppcEiRsy3asXfMVtaFOYhwAiF+seg8S454q8HB4vWZ0+puLtW1JjAOA8AUmJsbbGe2IVpKP0msAVsQSJMahF51aS+wU+k2kAobqatP0+ZMoY3IvdkXXKmzHq0asuYhWAQDxixHvQmLcUyXekXT6qaPvTGIcAExNjNfFR8k0Dug1ACtiCRLj0K0+/cuY/vwsvH4HqYDB+rqa4veuDW1rveLnP2jEmpNoFQAQvxjxPiTGPVTiYcVX7LaHk1kS4wD++MBLE7e3StoVJcxH6DkA42MJEuPQjS59O7x+LnTn8/D6F0gFDNfZa5PLqBgmK53EeB1JAQDxixHvRGLcQ0XeVnT6kIeTWRLjAP74QFMT4+uS9mzTcwDGxxIkxkFXj35HrLB6Zw6pgOE622Du1JW8VInxR6QEAMQvxrwXiXEhiFFxivWyqyumxXvWFAP1raeTWauDO6G/M0J/l7v87VB4TYvfbsautjhVvfYBfBz0RsJrVtQOe9eJVaFnA5a/m6mJ8SlJe17CaxDNBDA6liAxznik8z5RneafxPTm39LLYIHeLqf4vDskkymvN8V4ceD4+1vlt5lLA3rid/zidWI8qusVXnvRoJ7nxEYozKxQ8vdr2oQD1ETyX8aOp5NZoxPjUQAh9GpaBBWR3p6Kw2U63eqvKKcTGf+NhkyigxSOw2uC4dDpgT7SsbnwOtE4MOhF6OBQhm41JNeAAe9qamK8pphIraKpAEYnO66REOOR4t2+FV6fxdr/PXocLLHLSxNiJUtkVdeIM2fx2+X5bebSgJ4QvyjeT1VVY9Q1Za+JRPVdRh3XyJnP9HDfiejLr1BoGdEzzsSXosEK3v9I0b62w47O+MR4+PwxEVSsCn06F6eqd8Om5P7jwuG+Bd3TEW1i1apbdtEQA/aLIoB9SAl075M2o+EDRwx4ZyMT46JtHyVtukFjASr3H7Jddw9IiPFI8n6fhtffxZ7/n+l1sMQ2BzPmDhwemT3fUuUDBhx5V6P8NnNpIOdC/NLjOx56U3I5fJkF4YDTBqedXgJkMRicpHxBCoRxPSgGiZWytk2I7RuqL7jDDjtAGxLjV0H/jKfcd0B8BXvL4f4P1BN0wh6iL9i7Gb7ri7JKwj814z5K7LQ5iW+jfT88SHwglPHRkHc3OTF+oGhXE+0FqNR/kBhnPOrlHf9JeP1N7Pl/Qc+DRTbaxt91nXOQsY/fLsZvM5cGci7ELz2+p/uJcfFF6DqrHmSvy+LFqu/XlCT7RjzBLBLSuxIhX5Tx1Th8xqJq+4bjDtCGxPiyMMr360LjY0ZyC04tcc+GCE7y5J6v3dbawYBY2fEq6dt5jfusxoLhTfFvuwq92TVEBiYnxpcU7VpHiwEq9R8kxhmPennPv449+38U9JzfDq/fQrOgAN06djG5W6C8VFvyW/jtYvw2c2kg50L80mMbVInxus0KH5VNWZd8sdnpdbV2FAykfcWUJdkTX0e/tkW+aGFrdPa14w7QyhrjwiEtSr7IxzlK/HYiZUvaqwhwV8QWopaoPb/d5RaiY4ZV62ygJSnV0RE6UOvifmux3S8DioRRxJghcjA5MT6laNcVmgxQqf+QTXpekBDjUaJd3wivv0wsyBko4DmfhNf/ScaBADnNQ968Ooisf5nJVqNe23oYo61+m7k0oCfELxrtkOVqA5sVe1iR/Fjv494HGVsdhhW/U20P2i9YJnfdGLiDzs7KxHis/Tsa7V+I/f184svnk/g6Wpc8o6b5nHemGUat0f8NyUAf6cZUD/esxQb2VYWuPJkyETA8MT6kUXduCI220gbbwVdPoffxGnSgHy+dDJwZj4p61/hK27+NtiQX9Jz/JJ7xe2gY5KxbCxnlQmtIJ1VedUVibcrS97LebzOXBvSE+KXH+L5jqzKPC4XMYqmPe29lJCqmNH+v+hI6UZBMRk1NBJWoF7YnxtsaCbMR8bfTidUdB93sSNDYyvbll0OGTysC9GNZvb6gj1OWYz5Rtf3s0JbEVtX+UKMu3SKabaUtXgbQcL0f0XTGo1h7/jz2zGg11KcFPWdOPON/o2VQgH4dmhzTGSiveYnvOcNvV+e3mUsDekL80mN8/2CjIrcC+WnGK30OdGlfSre7uMe5QulPKzLwiLbjTs72xPi6jsMUH4ZeYl8sZ3p41kAgP108PjBQH81cnRkUZZqyuO139XFsQLPGv1iQGFfVpztBu620RxLjbiTGTxTvyI4OxqOoLf8h9rzPwuvXC3rOd8LrF+8rLtE0yFm/suYDM0gnU2bHrtQWd81vM5cG9IT4pcf5961tSjytWGl31EdN8YmMez93o6SB+jCOtyKUXvNr1LTjTs72xPiRou1bogzD+26Ju37eR+N5X9tKBEbpy4g4sKOwYFY8p6WpJyOWJSg3K2yf6gMqdYzttEkS424kxvcV79hE2/0ejxIlAaJ5wm/mfP9PxYTyr2LP+byobc7gte22MuaqA0gnVV5DkpXPJ5a9i3N+m7k0oCfEL5K2PTqxs0MjKX7R6yAuagDd5LECPfhV8X0V8wXI50rjuWOOOzmr658qgpMvatbF9PSx3wRE8KvDJ3TYYgg1TlcairJND3klBjQD2nvD5KNT67lVYfsOfUgwemiXJMbdSIxvKt6xhbb7Ox6F9/+jimzrv6FtUIA+p30I5MDAbHktZ9jnc2DRqmBX/TZzaUBPiF8k7y87G+LcFuUdV5RPee3zK85G1qq9bgc5zZIm2znLp6a5RWPIcSdn7aRdbGWTGWvUvzsxfW/m8MwJTZmdfQCTdKUWZJ8Y/64rYzk+T2cwXzdMRqavGN/yvfSVo7ZJYtyNxLjqgLA5tN3P8Si892yFtvW7aBwUoNMPxB/ashoIss84a1v0Hk76bebSgJ4Qv0jev65o45ENyjusWPYesdzH/UckK9H3e7ifTmL8OGcZ6Ry8GXjg6GxOjKv05j7mxBdzeuaQpszuGEaNCspVZTjmc37mqoaOTBgmJ9MT4zoy3UPjrbNPEuNuJMZVk/gltN2/8Si877fD6+cV2dWP0DgoQKcnM8qoUA+5O/9zZtE7OOu3mUsDekL8IpFBQ9HOHRuct2qieRb0WFdcPENWS7JZgLFFXOcsJ50tSh0PHJ3NifFDzfbvVSCzhw9gip4cKPpqt4JnPvXjgytMUG4aHJTZs6UL4v26K3TP52vYgX6cVtjmBtru13gU3vO3w+tnFX5wWkHjoAC9TisbdYlkMnMSjxk+Z9ii93DWbzOXBvSE+EUih0lT8wJ5KW6nzxIqo5KtFBc93nOpbKUP77eg8cxHDxydzYnxe422d13ah8HcKf1eU/RTtC2yXsBzbxTPPTFQVqYnxhewOwBjfa0qeN5GRv6MR9EimfD6SYWTSg7dhKLs+C7PXdiOyyqr7Oo0ftsMv81cGtAT4heJLFSLXpZMVlqdVdD7fT7jKO/yLJKBs0il38Ah25sY1y2FE21Fq0hmDOZmJGpkhw+/FbF9XKMOm5F1FS1IjLc0ba+G9gOUbp9DZSdfGY/MHY/Ce/5FxeWJOHQTirDjZsaCsxGk8zVZRWVXX1PktWXROzjtt5lLA3pC/KKQxXKZJaTybPhAxlfsOM/9bF0SdWY6ksFhuMf77lag9HvUtrI6Ma61y6Cg7cE63DCUVqofdY2v2xsFPXvWUptyJTHewAIAKrFR2UT+ivGI8QjAclumjIq+rC5SZHVqy+IFH/w2c2lAT6CHMS/OmK0N7zupEfzjabOpdcv7uO+xRttvc5aXTq2kSw8U3tbE+GEVSbzgVwfbBuiO8Xq9pzGA1wt69o6NumFBYnxS0/YmsQCASmz0gZVfjEcADtvydYoNrSOZr8kpbZXhbVF+Dr/NXBrIuUAhfb9v3cIKscXhVeOQhnofz6iL2kG5b5/QrFt0lrPMzjE0OxPjYnfEi6LNPe9gUDx7TFNmR7jTyvSjpbEFcaHA53+sYoVJDu02PTHe0LS9FlYAUImNnilss+6hTBiPANyw5QY7LrRzEm8pOQibDtt03m8zlwb0BDT64ErR7zUTG134l5yolpXi/s0+7t3RaP9+zjK7JDFubWJcp6TCeYXPZrJZ7QCu+tB2VZQj10zeThgqO1cS4/NYAkAlNnqgsM1RxiPGI/DeTwxa2u5lH0tudimjesqhkS82+Rlf/DZzaUBPQKMPZL7wo4kNntRILL/1G4gE8tORb/q477im0i/nLDcS4x+sTYyva7R5rqBnL2nKbAZ3WolurFXZNxq6+WJqfUWHEuNtLAGgEhvdUtjmFOMR4xF46x9qokTErY16lxEjbdKzX5FRsjRqtJt9Gr9tnt9mLg3oCWj0watVeVJxkIWK4z6fMaK4/27BA1Duq1pIjH8pBxsT42dFfwiSPHtHU2b1D1C2XgxqbPcqdEKmsf3xxLJJH4lxANC10UWFbS4xHjEegZe+oZmoz71goT2/caaJVEabKXOxGQv72Qu/zVwa0BNQyF+V/z0yrcGjmmVIZvp8zmZR99c8ePM170GIxPiXcrAqMS5WnLwU+SFI8Xyd2vScjmxGUF5q0lRzy9eSwfIjMQ4A/djohMI2dxiPGI/AO7+wlLLqLNqePWDRO7Q5UFjpbzplrCLFb/fvt5lLA3oCGvKfUch+3bQG72oozHO/SWVx8nIhX2o07h1xUVESiMS4eYlxndI7iwU9eyBjxUiSLdxp6XpR1xi8Hwte5aGqr/tm8kSQxDgA5OCHO2XXoWQ8cm88AmfsQLb4ac2id0lL0GzTy1+WdH2x/aObT36buTSgJ6DRB6qqHrMmNbammVTeK9gorvu4t+5ps2sFyO9I47nXHii9bYlx1baal6Imexpfzt4Zx52WrherGv2yXeDzhzUG8EvDZehKYnwRiwCozE5lB/U8Mh4xHoEXNjCpcYDhiw0HcUoSNC36+Yud688u7ETxyW8zlwb0BDT6QPWhbtSkxuoqzGSfz9ku6iRYzS1LhSRmNTrbi21yFibGbxRtPSvw2Tr6+sBhVpXoxZ1G3zQr1o0Nw2XoSmJ8GosAqMxOVfUo6x7IgPEIfPYB65or/fo6o6rE91koe+WwJf08mOLr9ix+H2/8NnNpQE9Aow+uyyxz3W9jDzUUpu+TizUOgZgo0OC+OOSiSoPzQOmtSYyLIExVU3+pwOd/1JDVHq60dL1oVuVHYnr5otGGKcPlaHpifFzTX3EYFkB1drrts30yHoHHtj+sWRM2ObkeNPy90ubbh5739WDKHP7Q1iSVT36buTSgJ6DZB69W1HYXZVQeNRTmrM/nqA73fO11C4VY/adzcOhyQTJc0qnP7oHS25QY19klMVRh0NQxaluJP457vcrVcRqJoFw+UpYgR9MT4y2b/BWAp/540ecDHxmPwFO7nw2vJ4nO/dLGQ3lFGZW0hOWMx30dyeTClaS4b36buTSgJ6DRByMK+R+Z1NgpzQTBSsEDxVkf997RHAQGC5LhtI4APVB8mxLjW1XVhNcMWo5xpZXohc72x4mCnj2k+KL6zqkFcnQlMU7Cxy77bYsdXD5fgw7154TCPncc12fGI/DJf9fEfE620Cnajv2vbExwZMQd3h5cK5LiyV0B57bHXT75bebSgJ6ARh+oPoysm9TYVc0EQb/1xS8U91/tI5B6rrL2XBcHfw45rvg2JcYfivwQpAgEH6sKmkAZUKp2njwXFbRHPkrThmYtkKXpifF5dvk4acOXATQc6s+6wiefMx4xHoEzOq8qnbL9nkSOEhm2JTnCdu2TkPnK3D15hsSF7edG+Oa3mUsDegIa/bBmTRzZhROt9/kcVfJ6rMf7LlS9RSLIPmXcq235tkzaA72D98YKerZOQo4VWNXoxaJG31wW9OymZjmojg0rQi1IjLc12neNVVhnwyTGHYszFLUhnx3WZcYj8M1/tzL07ilZbkSjPOekYe+WVbZ0wdO+TtZavwwcOEzZJ7/NXBrQE9DshyNFH4yY1NgLDaW5zyHYkfHQ69dTzfYfliDH2zIOujBc8W1JjKuSYoWdEB+oD4l9M8pB+OW49zT0d7/ihN6lJbI0PTG+otG+A6zCOhsmMe5eYvzEx514jEfgqQ/fTJbZDK/hjL/dVpRcqRn0XpRR+UdZHCTkcOuKH/fJbzOXBvQEcugHs86p0ayFdZJzoJPLVjLNr6OdMiaKKQN9GouOK74tifHDKj6kaK5S3cKFVqYXOh/Z1grWiwdTk8kFBOibFbZvU6N9K1iFdTZMYty9xLjqI9Y84xHjETin+x2x/bom+bvBIP0wS+N8Q0YS/9zDvt1yNSnum99mLg3oCWj0w6AiV3tmWoPfilYcjcnqQo/3PdJo+3ZJclyuYjA0TJdsSYyrgoZ2Ac+saXyEenRhK6HF+vugob/tnJ85HCszdaWx82TSElmanhjX+ZA5iVVYZ8Mkxt1LjHt5ACfjEXjsxyM9HNf8W9lH7htTVqJl2HPbs35NfuR8ztoNUHA7VkWJhVpJ/eyk32YuDegJaPSFPQdvigbrsNrH/Uc0VnU3erjvqMZ9H8rapqYxeXN+a74Nk3ahNypGCniuTumGKVxoZXpRD/Rq800XlMh7k9TX/NKfOZag3KywfWca7RvAMqyzYxLj7iXGvTuAk/EIQFtnBxSJl3kD2tjM2MI/6FE/rSb8SbTSf6KCdowK2edevsEnv81cGtAT0OwLew7eFA3WYaGP+6u2Mnzs8b7HZQ8+Gm168rkeoyWJ8aUi9FHxzIZiu6ezq94s0t1xTf1t5fjM+JbSNY1dJ4cWydP0xLiq7twNVmGlHe8K3fP5GnawX88V5fLqjr0v4xFAPvPM+6o/cmesar/0qH8WDUmK12KlTrYLuL83fpu5NKAnkEM+wLxzNsIGvRaZYNaoLbTZwz0nNb7KblUgS1Vpl0fHld+GxPhR2ZO9QH142BWrUyvX3VaZAa3YWvTuw65FwH5a9nazigZCExLjqnFvA6sAMMaf7CjsdcKx92U8AtDX35pIgBtZxlLYVJJlT/pmNlGy9a2qEkxRXBf7mDqK32YuDeRcoHAdeC7zw0geDb4v0olr1Baa7/J+NY3VfhdV1JUTNctU1B1WfhsS488l135TfS19rHqFn9jq1BIfnIY+eEgXAe1cDs9qxBKz0SRhTGwHflN8VR20SJ7GJsYjHddo2wzhDIAx/mTapw9ZjEfO67P3MVcBMpXVMX2uSl+FfTlf8koyJ04mxWcqast0LIl8XtAzvPHbzKXx6+gJaPSHfWcEBXonKLd6vPek4r5dL6EXdcpUdcWHKpJlPVAfZjrhsAEYnRgXgYOK0RyfN6nQhxfdA4YKkEV0SvB+xqB1I7Y+1j54QlRrTFN/1/p8zkjiY2Rb/PuCS2WYDE+MT2mMSxzIAmCOP6krtsZeOva+jEfu6TAxV7Vxx25FbVpPacu1B30xntiZ16mqlqzwp695lIfFbzOXxq+jJ9DX+Gf2IrSwUXsaijvb4703Ffe97vJ+owqljwa+ZsXyPPd1+6kFiXHVR5XnvAYwMZG/UzjoiYrkMB7onZx+4cuqMM0DQvra9iWC2Y9p9wr//4GpZUcKmKBWnRhX1WA8JpwBsMqnmFenkPEIiLnKlnNL4SMahvitdcf7oZGSKGxX0I5od+B2Sn3zgYKe54XfZi6NX0dPQLNf7DsfKFAfjtnzIC7q+ORyX1FC5VoR9MwaIM85X5MuFiTGb1WDV07PiXT1TOEMqqqxF33dfgr0+ejLlrBA7zT5nk6yTwlmr9+Dc6EvqoNCJi2TpcmJcdXBzdMfAMA0n2LXyfaMR0DMZdr4flByW0Yy7LjhsPwbKcnCC5FrKONaFQv+LjIW0h0U/P7O+23m0vh19AQ0+qWu8IfnpjZ8UKP8x1mPAlHdd6yL++0rVorPGSLPAesKzef37sYmxqOaUhoBy05Oz9pVfLWcrLCPNoLuufRhK1gi4MytPqA4fOgloQPN2H+fUZWHslCWJifG78tYwQAAudqtajXegWPvy3jkRj8Sc5XvJzqSBVQjJbYlbeHZncOyH9ZcQVslzYJl4LTfZi6NX0dPQLNfVOcurpjc+EON7Q71Lu+pWon+ousgFMX0jdseoUjiB64W/jc8Ma5zMOpSDs+RlQ+6NaDUz02PwWTbAye+rSmLO50v/2LlzFHKNs7JxN/tFLXtskJZGpkY1/iCvU04A2CsX5ElXe5dmnQyHjnTj8RcZs1pj0tsx7kvZYjEIrubwGyu8NvMpfHr5FygFB1Q5UKbJjd+QuPLznqX9zzKYxW6OLigI1H6MQPlOa5493lHjcDkxLhOLf3pPp8hq+92bkINVM1tfl7tdEj4QV2ioGgq4z4toQsvOuWeFHXRrAykDE6Mzyq2241+AABT/cqWwqdMMR4xHhnWj8Rc5ct8WFFWYqKENgxk7JpuOijvAVG6xHSW8dvMpfHr5Fyg8P5XlXa6cUGJX7tJGogaWn0toRe1wrKcz4nJ9ZoUQcKJo4ZgcmJcZ3vfXI/3HpTUt3oTk/maIX3U6SOoHPvgOF1sg4zXjTsS16WkjFJWMKsKoqPfDVooR1MT47ushASw1j+3TCzPxHgExFzGyV22kvCq6Jg8vP+CL2WIAvW5LSbwVlbOwGW/zVwav46egEYfTSr6ftuGl6hpJDOedb60B3onM49Jfh9tHTqVtGHWEqXo9FtGxjJDMDIxLvRJh8Me7j0lGQCuTFsdEqgPw/C9nMpknwFPlr23Mp6n2nZ5aakcTU2M37FaHMBqHy1bGXfPeMR4RMwFgfpwvPmCn3/oQ6k2xapNkzjFbzOXxq+Tc4FSdEC12Lppy4sMCsVSsSf78qr4Uh+IYKWW8ruhqGSLWJ2etmJ9J7DoVF+xqj2LGQcNwdTEeLuLAWtW855Ton87Gfq9ZOLHD83tTVlseOLQt3MMZqMkzrjkWaoE8qalMjQuMa74gs1qcQA3/HPTs/dlPLJ7guh9zFVR7F/YmQSitEjaNvJJx+S7H9hDC7/NXBq/Ts4FStGBB2fKCYkB/VBToa/EloW22OI6Kr4UXSt+dyb+bizaSiFKppxmJMRfREJ8xELFkNVuP3XQEDY1rsEK2nXYhZPuCH1rJO5RE/q6KvlS/CI+7NQN7qNhxSoaJsXd64xMj+qSZ4xorCppWSq/OQ1fUPZEZUtSJmzkAwDY4FtUZ7jsMh4xHhFzgYjb7yXyXSrouTOul1EJ32fNoqT4LX6buTR+nZwLlNL/s4o+X7P1xaKB/byA7UC6hnIlDGLIcgU5kLzjiGPGYOqKcVW9+yvxMaeTkjB7EL+X2cG1+Fo5YEk/jfW4DcyrSVr4vitB+uFJKt91JFvdEbv/quJej7Z+AdcMjDZLbE9N8gWb5AOAXf7lRlHyb8DBd2Y8srfviLmqk/1C2avGM+KffcfkehnYw1qFcnLGbzOXxq+jJ6DR/6cK3zZk+wuOCsd+KCYjTwUMWs9C0Q9FEFN3SEEGM1bCO7eyycTEeKBX734pNshti21rb5LVpTciaInsYtji/op2NCyLLWGR7e2Kd5rJ2Aa44KGDHxZfpG8kA/Wj+Ii42s3HLo2dNYcWy820xPiCpKwXh8kB2OVfVFt15x19b8Yju/uPmKsaucuSuCs5P6uWkRhq0RPe6p/1fpu5NH4dPQGN/q8rPmocu/zyDXGNizIq79eZwiAuYn/b9GELRFRPSmLwQw69p4mJ8SWNNjVTfjcgnHZct0d9WjGV8hHM68MJhcOfjOnDZK/2Kz6YqXbjtC2WlWmJ8UtKAwA45YtfJL7liPGI8YiYC4RcW4qFWYMFP4vdFmC132YujV9HT0Cj/xcVfT/to1DuFEJZ9lAmNcl2mx2H3tPExPiJoj0PHyBLdi+JWl4MUPnJdk5jK+WIxe9nTGJcslr8CE0EsNbHyA5+e3Np0QHjETEX9C3bc4l+7+X4nG12W4Brfpu5NH4dPQGN/r+S9P2ddzGN5haKEU+VZTxjq8hbFXW3C3pHExPjz4r27H8AHVveRSqlBg+Xlr+fEYlxsTonbVvzAwe2AFjtY5qK1XIbSInxiJgLYvLtlJBATDvLZIYeAJv9NnNp/Dp6Aoq+n2Rh9NeFsqyqJe650mSVVDl15P2MSoyLbTlata7ga7JbU219gp5lW9c4jGfT8nc0JTG+nzEJnkATAaz3pRccFsl4RMwFOcQlpzncv5mx+IlD4sBav81cGr+OnkCf4+url+d5KSYpbF2Xy2jWgXczLTG+qtGeMdzZ1+Q2kFhle4FUcpVvS0MvWw4PkKUkW8L7T2WsEFtGCwGc8KWqreSrSInxiJgLhJwbYoKexUSf99/06rAx8MJvM5fGr6MnoOj7McUOzn0fhaLz9XIR5QlGUg5iCMS/DVn+bqYlxlWndT9/gDS5bbO6tlD57in00vqVjlUnxsV4dMfgDOC8P72V+Jh7Vo0zHhFzQUzWmxJdv+jz3mkxxwJSB5v9NnNp/Dp6Aoq+31ecdTDqo1CmNRIhHIb04cuVjG95B2UGvJcxifHwOcMap3VzIM7X5dZKyG0LqeQu4yfX9dKAxHja809J8AA450/nFX6GxJTn4xExF8TkPZg4DC+XeuBiNTplVMApv81cGr+OnoCi70cUO7H2fRXMusIgrlGfr8grqx77usXvZFJifF6jLW008SsyG0scnHHvZU2o4oMl5/WyysR4Sk2/QJSwYoIK4J5PrWWs1GTVOOMRMRd0O1/tyV9k3PMcaYPNfpu5NH4dPQFF3x8oVos3fRXMlcIgNlCfr8lsI88VCwa8j0mJ8UNT2mLRQP4Qk82Ll1tfqrP5+CAy4sB7VpIYj3xnyqqFj1FpFbQPwFm/qqo1zoFPHo9HxFyQkH1NJKuyWOnhnpckgsA1v81cGr+OnoCk30dZLZ4umLrGFopJVEh7gLPSkRqWGH9QtOMj2velrFqJr9sv1LgsTNa3Cr289ChI2sz5meMpA/QNyQYAL3zrjcTXPLBjxN/xiJgLUvqgLdH7p24+pout5J2UMiqs/ger/TZzafw6egI9zvVfvZ1/a2yh6DApkcpvN2MiN2rZexiRGM+o9ZdkF837QlZLiWQiE7TiZN2ssu62QYNl7u8qZJtcAXbOuAPgjX+dVCzQYNeip+MRMRek9ENN7CbLYqeLe7X5qASu+W3m0vh19AQk/T5BzJ0tnCOFQVygQkoZpq0cv7PpwFKDEuNLGu2Y9VzfBlPs9o4JWqEy39TQy5Yj73pYcvD+mLj3MeVTALzzsSeK1SuUBfFwPCLmgow+aSn8xaDmfc5Tfr+MhMFmv81cGr+OnoCk36/z2nXlonCeFQaxigppybGd8vXl1pbkuEGJ8SONdgx5rms3iR0deyQSC5f5pUInH105JK6sxLjYwpxcKb7HYXsAXvrYUcUKlkOk5N94RMwFkn45ldjAnsbvB0XZFOYY4JTfZi6NX0dPIKPPFznXJ1s4kxoG0USNupLns43JcYMS44/UulLK6H3rZ/TFbwrLK1zewxrnMBw69L6FJ8ZFUvwhUdNzAW0D8NrXqlbUTSMjv8YjYi6Q9MuYogxoU7Nf41wjWbDdbzOXxq+jJ5Dhh55kZxx4vahCYxLygBp1LdOoNMBVSs3xhuHtrjwxLg7gC5jwKeUU1VecZUVYafJe1NDLVYfet9DEeBSAJgbmB5INACDGtjvFQZw1z2Xk1XhEzAWKvpGtGj9T/PaY2qrgmt9mLo1fR0+gh/l9x/vF0CkJ3CQHqFHPzvYgZUI3ZnCbTUiM72m0gdp/ULZtnGvo5bgnA2dfifHwdzOJrcvRNr5htAwAYj5CxjrjkT/jEYDCHhqJg/O0dplEh3tnlFFpIFWw2W8zlwb0BFL6W3Xg5q7vAqpnBAVxFlGlvid4j4mvMVOGtrXSxLio9feq0YZpNAtKtIuWxvbHJ8feuZDEuDjkpRM7HKuNhgFAiq/YV6xqGfdULt6NRwAadiHb/Xyd8ZsFygaAa36buTSgJ5DS3wOK3Zh33p+bEgpgjoL7pci5LiZ5b6J8wJCh7aw6MX6s2QbqEENZNjGcqIOdxatLA0qBifG5WA2zUTQMACSTNlnty2vftj/7Oh4BaPqLF4lNzGjGOXtIE2z228ylAT2BlP7eUiw24QNIKIQTCu6XKu+GybV7qkqMi7IzO4E+92x1hBLsYUbomi6bDr170aVUqNMKACpfMalYZbfNeOT+eASgaSMbinlDLfa3AxmJ9AkkCTb6bebSgJ6AxA91KE+oNowXhTHsoE5e6UQpiXGxsqMltjHuKLZ2yL6sR7WJ18V9WuIaoCehR70cEomYaEvuTdAbpy7oYdGHbwIAaPoi1QHx046+N+MRQPfzWlkSciX2ty1KEIHNfpu5NJBzAY3+HxbVKjhcVSGoCQ1DmEVSXulEWYnxVlAcDXoSutDFcbEl/1Gj/l83dMTWyStRNmTXMrmQGAcAU/zRqawuqytlmRiPAPq2oXmFr6iLv0s7w2AfCYItfpu5NJBzAUXf14TvyKwMEn04QVIfvtyiuqm4+BLkl06UlRhvaOherxcGDqYEDHEuLZMLiXEAMMUf1RWrnD66UFOb8Qggl0SAbNX4rvibRxaDgc1+m7k0kHMBRd/vSfzJC2d9AcgNiK+DAEBiHABMnNw9y7afIyUAEPVUZatwFzJKBZDkAQAAF8bBFcU4OImUAORGRGIcAEiMA4CJfmlccTbONlICgNAXnEn8xI+oswoAAI6Of9Ph9aZz3gYAZBuSDlNi5Va/FyszAPK34UZO1wmJcQCwMODfQEoA+AmJj/j/Kf82j9QAAMDysa8ldkBlsYaUAPSMqUw2kTgANgwA0KWfm1UccraElAC89xOnmrFM9KFtCIkBAIDFY964ouQgB68DdGFQJNUAsGFsGABM93VtRXJ8DikBeO0jGoqVc++cIC0AALB8vJMlxaMSqTUkBaBvVCTVALBhbBgAbPB3i5LkePTvbaQE4LWP2NWIZZaRFAAAWDrOjZMUB8jfsEiqAWDD2DAA2OLzWmL1eNY1gJQAvPUPIxqrxhtICgAALB3nZiUx8AJJcYDeDIukGgA2jA0DAACAC3HRhiSO+TESAgAAAIB48EhSDQAbxoYBAADAhbioFl4PGXHMKhICAAAAgHjwSFINABvGhgEAAMCV2GgtI45pIh0AAAAAiAeOJNUAsGFsGAAAAFyJjaJV4/eJGOYGyQAAAABAMnAkqQaADWPDAAAA4FJ8NJOIYbaRCgAAAAAAAAAAAAA4TRAEl7HE+CQSAQAAAAAAAAAAAACniZLh4dURZVVqSAQAAAAAAAAAAAAAnCcIgt3wOkASAAAAAAAAAAAAAOAFQRAMh9cUkgAAALCbfwDZIdZoVXiiJwAAAmd0RVh0TWF0aE1MADxtYXRoIHhtbG5zPSJodHRwOi8vd3d3LnczLm9yZy8xOTk4L01hdGgvTWF0aE1MIj48bXN0eWxlIG1hdGhzaXplPSIyMnB4Ij48bWkgbWF0aGNvbG9yPSIjRkZGRkZGIj4mI3gzQzY7PC9taT48bWZlbmNlZCBtYXRoY29sb3I9IiNGRkZGRkYiPjxtZmVuY2VkIGNsb3NlPSJdIiBvcGVuPSJbIj48bXJvdz48bWk+cDwvbWk+PG1vPiw8L21vPjxtbz4mI3hBMDs8L21vPjxtaT5xPC9taT48L21yb3c+PC9tZmVuY2VkPjwvbWZlbmNlZD48bW8gbWF0aGNvbG9yPSIjRkZGRkZGIj4mI3hBMDs8L21vPjxtbyBtYXRoY29sb3I9IiNGRkZGRkYiPiYjeEEwOzwvbW8+PG1vIG1hdGhjb2xvcj0iI0ZGRkZGRiI+PTwvbW8+PG1vIG1hdGhjb2xvcj0iI0ZGRkZGRiI+JiN4QTA7PC9tbz48bWZlbmNlZCBtYXRoY29sb3I9IiNGRkZGRkYiPjxtcm93Pjxtc3VwPjxtaT5xPC9taT48bW4+MjwvbW4+PC9tc3VwPjxtbz4sPC9tbz48bW8+JiN4QTA7PC9tbz48bXNxcnQ+PG1uPjI8L21uPjwvbXNxcnQ+PG1pPnE8L21pPjxtaT5wPC9taT48bW8+LDwvbW8+PG1vPiYjeEEwOzwvbW8+PG1zdXA+PG1pPnA8L21pPjxtbj4yPC9tbj48L21zdXA+PC9tcm93PjwvbWZlbmNlZD48L21zdHlsZT48L21hdGg+uNScMwAAAABJRU5ErkJggg==\&quot;,\&quot;slideId\&quot;:297,\&quot;accessibleText\&quot;:\&quot;phi open parentheses open square brackets p comma space q close square brackets close parentheses space space equals space open parentheses q squared comma space square root of 2 q p comma space p squared close parentheses\&quot;,\&quot;imageHeight\&quot;:35},{\&quot;mathml\&quot;:\&quot;&lt;math style=\\\&quot;font-family:stix;font-size:48px;\\\&quot; xmlns=\\\&quot;http://www.w3.org/1998/Math/MathML\\\&quot;&gt;&lt;mo&gt;&amp;#x21D2;&lt;/mo&gt;&lt;/math&gt;\&quot;,\&quot;base64Image\&quot;:\&quot;iVBORw0KGgoAAAANSUhEUgAAAVYAAAC0CAYAAADPVAS+AAAACXBIWXMAAA7EAAAOxAGVKw4bAAAABGJhU0UAAACm/5GUQwAACAhJREFUeNrt3SFwFEkYBtAWJxCICAQCsQKBiEAgIiIiTkQgIhAIREQE4kREBAKRKsQJBAJxIgKBQCAiIhARESciEBGIiBMIBCICgYhA7M3PTIoN2eVuZ3pnk5n3qj5D3SF6i69munu6U4LuuVYFgEyl+q7IfpHrhgOgmYUi74sMq+xXfwZADTd/KtWzHHlyBahXqh/HlOrok6s5V4ApSvXoF6V6lsMiNwwXwK9dn/D6PykfigwMG8Cv7UxRrMNqykC5AvyH/SnL9bjIbcMGMFlsqfo/86yj+VTknqEDmOxWkZMpy/VLkRVDBzDZnepJdJpy/VbkvqEDmGyxyNcpy/W0yENDBzDZWvUkOpwyT4v8ZvgAxluvUayRl8oVYLLtmuX6JjlfAGCiaT8gOMtB8gkswER7Ncv1n+RDAoCxrjUoVx8SAEwQC1J/1yzX2L5lOxbAGDFn+rFmucb2rXVDCHDRoEG5Rl4kh2YDZC9XNxIAjBGr/dMe2jKa98mOAYAL7qbyhKu65RqLWiuGEeC8KMbThuX6yDACnBfHBtY5tGU0zwwjwHnrGcr1VbKoBXChXIcNE9dsDwwlwA+bGco1PoNdMpQAPzzOUK6xIGZRC2DE8wzlOqz+HgdnA1T+ylSucbLWguEEKJ8032Yq15h3XTSkAM2OGxz3McGqIQUo7786zFSukT8NKUB5i8AwY94mFxYCpN3M5Rp3apl3BXptOXOxOsQFoHA8g3KNxNYu5wwAvfRyRsV6dnj2TUMM9M3GDIs18jm5bhvomZUZF+vZOQPrhhpQrPkT57vakgV03lqLxRqJxTKXFgKdttNysZ5tyfrd0ANdFE+OTS4ebJrt5AhCoENij2muw1iabsm65ecArro4S/XdJSjV0S1Z9/0swFV0I5Xbnj5folIdzQtTA8zagUjGxGr8t0taqKM5MDXALA1FepovyQHaKFaRmeSpqQEUq0j+xCKbg1xQrCIp/66BZZWAYhXJny21gGIVMTWAYhW5MlMDKyoCxSqSN7En90ly/QuKVSR7DosM1AWKVST/BwXOGkCxiswgz00NoFhFTA2gWEWuzNTAAxWCYhWZzeWFpgZQrCIzmBpweSGKVSRz4l6vdZWCYhUxNYBiFbkSOSqyqF4Uq4jkzdcij1QM0Bd3i+y3VLCvTQ0AffKwyKcWyjUuWbxnuIG+WCjyVwvlGidlrRluoE9iPvSkhYJ11gDQK3FrQBtzr84aAHpnu4VydQwh0DtxwMppCwX7xtQA0Cexkt/GroH3qdwCBtALd1J5sWAbHxT8YbiBvrjd0pNrZK/ILUMO9MFSamfOdViV+LIhB/pgI7V31kB8ULBpyIE+2E3tHubyLpX7awE6a5DKhaY2y9XUANB522k+NxRsGHqgq2LV/luazzmv8UHBgp8A6KK251pH8zG5oQDooDZ3CEzaNWBqAOiU5XQ5roB56qcAuuL2JSnWAz8FoFgVK8Clngp446cAumLzEpTqTnKWK9Ahx3Ms1Pjy65GfAOiS1TmW6lEqz4gF6IzfqnKbR6nGNd3X/QRA12zNoVDjBgMXDwKd1OZh16PbqdwoAHRSnIna1vUsZ5+sPqmmHgA651r15NjmIStubQU6K54Y91K7G/4tUAGd9jq1tzd1w6s/0PXX/7ctlWp8bHDbkANdFif0/91Sqb5MPksFOu5GkcMWCvWkyAPDDXTdUlV4bXyW6tUf6LyHqZ3N/38mC1RAx8XWpldp9reuxpPwmuEGui5uOm3j+L/YB3vTcANd90cq947O+rPUZ179++dApIf5kHyWygwNRSR79lO5bQvFKiLJiVQoVpFLk3j1X1YpKFaRPNlN5WewoFhFGiY+KFj36o9iFcl3IpVVfxSrSKbEbalOpEKximTIl+REKhSrSLbEUYKLKgPFKpJnb+q2V38Uq0i+e6hW1QSKVSRP3ieHUaNYRbK9+m8le1NRrCJZ8imV17OAYhXJkLjq+pZKQLGK5Fv19+qPYhXJ9Oq/ogZQrCL5Xv3dQ4ViFcmQ2Ju64Z8+cFXE4k98S7+bZn+dtHuogN5ZquYwL0upvknuoQI6YFA9Jc571X8zWfUHOuT3OU4LnCSr/kBH7c+hVPeqJ2aATlpvuVSfefUHum6lxVf/NcMN9MFqC6X6j1d/oE+20uznU68bZqBPXs2wVJ8k16YAPbOQyttNcxfq52QrFdBTT2dQqkfJ2alAT12rnizNpwJkspm5VOPp1/5UoLfihtOTlO+ov3VDCvRZPFUepXyn/DvqD+i9XNurDpJT/gGy7QJ4nexPBfg+D5rjiECLVACFRxlKNRapHKICUHiYoVTjpoE7hhKgPLnqa8NSPUzuowL4Lq5dOW1Yqm+TRSqA7x5keFLdThapALI8qcZ8rEUqgMq91OwYwPh/lwwjQGm5YakeF1k0jAClQSq/22+y8u+4P4BKfK//sUGp7ihVgB/iapUmJ1W9SFb+Ac6V6mGDUt0yhAA/xKb9vVR/5f++IQQ4b7dBqd4zfADn1T1TNbZTOUgF4Cd1LwD8kMotWQCMqHum6n4qF7oAGHG3ZqnGApfTqQB+Eq/wda6qfp7sUQW4IF7hj2uU6jNDB3BRPG0epOmP/Hts6ADG26nxpPrAsAGM93LKQj1VqgCTPU7TX0u9YtgAxltI091VFf/tqmED+LX/e2eV7/4BprD6H+UatwW4RgWgRrmOmxb4nBymAlBbfMp68lOpev0HyFCuUahxr9XAcADkMVCqzNO/gB6dMHW8O+QAAABxdEVYdE1hdGhNTAA8bWF0aCB4bWxucz0iaHR0cDovL3d3dy53My5vcmcvMTk5OC9NYXRoL01hdGhNTCI+PG1zdHlsZSBtYXRoc2l6ZT0iNDhweCI+PG1vPiYjeDIxRDI7PC9tbz48L21zdHlsZT48L21hdGg+uSvJ9wAAAABJRU5ErkJggg==\&quot;,\&quot;slideId\&quot;:297,\&quot;accessibleText\&quot;:\&quot;rightwards double arrow\&quot;,\&quot;imageHeight\&quot;:28.8},{\&quot;mathml\&quot;:\&quot;&lt;math style=\\\&quot;font-family:stix;font-size:26px;\\\&quot; xmlns=\\\&quot;http://www.w3.org/1998/Math/MathML\\\&quot;&gt;&lt;mi mathcolor=\\\&quot;#FFFFFF\\\&quot;&gt;L&lt;/mi&gt;&lt;mo mathcolor=\\\&quot;#FFFFFF\\\&quot;&gt;(&lt;/mo&gt;&lt;mi mathcolor=\\\&quot;#FFFFFF\\\&quot;&gt;w&lt;/mi&gt;&lt;mo mathcolor=\\\&quot;#FFFFFF\\\&quot;&gt;,&lt;/mo&gt;&lt;mi mathcolor=\\\&quot;#FFFFFF\\\&quot;&gt;b&lt;/mi&gt;&lt;mo mathcolor=\\\&quot;#FFFFFF\\\&quot;&gt;)&lt;/mo&gt;&lt;mo mathcolor=\\\&quot;#FFFFFF\\\&quot;&gt;=&lt;/mo&gt;&lt;mi mathcolor=\\\&quot;#FFFFFF\\\&quot;&gt;&amp;#x3BB;&lt;/mi&gt;&lt;msup&gt;&lt;mfenced mathcolor=\\\&quot;#FFFFFF\\\&quot;&gt;&lt;mrow&gt;&lt;mo&gt;&amp;#x2225;&lt;/mo&gt;&lt;mi&gt;w&lt;/mi&gt;&lt;mo&gt;&amp;#x2225;&lt;/mo&gt;&lt;/mrow&gt;&lt;/mfenced&gt;&lt;mn mathcolor=\\\&quot;#FFFFFF\\\&quot;&gt;2&lt;/mn&gt;&lt;/msup&gt;&lt;mo mathcolor=\\\&quot;#FFFFFF\\\&quot;&gt;+&lt;/mo&gt;&lt;munder mathcolor=\\\&quot;#FFFFFF\\\&quot;&gt;&lt;mo&gt;&amp;#x2211;&lt;/mo&gt;&lt;mi&gt;i&lt;/mi&gt;&lt;/munder&gt;&lt;mo mathcolor=\\\&quot;#FFFFFF\\\&quot;&gt;&amp;#x200B;&lt;/mo&gt;&lt;mi mathcolor=\\\&quot;#FFFFFF\\\&quot;&gt;m&lt;/mi&gt;&lt;mi mathcolor=\\\&quot;#FFFFFF\\\&quot;&gt;a&lt;/mi&gt;&lt;mi mathcolor=\\\&quot;#FFFFFF\\\&quot;&gt;x&lt;/mi&gt;&lt;mo mathcolor=\\\&quot;#FFFFFF\\\&quot;&gt;(&lt;/mo&gt;&lt;mn mathcolor=\\\&quot;#FFFFFF\\\&quot;&gt;0&lt;/mn&gt;&lt;mo mathcolor=\\\&quot;#FFFFFF\\\&quot;&gt;,&lt;/mo&gt;&lt;mn mathcolor=\\\&quot;#FFFFFF\\\&quot;&gt;1&lt;/mn&gt;&lt;mo mathcolor=\\\&quot;#FFFFFF\\\&quot;&gt;&amp;#x2212;&lt;/mo&gt;&lt;mi mathcolor=\\\&quot;#FFFFFF\\\&quot;&gt;y&lt;/mi&gt;&lt;mi mathcolor=\\\&quot;#FFFFFF\\\&quot;&gt;i&lt;/mi&gt;&lt;mo mathcolor=\\\&quot;#FFFFFF\\\&quot;&gt;&amp;#x200B;&lt;/mo&gt;&lt;mo mathcolor=\\\&quot;#FFFFFF\\\&quot;&gt;(&lt;/mo&gt;&lt;mi mathcolor=\\\&quot;#FFFFFF\\\&quot;&gt;w&lt;/mi&gt;&lt;mo mathcolor=\\\&quot;#FFFFFF\\\&quot;&gt;&amp;#x22C5;&lt;/mo&gt;&lt;msub&gt;&lt;mi mathcolor=\\\&quot;#FFFFFF\\\&quot;&gt;x&lt;/mi&gt;&lt;mi mathcolor=\\\&quot;#FFFFFF\\\&quot;&gt;i&lt;/mi&gt;&lt;/msub&gt;&lt;mo mathcolor=\\\&quot;#FFFFFF\\\&quot;&gt;&amp;#x200B;&lt;/mo&gt;&lt;mo mathcolor=\\\&quot;#FFFFFF\\\&quot;&gt;&amp;#x2212;&lt;/mo&gt;&lt;mi mathcolor=\\\&quot;#FFFFFF\\\&quot;&gt;b&lt;/mi&gt;&lt;mo mathcolor=\\\&quot;#FFFFFF\\\&quot;&gt;)&lt;/mo&gt;&lt;mo mathcolor=\\\&quot;#FFFFFF\\\&quot;&gt;)&lt;/mo&gt;&lt;/math&gt;\&quot;,\&quot;base64Image\&quot;:\&quot;iVBORw0KGgoAAAANSUhEUgAABecAAACCCAYAAADMmnOLAAAACXBIWXMAAA7EAAAOxAGVKw4bAAAABGJhU0UAAABIuCNbPAAALlhJREFUeNrtnQ+kV8n7x3NdV5JIciWJJFlJrCQriawkySXJSlZkJclaspIkkZUkWZIkySVJksRKkmRJspJErmQlkSTJdZnfzG+fz35PszOfz/l/Zs55vRjf/XY/55yZZ2aeM/M+M89MmwYAAAAAUBJKqTsKXPxN6wAAAAAAAAAAAACASlBKjer0Di0ecR4AAAAAAAAAAAAAakQptRktHnEeAAAAAAAAAAAAAGpGKXUWPR5xHgAAAAAAAAAAAABqRCk1XafnaPKI8wAAAAAAAAAAAABQI0qp5TpNocsjzgMAAAAAAAAAAABAjSilfi4gaN9oOO9DsgPAfGTYotM+na7o9BZxHgAAAAAAAAAAAACCRil1t4BAvy/QMq3R6VKGnQGI8wAAAAAAAAAAAABQH0qpUZ3e5RTnv5iV6wGXbalO9xHnAQAAAAAAAAAAACA4JCxMXl7oNDPw8p1HnAcAAAAAAAAAAACA4FBKnSsg0F+MoHxXEOcBAAAAAAAAAAAAICiUUjNkFXxetgdevpk6TSDOAwAAAAAAAAAAAEBQKKVWZDhE1eajTosDL98WxHkAAAAAAAAAAAAACA6l1IECq+cf6TQcePkeI84DAAAAAAAAAAAAQHAope4WEOhPBF62HxDnAQAAAAAAAAAAACA4lFLzdHpfQKD/PuCyDen0AXEeAAAAAAAAAAAAAIJDKTVWQJx/q9NowGU7hzgPAAAAAAAAAAAAAEHiELGzcDfgcm1BnAcAAAAAAAAAAACAIFFKzdTpRQGB/mCg5RrWaQpxHgAAAAAAAAAAAACCRCm10hKys2CuWxVoue4jzgMAAAAAAAAAAABAsCilfi2wev6VTrMDLNPviPMAAAAAAAAAAADQWZRSS3TaptMunfbptEOn9ToNYZ2g6uluAYH+aoDl2Y44DwAAAAAAAAAAAJ1DKTWm05M+gu4HnY7rNAtrBVFfC3R6X0Cg3xVYeb5FnAcAAAAAAAAAAIDOYFbE63QpY1iUpVguiLrbWkCc/xxSPUo7vCbpPLULAAAAAAAAAAAArUYpdSWHsPtGp1GsF0T9XSgg0D/VaTpWBAAAAAAAAAAAAKgRpdTuhFA7aWKRy8GcJnzNOZ3u9RF2b2HBIOpwpk4vCgj057AiAAAAAAAAAAAAQE2IqPtOBNpxneZ4frdIp9seYXcllgyiLlfqNFVAoB/DigAAAAAAAAAAAAA1oJT6RYTZSyl/P+4QdU9jyWDq81ABcd4cLLsAKwIAAAAAAADkn5jP12k2lgBI3WdM6I4zifTNgN8vt36/DytSRxHb9rlOE2YFfcrfz5RY84S2CbdO7xUQ6B9iQQAAAAAA5zgbvQ0aa3zTddqCJYKqkyGdlpl60Wm/Thd1uqvTl6q3put7b/KFPYCg2ogR0H6TcBWmXVwO6eDGkPxKIqRHj40Dfr/F+v0ftDjqKEZ/qfO2ROyzM+N1xy37vqWVBlWvC2QVfF6OYUWAMMcy+nkrTB817zWdPso5IZPynjTnheztgmgg7/lTtEJgbgMAFfRn9LYI57Ztb5RrZUXda9NAsUjj9bFVBuL9MPFmZ1XopCZkArCVGgm2nczW6bGjbUyE4ExD8yuI81G06ejqKAZ/qfP1gzlENMd1m23fQisNrm63q2KsxYoA4YxlRCSwd8WYZ9/U6S/rvInPOh3RabiFdv9ep0dSzr9piYBmAgAl9mX0tojntq5Mn9XpQ85Ducw1b5ueFInheyvjnug0l64aRNtaKKLIVokT/LejDT2uOA9zdLovzzqn0wg1E1w7udbHx1zCr/wnX4jz4bfpWFfOB+0vdX425BlcycGjSa7RSoPsN5cKiPNvGPsBhDGW0c/42ZpXPrYP4jb50OmE1Y+NiD2vJXZfnXifKsT5VvexpfIh6osIQTvwBwBQU59Gb4t4btsv48M6rU983e/HbfltCKtIRxMGf0g8paDb2H5HWzpVw3NHdLouz/uTgUhQbWJDCn+zEL/yVd4Q58Nv19HWURv9pYRNSXKUVhpkPZnwZi8LCPQ3sSJAs2MZM66332cmfEaf34/ZAraJjxuxzVdImV0gzrevj/VWZtpsxh8AQAP9HL2tTXNbs2JhwOTnZEB5/SbxdehhVds1oLT6+q3JwUtihbYZRC2gRoJoE72PgWfly+Ysnc5bbeQAfuWr/CHOh9+uo6+jNvlLCSuQ5FtaabB1tSrnTs4eP2NFgGbGMhKaxhbaZ+e47lnaQ78DsvfSATtBEefb2c/WeOr6etf9AQA00tfR29o2t00cHGDzLLAJXO8AsecE+o+iXV13hEUaqfH5w4nVLH8j0DfeHpZLXZxx/O1Zop1cxa98lUfE+fDbdhvE+db4S533bQnbPqGFBl9fhwqI82ZcsQIrQsf7UO1jGcfZHoYfUl475Ng1cykSWy+SkFwmbv64CCN/Is53pq/5dgDfRjMBgAb6O3pbm+a2MkDyrVraHUgeVyReMu+aCHsBudrVZ6s93WsgH+bw0ReJr2aEuGmuTZhYo09d4bEkXum/B4jhV77KJ+J8+G27FXXUFn9pPgAmbLuNFhpFnT0oINC/iG3VLUDMYxl5V7y1+2HGe/zk6MvfR2BvI8TvToofJoyPHLSJON/+/jZDp0lHXf+GZgIANfd39La2zW1l25NvNdLsAPK30BoAfk9XjMJZuLb9HWqwjfd2h5jYe8PUUCP1YFZvbPH8bWOinXzGr3yVV8T58Nt2a+qoDf4yEQ/2Ea0zmjoz5wR8KCDQX8aK0MF+08hYxnGwq+HXjPcYcYgKzyKui3HE+c70u72Og41nddUfAEBjfR69rW1zW3PCuGei8yCAvJmv038l8nSabhiNszjsaFOrGszPr3UekgH/sb/ZVnSlz99nJupnEr/yVX4R58Nv362qo5j9pRxe31tg8E0A+dkqK/l7aQc9xmur7aoY2Ba61F8aGcvIWWWulcOLc9xrPG9onADr4xzifKf6n1mh/qO844fQTACggX6P3ta2ua1nYGQ4EkDeLiRDXZgXD90wGmdx12pPHxvOz5AV13wjtRRcm6ll5XxsfgVxPoq22zZxPlp/mQiP8ksg+Tlj1fVFekxfe10uIM5/zCMQAkTaVxoZy3jOiHiZ817bHPd6HGl9IM4DmgkA1Nnv0dvaNreVyYyL1Q3na5OVn510wWgcxXTHOQbjAeRrLDlgJkZtcO2m8hdLjH4FcT6Kttu6OorRXybsej2gPCHOZ7OX2UX1qoBA/4TQddCBftLYWEZCFNpcyHmveZ5+vCLCOkGcBzQTAKir36O3tW1uqzO00jMo+tzkFi3ZmvU67yFDEIxAEtx2c7O6J7TDe+DfuunxDr/yVb4R56kj/OXgvM7R6Y1ZdRnYQBBxPrvNVhUMb0PoOmhz/2hsLKOftbTskFKesyaORlgviPOAZgIAdfV99La2zW11hg56BlnjDefLjp/0M10wKmdxxtGm5geSt0PWoceLqLFg2k2Pp/iVr/KNOE8d4S8H5/W6HAQ7Gvj7EHE+nd2OFBToN2NFaGnfaGwso5+1x9Pf1hW4503H/f6KsF4Q5wHNBACaml+gt8U+t3XEKeqxu8E8zXKE2plPF4zKWbyw6u9pQHlbWsZWXCi9XoYTdXITv/JV3hHnqSP8Zf98GiH3rU4LIhg8I86nt93DAuL829A+1ADEPpbRz7ri6W8jBe55wXPPWZHVDeI8oJkAQF39H72tTXnzxCnqsaDBfB1sw8FAHXYU80PfYm45M9MHFlJzjdfJjESd3MCvfJV3xHnqCH/pz99Ond7rtCxQ+yHO57fdgj7nIqXhKlaElvWJRscy1nbwHl8K3nOvp/9uiqxuEOcBzQQA6uj76G1ty5snTlHjscocB4GdaCAPI+ZAXJ226XTcTPBkgnizwD3Pm3tl6HB3dJqU1V9HInIWPzra1EaPjY2oMi5xgr9IeSdkgLu8wjxesvJ3fBo03W5WVRlWKwS/UiDv0Qm/XfOhLRfng/WXxs46fWr6APsBeUScL2a/7QXE+XVY0GnT6dJ3dsuqZbOL9laf3w9LOJN7cibVpBy8uzvFs4Z02qXTbemr5tq/yo6Lqu/3vU5n5cyJXh7N8+7rdMCUWX63VUJg/Smxzp+kvL8px2Z5xhN5xqe05dC/+0WnZ5Ivk8eVsY1lxAauRV0vC953q6f//hJZv0Kcr248uVbGk2aX3EUJhfRO+vCiDPfak5hzmn78Q85+sEreTcYfbEEzQTOpyf82/g4C9LaWzB/Dy5tnEGE43WCe1jrys6XG518bsEprqjfAz3jf3inql3M2GBXLy0Y6fxLjAIat34xZh9f4OFZRHndaz3nX5AHI8G+86B7n2uRXSsh/NMJvV31oy8X5IP2lEV6lrX0feP9FnC9uw8s5hPlfsdy/23eNaHJK/PN7j70O9Xl/TvSx894+z94w4NptJYgVexMClRH9f+qFdZCPCuYjxPPeQdFig9QHj4oId1ZEEBeT/XYby0HV9x3XvY5wjuQ7DPZGwftu8tz3YmR9DXG+XHuuETFpEL8XbL97PL9fIT7M+M9jMr995vhAtQHNBM2kQjsH8w4C9La26G1B5s0Rp6jxbYTmBdtkiB0ZuJs023yJ9DjCjRnvmTxF/UYBO7yJxFnYL+qbKcrWj8MV5PG72LfPtuwFY29p3t8mv1JC/mMS5zvpQ1suzgfnL2WyYt41YxH0X8T54jac5Vgh2I8bWO1f2+0WEeX6AKF8lePan1PYesLz3EMprn1SoFyrRShTsoJwT5/fzhWR76j8NtXuisSZB08l1vpNTzkOeq6fLSscfcyMbI7kE9GvFLzvujb0Y8T50u1pVkQvkzHlYvFlrz3i5KwU91vraWev+4zrPvYJAdx79lBD9kEziVwzSVG2oN5BgN7WFr0tuLzJS873khluMF8vy4xjWEJ+jmRZJeS5x2+Ja5+lvGaRo9NNRuAoVjrs9XPi770VSxMiyM6Tfx+RlQkvPF/eF5eczxHHcy40aLcvKjxm1lT2ZY7yb2uzX8mR/2iF36740JaL86H5y6Vi7905rv2j7riCiPOVDqSdYrGZkGIxrx1POmz2wfG7Y4nV6OtllfpO17yhT5s3H1R+kBXsG9Jcm7IMB62Df1emuOaoYxVuX2FNQuWMWv+2z1GO+45rhyTUgiprvtX0WEbG6S4uFbzvXM99n0fWtxDnq7fxPM9q+j0prh3yCJVfUly7QnyN6ieIoZmgmZRs06DeQYDeFvP8Mei8yddnF02KOK6DDZ41XHErimyzFOEx+cX9Y4Zr11srfF5H4CwOOuy1zBq0mvimM/oM0F2DruMV5NV+kb9t0G6dFOdlhcTzKr9chuhXcpQhZnG+Ez607Yf2huIvjbAu74gDOa41cacfNpBnxPlqJ/9fiRNVxs9siQ1dMfzHHX1FybhtyJrs27zzjANv2atZHdd+zJj3YWsr9/u09e2Ja347h/2GHf5wyhb5TeznXmgGWV06Tz4QfJB2+mNsYxlZHevifAljQZXmo1HgfQtxvh47jzns/CDltXMcoa1ep7z2Zj9BDM0EzaQmOzfyDgL0ttj1tqDzJod1BHX4judlez2AirOF01sZrn1kO8+Mz/7BN3kK1FnccTVyOYAnVQw4E9LE0Q7+rCCvDxzPWRJIG+uKOH/R8+wVbfcrGcsQtfDbBR/aAXG+cX8pEwuzEvdExusWJ1YL727Adojz5dny+oD3FpPNwTY85rDbjsTft/pisYuwZXPV4deuOoSCkbyCWkKQuGmJEesyXL+trHMJHLFeDWsSf9+YJWZyLGMZ9c/Bvi7OFbzviOe+nyPrW4jz9dn6mcPW8zNcfzjr2NDUpU8QQzNBM6nZzrW/gwC9LXa9Ldi8ycqXz56B0LIGDXS07K2SJeXrjzwrfdQ/h1K5mJGxrnpsDdxRDDvi8hnxdblsnTqT8j5L6xigO1ZOlB5OpcBgpvXivGf1Xo+RtvuVjGWIXZxvvQ/tgDjfqL8UUfBpQZ822UR8TcT50ux4YED9nsdKufty7wDVZTI/OOW5drPj2kPytwWyIu8PV6gYWdlo81sBMeJgxnK7QvKszmnDXb7wDbIizYS/+LPMkAEhjGUaEOdjC0GIOF+frV3nYezPcH1ybLgrxe8XOJ7X5I5rNJOINZOKfHGl7yBAb4tdbws2b30O3nnbsIFcXwHPBlBxrtW9QwOuGZXttn8UmQwkBqzBnG6cQWxSIsA+c8VCS/lyrSx2nHKf7n5mGtTRVhY7thJVMhkL1a9kLEPs4nzrfWgHxPnG/KVsx/2zhA+OlxuyHeJ8cRuuHVC3j3WajqVS2dKOm/w00c9MHNIbfa51HfK6Vv52Xz6gzfJce9hx7caUebaf+zBHuU+XNQmVjxhO/yK7Bj6UfbZFCGMZxPmB5UCcr8/W8xy2vpejzRmRa06K3+8OSQxHM4lbMynBzrW/gwC9rW16WzB582xpbXzCKPEpbU4HUHH7su4wkPheE54twJtydMDDETiL0474Z6fkBbEg473q+JLnGkRfw+1X3k5GHAcyfUpsF33VBb+SsQyxi/Ot96EdEOcb8ZdGcDUT7pJ2A61vyHaI88VFmLd96vU9k9DUtnTFKT4lfzsv4vzMPtffsMdmMsE7IO/xJX2uvZPnMDrHinsztvwmR9mvlRkCwrEDeSKxI/DHCuqu8bGMKRdhbTK/JxHnq7P3Q4dvmJXy2t5CxZs5/cf/C2JoJu0f78uH69OyqOyLfBiZG4Cta30HAXpb2/S2YPLWZwXatoYN9N6Rp10BVNyWLC+LxERiq+er1LYMz74pnW1WBM7imWPS9kVlP6l92GGziRoEk1yrsSCz3U+5tuJJO1f9Vu21ya9kLEPs4nzrfWgHxPlG/GUiVnxRXgdkO8T59LYb8sSEzDV5x57OQ1E3STLjtaUZxQAjUiySa3cNGNfZ27DvpMjvbMehZWdylv1TmQc5es4/eJemXLGOZayYzqWFlJKPsC44EBb62ftA3vFhYqHiphS/HZKPiTZzGyw7mkkN433J031Hvp41ESaxyXcQoLe1TW8LIm/GYfWZ4Mxu2ECfQjzcyxyw4cjXD57fmtUfL5OHXDnKtTvlc3tblg5E4CjmedrUkxz3cm3VulJBnl0HYbzH7VfaTlzxau/I3yar2CYaql/JWIbYxfnW+9AOiPOd9ZeBngky0hHbnx5gh2O8WQvZc1IE8L8HTez031e4/LhOdwetQtd/3+CLVT/gurOO/M7LUe5vHc9fWdCWBz3nWixu6xzJI7wV/uAoK1NdPI+sfzUizgf2jppZo71X5G2L6p/D5V+k/O36Mua3aCbxjfc9OwFSv8MqtnWt7yDG6M37P/S2FubNfIH0VOqjQDvXjgDyNcORryOe3x6Rvy9P/Jt9iN3vKZ97R7YojUTgGHd42tW6HPdyHRT6SwV5dsXO/DgNqmoj8x0C5gf595GqtmWG6lcyliF2cb71PrQD4nxn/SXifGN23z7ABnd5s2a2qR0GwsT4/T3lKva9DhFgr6zgHB1w7XFH/a3JMXE8lbPch8veuu0R7C7W7Id21Nx+fGeWjRe87zLPfW9E1r8Q52teTewIefY2xTUbe7t2Uz7jZFm+CM0krvG+J5xRKaHRYnsHMUYPQpxHb2tb3vQDL3gq9WignWtHIJVnb8e94PjNUvndeevf7RidlzJ0mM2ROEbXwTT3c97rctZ4dYhNUbSRu75VHtbEbGdX/EqGMkQv/LbdhyLOM/BHnC/V5kuV/9BwJSu9506DrKKJ7YcvS/telOL6q/bWX/F7P6W49qErVv2Aa2466n1RzrK/KDumqCdUz5Wa/VDd4vzMKkQqz86K6IQmxPlGxHnX/HNQeK57Ei5rJOUznjmesbHhtoZmUsN4P3BxvtZ3EGP0IMR59La25c0Ru7HH2gAM9CnE+GmStw9Wvq46fnNfyjBvQEe6NuBZc2XCczUix+iKfbchx32GHLZ+itgU/YvzcL9BjcS77bG1K34lQxnaIM632ocizjPwR5wvVQB83qfsZjK6mjdrZru6QpKYtn045fX2OM98PHmc4jrXR4FBYXCWOvJ6O2e5Vzvu9WtJNrVjEb+usP6CGMt4/OHjCtqm4efI+hjifP3i/LYs/UL/bVWW8CfKfYh2qsOs0UziH++HHNam7ncQY/QgxHn0tjblTT/sG09DGriCpab8uRrcvkAq714/ISVRub+mGKw9HPCsG9JhRiNxit+WFSfSM0D/uaJ8/xRqDKyWvTTXuuycbN/W4HpTV/xKhjK0QZxvtQ/tgDiPv8xvOw6EzWav8QGTn31YKZddXYexmwU701Nc6ws7sibnuG5/jrxuL7E9rSnJphcd957f5jmShI8odTLbZ6v+psj6GAfC1m9zVwzmS31+/4f4vRkp77/bcf8QxtRoJjWM95X/UPrGD4St+x0E6G1tmz82njflDnqvQlmhrfNxy5G3M4HkzT4R+13ib3NEmHHGOnN8df2QopHsjMhZ/FJWB3e80N9V9fLzTP4eToMybTzXs1tnWx/nuL4rfiVDGdogzrfah3ZAnMdf5rcd4nx6W+0bIMxfwUq5bfskb3xRR7z51FuplftQ328HiCHvHCtVR3KUeYln1etQCfZcIoub+o5v2jaWcfizHkMV3HNWZH0Mcb4Zu79II1jpf/8u6xzVE9bklwDKjGZS03hfdvOdlt1iZpX2pRDC6tX9DgL0trbNHxvPm8eRqzTxInOKctuzDKw8q1vOB1J5dlymz4m/9eL4b/Fcax+4MOn53TfiZK9F5ixuO7acj+a4z4o6B0D63mcdz7vWkA1DDJswsyKfc2XAhGZhybYN1q9kKEMbxPlW+9AOiPPB+MsIB9SI8+nstNoR/uQrwSWElWqR2nbUs2t2Zsrrr+bdSu34KPB+wO9du+1u5Cz3lSpWvap/DrF/Umec9FDGMvqZY55yf1vgni4B9K8I+xnifDN2v+iYhw47fvenTq/ShqSRD4WTZbb1Lsxt0ExqsXHt7yBAb2vb/LHRvMmhEZOeTrywguf9JoLjcIZrjjjydjmQyjtvZ8yaRDzoc+2mQfFizbZi2SJlTp2fE5GjcLWreznv9Ydjy9hQhXm/5KiXcw3ZsXXivPma67ins31bg8zpJds2WL+SoQxtEOdb7UM7IM4H4y8jHFAjzg+20dw+ZyIpiU27BEvltu92h03PZhCo7NV5Eymvne147viAaw6VsTossUrW5kgJ9jwh9zrsWLX7sqI6DGIsI6tIp8pcrWls5rjfiQj7GeJ8OP5trfWbrVlXWZudvI77vgukzGgmkWkmJdu49ncQoLe1bf7YaN7MChfPIPVlBc+aJwP58YzXjZW1WqaCMp105G2G+t8J7sszThCWeV5k6yNzFhvL+PrmuM9U1SsTPCvBdjZkx1aJ8xIXbSpt/FCJGfjvAK5k2wbrVzKUoQ3ifKt9aAfE+WD8ZYSDasT5wTa6O+B9xDbtYvZ1rbJcnfLaNXkF7oQglmT3gGtcq6g3Ziyv+aDwtIo45on51B2fEGUfcti2sYwn7vyZnPea6amnVRH2M8T5Zuy+wGH3Hy1/YD4APSlh3DoeSJnRTCLTTCrQ9Gp9BwF6W9vmj43mzeMoDb9X8Kyek9ia8brRUAc1yn2a76k0X6rlheTdDmwGEPJvxyJ0FieLbvcT+0zUcShFisnFqobs2BpxXiZaE477Xehzzf0KxfnR2CdLLRHnW+1DOyDO32mDeNKQ7RDn+9vntwHvolNYqZB9hyRWbuaV73L9YUedLM04H0iyeMA1rvHD7IxlPi7jqruOiej0AracK6s1X/dWbKqvD7RXeeY/sY1lPO/zRyWKjBOR9jXE+eZs/8Y350jEal6X8Z6usCE/BFJeNJNutvPG3kGA3ta2+WOjeTOx+zyTnrGSn/NdwcObnjsG0kMBVN4Oj/0mB4UFkomR0+6JmGn3I3UWf/niymW4x9m0Im7Jebcnq19CaGsteIFcdrT3V/3OnzAxaPsdKiZ96EbeSXWofiVD/tsgzrfah3ZAnMdf5rcd4rzfNpsHCPMPsoRHBKeN1znseizD9feta59kuNbebv/a5+MT//3ZFRIhR3n3O979Twva8raMH74bIJKd73OP4QLPD2IsI5P8T45yz81xL1fM118j7WuI883Z3j5f4q78+xyZY1zPeL85nnfSvIDKjGbSvXbe6DsI0NvaNH9sLG8SZsbH7BKfM1dEOOehjynvcTLvCp2KbbjNY7+TKa+3B7E7jVgpE5e3FW2BnSsDxY/yQjQde3+J9x8tetCWWYFgXX+rpvociT3USaAvj12efrJuwHXJyfio4+9jRUJwhepXMuS/DeJ8dD60a3WEv6zMfojzbrss1ulDn/HpW8XW7DLsnHvFlSe++NECc4+Ljt/t6wlp8v+n8orzRviRdnPD8/wLnnfThhT33u9baeb4CPHUc4+1ssJ3pMS6XNpQu3LteNmT8R5Djnfnpyxz06rnOhnLgzjfnJ/bZ4ssCUFqctCOHcf9XCG5njp+901T73Q0k8618cbfQdBIvaO3tS1viS1ANh9LfIY59Olh0W1fnlhjWwOowDHPAWVzUl5vf/EyL9TrVcVMk4MjfPE2b5X0jG1pJl59rl9tibLX6vqaK8+22cUroJBNl7pWvKWJQ2odcrLJ8XeztfR0gbwF6Vcy5L8N4nxUPrSLdYS/rMx+iPP/tcl0T8iA1B91IbWtcx8W5xnnrS5w7XbrN2tEjP818W+uccT0FM+bK2V9IUKO6/k7rGvMgY/XUtx7pYxTbnr+7grfM8cxwX6bjIUd81hG7G2vOntcUDDIdGBvHXOdjOU5jzjfmJ9z7RDqjTuPl/De/o+4nBCMDzVUZjST7rTvIN5B0Ejdo7e1LW+ew5UMb0q6/7fW4H+yYEzHl2UcMlSyDV2nhx/NcP0N69rearGDNXbkJAdLeIbrgLEDGdpMMpTJ8Zrrc4djq90sXgG57TniCZ31IuWkesoXX1j//5/k39cWzGNwfiVD3tsgzkflQ7tYR/jLyuyHOP9fm1yqeowC/340zx3D31FPHzNce6HfwX6ysv2tLaImDg1MsnnAs0ZlDGLut0j+7WK/WKL6v1cYv9sbo4itzNh5iXXvBbLS8JVPXPKMuXcn/m4+Rv2Zd1dxqGMZx2rlTAfuOoR1Ew93RkhznYz2uOLaAYQnqsX2w45dN0YQ/jvPGVoSPsTm+8Tfh+Q3j5oM0YBm0rr3dfDvIOu5i+Xda/raYTxRJe0Cva1NeZOYaZOeQctUka1B+tr5Mum0X4bXC+b5lyIrMSqy4wYrT++zVKAnDveNCvN7YsCA9V0Jz3gzaFWS57qNiRft2ywD+RLtcxmxpFR7/u5pZ2lX2H2ynONm+fft8v9flJDH4PxKhry3QZyPyod2sY7wl5XZD3H+a3vsGjA+uRFRWYbl4/RIiGcwON57mXYkWJM6w3iGax87nj0kf5srwuxzO4SJR9R/0Oc534kAZ8aVK1M+f5lO93ox0mUFfXIuc0MEpjG596d+oYA8285fiagyTw4de55HJAx9LOMQ0l6mKacJzeCI9boq47Mrn+tkyIsrRE/uM9ggVx38NWi3ToZ7ffT5j4Rg9tEWUgPw8WgmcbbdaN5B1nPv+g7vhdJsjN7Wprx54pF9td1OHPs6OeBnyHOf6fJ1bKOslLjliguZtsEMyPMsR7yx+QE4zcxfrBLX24cwPK/y64y+9141mOUFn/HScc/DfX4/JyHiTsl/z26oPv+28r0C95/blmOe9nU8wz1uD2irP5WQz+D8Soa8t0Gcj8qHdrGO8JeV2Q9x/n+2WNlnwUhv5ezsiMpz2bUqO6D83bNXIGa49rsi43sRW21mSRt4Ln5lgeO6tb6PNj1xQoTQNYkVZe9s+3vC4/wgH4ceJs+38YhBSXH1+xy2ts9PWFRSnQY1lpG5oy3Q3Oq3bV7EuynXoozQ5joZ8nKsTx6OTYM66sBeYXqnwL1cLJR0K6AQMmgm7Wi70byDBrxnz+KJSrcxelsb8iYHlJxU9TNZ0sqQ49Z99zdcgQusl8Rwxuv3WduzllSc30WeiUlq8SjlM+46vo5v7dlHVpOZL7+nJT+fxUksabAuV3KwYan94r3r0KQsfcSxgirJoxLzG5RfyZDvNojzUfnQLtYR/rIyGyLO/2/C8KqPr/9Sl5BWYpleJSZAQ4HlbW6aA1H7XO8SGxdkuP5Ln7o2k82Ffa79I8O844nrXn0WEN3trZhP/PaI72yuNKKIR5Dq8brsQxoDnCONOMII/en4YGKExMNW3ZhVgWtCnev0ebb5QLREFqjcTtFOb8hvl9YV77eD75jDCXt/LiJGenZBBDl/QDNpRduN6h2UeOYjXygdKFXTQ2+LNW/qnxOtp1Rz3CxxEvcxoG2b0xN5WZvj+m2Jyee6mvK8Rjqzb4K0vqTnLJUX6bgMxj/JR5op+e8HOp1LOpGG6/KUFdrpG1x/7onJQ0+4rOU5+tcLz86e+SXmOSi/UmCSEKM4H50P7Vod4S8rsyHi/LRUguuPkZVnUSLvzwLM348OG2/JcL0dImIi4/PveOr56qBVXPJh4dGA9vJRxDjfjt/d8vFkSt4b931tTN5PJxJ+/IMcsLcoY5l3Jj7YvJF7zqmgboMcy5jV7yLG2Ss2b0p9TlrvkzNF7VPXXMd65rkS5st/TIOy6yUZQ/jngvc63ecj8q7Ayo1mEn/bjeodlHjet/Kx3fjzc3ihStsIehtz28YNZ6+mXdNwfsx26z05r10uA9TvGy7D5oQ9Z3SwTc22tv+doKcFUzejcpjWZxmU/G6vbmujX0mZ51YIv23woW2vI/xlJXbsvDjfZ1VYj3MRlumnPLHYO1TnC0QQ/yLC0XiW960sANgvE87Pcp83Iu7vLjt2LnOkUvO2TsZw96Xuv0gdvpb625cMK8RcB0qq94NS5/dKuNcMeXf32u8r+f+L8QfdHu8DQLzzR+a2xYw3ZK3ceYBVCtt0Y28bcEfLfzTRnsxK7em0CvxKBHlubTzzFrWrNorz+Mty7Nhpcd5xOJzN4xjblrXN+AAtHRjLMNeBRuv9sYjpC/AH+AMAYP7I3LZ8Ay6ztipuwyqF7Nlbvba3g2VfnNhSa/53JS0CvxKDX0Gcj6JNtaqO8Jel2vI7OYSyl9Z2qOy+c0mScTMXRFiueVYIyS20dGAsw1wHGqvzXkib7fgD/AEAMH9kbludIfdYsQvnYJVcdhyVibDZVjrSwfI/SLSjnbQI/EosfgVxPor21DZxHn8JRdvQiKxk7MemSMt20CrHPGocGMsw14FG6rz3EfgctsAfAADzR+a21RvzQsKY17FIZvsNJ7Zgb+xg+ZMn2R+lRUBMfgVxPoq21Jo6wl9CSe1o0KGJRyIt15AIfz0+U9vAWIa5DjTmjx/GGh4NfwAALfI9wc4fmdtW8/K9lTDqIayS2nbTE7Y72sHyb0u0mzO0CIjNryDOR9GW2nJoL/4SymhHOwcI83ciLtuetpQFGMsw14HI6/2UrBBfgDXwB1Bb+1ot84WTOl0z7Q3LdL5dBDt/ZG5b7cDrdsK427HKQJuZrX6PunoasTnpPRFbitOYIUq/gjgfRTuKvo7wl1BSO1puVpP3Eeb/1mlupGWbKflPcp5aB8YyzHWg9nrfKu+a77AG/gAqbU8rzAHbcuCyi+NYqdPtI9j5I3Pb6g1stiyOi4GnYo1XWpOtlkkMvk/mELoOln99QiDgUCiI1q8gzkfRhqKuI/wllNSOZuv0so8wb/zrqojL97ujTMStBMYyzHWg3nr/Vup8M9bAH0BtbWpIfO4baxy0Hut0tk0EO39kbluvsY8kTtrdgkW8DvSETvM7WPZN0hnNVsd1tAaI2a8gzkfRdqKtI/wllNiWbgwIZ7M34rKNecq0lpoHxjLMdaDUev1Vp5s6XdZpifW3JTJe2YGl8AfQSJt6mjx3x/hhrNLJdhDs/JG5bTNGX5/YXrwbi4C0i5+kTZhDoUaxCMTuVxDno2g3UdYR/hJKbEsHBwjzlyN/L/hC9YxQ+8BYBqCyd8mH3qpvGTsZseUHLIU/gEba0izZidHjBlbpZDsIdv7I3LZ5B3FOvuANY5HOt4cRnV6wdQXa5FcQ56NoM9HVEf4SSmxL6wYI889MvPZIy7bfmogmeUXtA2MZgFLb7a0+7xIT83oDVsIfQGPtaIfVJ/dglc61gWDnj8xtAcLrlGytgra1abPa5UsibRjw+83W729hReoIfwkVtaFRWcnYT0xZEmG5zJbYxwM+OlylBQAAlOp7T3v87Z86LcZCAI32z6tWv1yKVTrZDobIGwAAAABAIANgnR4OELC3RVCGGTqt0Wm7Thcch535OEorAAAo1SdPl3ME3srihQfElwcIom8Oy9kFPSawCgAAAAAAQLMTtdOq24zRCgAAAKADY77N1hjoPFYBAAAAAABobpK2XcESWgIAAAB0YNx3jgUKAAAAAAAAYUzQlkos+S7zhZYAAAAAHRn7JUP+TZlDhrEKAAAAAABA/ZOzmTq9YNG8ekBrAAAAgA6M/VZZY6D7WAUAAAAAAKCZCdpVdPn/5yKtAQAAADow9jtujYEOYxUAAAAAAID6J2f70eT/5SdaBAAAAHRg/PfMGgOtxioAAAAAAAD1Tsy+kxij8A8baRUAAADQ8vHfYmv88wmrAAAAAAAA1Dsxm2sdBAZKTadlAAAAQMvHgLus8c+49ffN5jwiLAUAAAAAAFDdxOwuWvxXvKNVAAAAQAfGgOPWGGhX4m/rdXqIlQAAAAAAAKqblP2GFv8frtEyAAAAoAPjwAlrDDRP/n25Ti91WoiVAAAAAAAAqpmQbUaHd3KC1gEAAAAdGAtOWmOg2ebcHZ3e6rQBCwEAAAAAAFQzGVssE68vpP+krbQQAAAA6MB4cMKxSMGMhcawDgAAAAAAAAAAAABABSil1ur0VKcpnT7odFGnb7AMAAAAAAAAAAAAAAAAAAAAAABAk0gonr90+qTTYSwCAAAAAAAAAAAAAFAxSqm7VkxUDioDAAAAAAAAAAAAAKgSpdRnS5w/i1UAAAAAAAAAAAAAACpEKfXIEud3YxUAAAAAAAAAAAAAgApRSn2r00udpnQ6h0UAAAAAAAAAAAAAAAAAAAAAAAAAAAAAAAAAAAAAAAAAAAAAAAAAAAAAAAAAAAAAAAAAAAAAAAAAAAAAAAAAAAAAAAAAAACgOZRSQzqt1mmbTid1uqbTLSwDAAAAAAAAAAAAAFAiSqkVOj3R6aNycxwrAQAAAAAAAAAAAABUgKyaX6bTG0ucX491AAAAAAAAAAAAAAAqRCn1NCHMfzaiPVYBAAAAAAAAAAAAAKgIpdQsnaYS4vwNrAIAAAAAAAAAAAAAUCFKqR1WSJs9WAUAAAAAAAAAAAAAoEKUUlctcX4pVgEAAAAAAAAAAAAAqAil1LBOkwlhfgKrAAAAAAAAAAAAAABUiFJqs7Vq/jxWAQAAAAAAAAAAAACoEKXUOUucH8MqAAAAAAAAAAAAAAAVopR6kxDmp3SahVUAAAAAAAAAAAAAACpCKbXKWjV/H6sAAAAAAAAAAAAAAFSIUuq4Jc4fxioAAAAAAAAAAAAAABWilHpmifOrsQoAAAAAAAAAAAAAQEUopRZbwvwnrAIAAAAAAAAAAAAAUCFKqV2WOD9u/X2zTjOxFAAAAAAAAAAAAABASRgx3hLndyX+tl6nh1gJAAAAAAAAAAAAAKBElFITljg/T/59uU4vdVqIlQAAAAAAAAAAAAAASkQpNWmJ87N12qjTW502YCEAAAAAAAAAAAAAgJJxrJw3fNFpDOsAAAAAAAAAAAAAAFSAUmqtTk91mtLpg04XdfoGywAAAAAAQNP8H+4NpZUpmEB2AAAFCnRFWHRNYXRoTUwAPG1hdGggeG1sbnM9Imh0dHA6Ly93d3cudzMub3JnLzE5OTgvTWF0aC9NYXRoTUwiPjxtc3R5bGUgbWF0aHNpemU9IjI2cHgiPjxtaSBtYXRoY29sb3I9IiNGRkZGRkYiPkw8L21pPjxtbyBtYXRoY29sb3I9IiNGRkZGRkYiPig8L21vPjxtaSBtYXRoY29sb3I9IiNGRkZGRkYiPnc8L21pPjxtbyBtYXRoY29sb3I9IiNGRkZGRkYiPiw8L21vPjxtaSBtYXRoY29sb3I9IiNGRkZGRkYiPmI8L21pPjxtbyBtYXRoY29sb3I9IiNGRkZGRkYiPik8L21vPjxtbyBtYXRoY29sb3I9IiNGRkZGRkYiPj08L21vPjxtaSBtYXRoY29sb3I9IiNGRkZGRkYiPiYjeDNCQjs8L21pPjxtc3VwPjxtZmVuY2VkIG1hdGhjb2xvcj0iI0ZGRkZGRiI+PG1yb3c+PG1vPiYjeDIyMjU7PC9tbz48bWk+dzwvbWk+PG1vPiYjeDIyMjU7PC9tbz48L21yb3c+PC9tZmVuY2VkPjxtbiBtYXRoY29sb3I9IiNGRkZGRkYiPjI8L21uPjwvbXN1cD48bW8gbWF0aGNvbG9yPSIjRkZGRkZGIj4rPC9tbz48bXVuZGVyIG1hdGhjb2xvcj0iI0ZGRkZGRiI+PG1vPiYjeDIyMTE7PC9tbz48bWk+aTwvbWk+PC9tdW5kZXI+PG1vIG1hdGhjb2xvcj0iI0ZGRkZGRiI+JiN4MjAwQjs8L21vPjxtaSBtYXRoY29sb3I9IiNGRkZGRkYiPm08L21pPjxtaSBtYXRoY29sb3I9IiNGRkZGRkYiPmE8L21pPjxtaSBtYXRoY29sb3I9IiNGRkZGRkYiPng8L21pPjxtbyBtYXRoY29sb3I9IiNGRkZGRkYiPig8L21vPjxtbiBtYXRoY29sb3I9IiNGRkZGRkYiPjA8L21uPjxtbyBtYXRoY29sb3I9IiNGRkZGRkYiPiw8L21vPjxtbiBtYXRoY29sb3I9IiNGRkZGRkYiPjE8L21uPjxtbyBtYXRoY29sb3I9IiNGRkZGRkYiPiYjeDIyMTI7PC9tbz48bWkgbWF0aGNvbG9yPSIjRkZGRkZGIj55PC9taT48bWkgbWF0aGNvbG9yPSIjRkZGRkZGIj5pPC9taT48bW8gbWF0aGNvbG9yPSIjRkZGRkZGIj4mI3gyMDBCOzwvbW8+PG1vIG1hdGhjb2xvcj0iI0ZGRkZGRiI+KDwvbW8+PG1pIG1hdGhjb2xvcj0iI0ZGRkZGRiI+dzwvbWk+PG1vIG1hdGhjb2xvcj0iI0ZGRkZGRiI+JiN4MjJDNTs8L21vPjxtc3ViPjxtaSBtYXRoY29sb3I9IiNGRkZGRkYiPng8L21pPjxtaSBtYXRoY29sb3I9IiNGRkZGRkYiPmk8L21pPjwvbXN1Yj48bW8gbWF0aGNvbG9yPSIjRkZGRkZGIj4mI3gyMDBCOzwvbW8+PG1vIG1hdGhjb2xvcj0iI0ZGRkZGRiI+JiN4MjIxMjs8L21vPjxtaSBtYXRoY29sb3I9IiNGRkZGRkYiPmI8L21pPjxtbyBtYXRoY29sb3I9IiNGRkZGRkYiPik8L21vPjxtbyBtYXRoY29sb3I9IiNGRkZGRkYiPik8L21vPjwvbXN0eWxlPjwvbWF0aD6ciXu6AAAAAElFTkSuQmCC\&quot;,\&quot;slideId\&quot;:301,\&quot;accessibleText\&quot;:\&quot;L left parenthesis w comma b right parenthesis equals lambda open parentheses parallel to w parallel to close parentheses squared plus sum for i of ​ m a x left parenthesis 0 comma 1 minus y i ​ left parenthesis w times x subscript i ​ minus b right parenthesis right parenthesis\&quot;,\&quot;imageHeight\&quot;:53.126666666666665},{\&quot;mathml\&quot;:\&quot;&lt;math style=\\\&quot;font-family:stix;font-size:26px;\\\&quot; xmlns=\\\&quot;http://www.w3.org/1998/Math/MathML\\\&quot;&gt;&lt;mi mathcolor=\\\&quot;#FFFFFF\\\&quot;&gt;&amp;#x2113;&lt;/mi&gt;&lt;mi mathcolor=\\\&quot;#FFFFFF\\\&quot;&gt;i&lt;/mi&gt;&lt;mo mathcolor=\\\&quot;#FFFFFF\\\&quot;&gt;&amp;#x200B;&lt;/mo&gt;&lt;mo mathcolor=\\\&quot;#FFFFFF\\\&quot;&gt;(&lt;/mo&gt;&lt;mi mathcolor=\\\&quot;#FFFFFF\\\&quot;&gt;w&lt;/mi&gt;&lt;mo mathcolor=\\\&quot;#FFFFFF\\\&quot;&gt;,&lt;/mo&gt;&lt;mi mathcolor=\\\&quot;#FFFFFF\\\&quot;&gt;b&lt;/mi&gt;&lt;mo mathcolor=\\\&quot;#FFFFFF\\\&quot;&gt;)&lt;/mo&gt;&lt;mo mathcolor=\\\&quot;#FFFFFF\\\&quot;&gt;=&lt;/mo&gt;&lt;mi mathcolor=\\\&quot;#FFFFFF\\\&quot;&gt;m&lt;/mi&gt;&lt;mi mathcolor=\\\&quot;#FFFFFF\\\&quot;&gt;a&lt;/mi&gt;&lt;mi mathcolor=\\\&quot;#FFFFFF\\\&quot;&gt;x&lt;/mi&gt;&lt;mo mathcolor=\\\&quot;#FFFFFF\\\&quot;&gt;(&lt;/mo&gt;&lt;mn mathcolor=\\\&quot;#FFFFFF\\\&quot;&gt;0&lt;/mn&gt;&lt;mo mathcolor=\\\&quot;#FFFFFF\\\&quot;&gt;,&lt;/mo&gt;&lt;mo mathcolor=\\\&quot;#FFFFFF\\\&quot;&gt;&amp;#xA0;&lt;/mo&gt;&lt;mn mathcolor=\\\&quot;#FFFFFF\\\&quot;&gt;1&lt;/mn&gt;&lt;mo mathcolor=\\\&quot;#FFFFFF\\\&quot;&gt;&amp;#x2212;&lt;/mo&gt;&lt;msub&gt;&lt;mi mathcolor=\\\&quot;#FFFFFF\\\&quot;&gt;y&lt;/mi&gt;&lt;mi mathcolor=\\\&quot;#FFFFFF\\\&quot;&gt;i&lt;/mi&gt;&lt;/msub&gt;&lt;mo mathcolor=\\\&quot;#FFFFFF\\\&quot;&gt;&amp;#x200B;&lt;/mo&gt;&lt;mo mathcolor=\\\&quot;#FFFFFF\\\&quot;&gt;(&lt;/mo&gt;&lt;mi mathcolor=\\\&quot;#FFFFFF\\\&quot;&gt;w&lt;/mi&gt;&lt;mo mathcolor=\\\&quot;#FFFFFF\\\&quot;&gt;&amp;#x22C5;&lt;/mo&gt;&lt;msub&gt;&lt;mi mathcolor=\\\&quot;#FFFFFF\\\&quot;&gt;x&lt;/mi&gt;&lt;mi mathcolor=\\\&quot;#FFFFFF\\\&quot;&gt;i&lt;/mi&gt;&lt;/msub&gt;&lt;mo mathcolor=\\\&quot;#FFFFFF\\\&quot;&gt;&amp;#x200B;&lt;/mo&gt;&lt;mo mathcolor=\\\&quot;#FFFFFF\\\&quot;&gt;&amp;#x2212;&lt;/mo&gt;&lt;mi mathcolor=\\\&quot;#FFFFFF\\\&quot;&gt;b&lt;/mi&gt;&lt;mo mathcolor=\\\&quot;#FFFFFF\\\&quot;&gt;)&lt;/mo&gt;&lt;mo mathcolor=\\\&quot;#FFFFFF\\\&quot;&gt;)&lt;/mo&gt;&lt;/math&gt;\&quot;,\&quot;base64Image\&quot;:\&quot;iVBORw0KGgoAAAANSUhEUgAABeIAAABkCAYAAADqrkBQAAAACXBIWXMAAA7EAAAOxAGVKw4bAAAABGJhU0UAAAA9mEzejwAALl9JREFUeNrtnQ+EVksbwLNWkhXJylqJJFkrkSRJIkmSRFaSJJIkSeRKkkSuJEkkyUqWZCVJXFlXkkhWkixJkqxLkqy14nxnvvu89557OjPn35z3PTPn9+O439eed87MM8+ZZ+Y5zzwza5YDBEGwNryuhNeb8JoKr+nw+hBe18NrYBbYlHUXUgBLutQXXtvC61h49SIRAABsNzitZyvCazGSAMAuAACAdvzFDwJOK/DG8HoRmPkZXnuRVmlZ94fXXfVxA2lAnkl+eA2G1w4xNMPhNSYfzKIs71D9umUMuRFe8+kxAMB2d2wsVnbiUng9CK+/xE7MSHDFZHiNhteF8FpHz9au/5aG1x2x58NIBAC7AADQ8LEWPwjt8k6p+2RBlpWfRMaXkveB8PousnyMRMCgK4dkMf5YdOZnhvdzsoP1XRZen6Ue6r9b6UUAwHa3rY6Lw+tqeP0I8jERXkeI6Ox4/y0Mr8sxW48jHgC7AADQtPEVP0g9+gH/TkWCHQqvr3EFDq9TLWe7fH3aFumAwNZXf/kIMCyLRnXdUgsRT2W9ILweRhdXLHohRWdGg/zc6XCde2M7a5RToZveBABsd2V1nCPR7UmLlC+ykDkbXr9J/d9q7MdbIuQ70n890j9JH1BwxANgFwAAmjbO4gepT1/g37EozG6JmoqjhNqj+c36yH3vLXXo54Q6qH9b5Jm818sHjhYX0ULIqDtd4mRRXyO3xyb+SeytQZ3nSDqEFi98/cAGAF6Pv7W33WIb3iTYgq8STdSl+Z06D+iVxo6coPfbZt+Py8cSHTjiAbALAABNnSfhB6lHX+DfsSBE9RX/z5jSqu0e2zL8tsW0hXpcN7xETzyS96FYlNpZtBBK6NP8FAO0qEZ1vR37wDZIDwIAtttaHdcn7GpUfMxyyKcscG5qbMlVtKDSvtsTXh8yRHfhiAfALgAAMAbjB6FdDgtuScLEXy3iVmdcsLWYKVmPLjk0zMQKD+R9JdYmJmxQVqe6De/MhxrWN+rk+aYcR/QiAGC7S9dxbSQ3cZS/sjjhY2WNaGwKkZ72+21zeL3Osc0aRzwAdgEAgHEYPwjtclRgK2Nb6TI74eX3S6I5R0vWZWGGxcdexweJeF6rK2ghWNCtQdcW7GG97kbqqE4230RPAgC2u3A9l4rDPYmdBcpT203facrbh2ZY6bNVCbtRccQDYBcAACDbeIwfhHY5J6g1CduXp/J8vZCDXVvcK1mfBRkWH/sdnrA9irXlPloIlvRrt+GdGarxOzFWdOwBAMB2/1PPuQan+eMS5W7UlDnNttNS/bU84sR7pj5syBxY7QzdKfYQRzwAdgEAAMxjMn4Q2uWUkNbIloE423KWcyfy20MW6vUjZfGxxkFZdyUcIqEOQ5uDJoIlHRvWvC8qZ+X8Gtd7geQtju7GGaBHAQDbnauu1wzzplUlyx7TlDuuO/QVjPLsEdt8T9c34b+fwREPgF0AAIDUcRk/CO1yRjirNE74YznL6Y3kdFf/XWChbhcNC48xR+V9OyH1zyI0ESzqmC4S8rkDdV8p0ZXRAwV76VUAwHZnquc6w7zpqYXyNxnKP4mm5JanihZalnLPWhzxANgFAABIHZfxg9AuJ4SyXJND9FaBss5Ffn/dUv3maqKvXrnYeWGdTye0ZQdDJljUsX7DYv2cI2046cNHNwDwZlx1xnbL/CioMpd7LLIliB3GtACNsd6nc3DEA2AXAADAOC7jB6FdzijqlwQlfZl3S50c0jodyf3Tb7mu25RzX30gkHyZXQ7Ke5uNDx4AKXq232CANjjUjhexup+ndwEA222s6w7D+D9jK11Cym7Fc2iN9X7twhEPgF0AAADj2IwfhHbVXggqV89EgoLm3lInC4TnkTJOMAz8IqNFCQfhThI5BhXo2ojG+Ey59AFLtjDF4XAPAMB26+v73LAAeWjxOWsMz1Fn+/SgPdb7Fkc8AHYBAAD04zN+ENpVawHMVnlCNUq6vUB5l23mH/VU5knpdQ4jGahA175r3u0RB9sSP2zlPQdgAQC2O7GuK1KctUcsP2/K8KyjaI/1/sURD4BdAAAA/fiMH4R21brxui9FlwuUdTQWDbCQIeAXGR1KkPU7JAMV6JopSvGgg+1ZltCOi/Q0AGC7f6nvxRRn7SrLz7tneNYrNMh6/+KIB8AuAABA8viMH4R21brhpzTKOR5e3SUmI99tL/I8kXdvwvZFxQGkA218v4O8Kadq1KZHsXb8DK8BehsAsN3/qfN7w/g/3WZ7EzBOW5c3jngA7AIAAOSfl+IHoV0dbfBW3QJNfZnIWdbZWM4lcjcny+l6grz/cvGwWXBC38Y07/iEw21KOhDrEb0NANjuf+q7LMVRO1bBM3ekPPMkmmRV3jjiAbALAACQPEbjB6FdtV2k6XImHc5RzrzwGo389htO+NwL4ytIByrQt275muiVzslh0F85uBUAsN3aOh9st6NWokPb6vxvuF7iiAfALgAAwK9jNH4Q2lXLhvao/HUaxXyco5z14fUh8ttP4TXIq6+V122NzNciHahA30zRidsdb9twQps4GBoAsN2zjGf/VHp4quyo1PEzb8pDMMoaRzwAdgEAAH4do/GD0K5aNvKORim/ZjlcNbxnfsJ2vCcqGorXXiuzRZqvcl+RDlSkc1c17/mM686QsP47WQABALZbW++PKY7aHRU9dzzluZvRKmuyxhEPgF0AAIBfx2n8ILSrdg00bVfenfJbtWXgWGzbgJqInOZ1T5X7BY3MR5AOVKRzul0vf3jQtnmato3S8wDQZNsd1m12kM76ip49mvLcY2iVNVnjiAfALgAAwK/jNH4Q2lWrxg0atg3fT1nUHUmIsFKRTys6sMDcEl6HZPvCi7qfeiwfMCY1cj/oqC7NkS0/N6VtH2wfTiT5Zl+F18YSZWwSHVF6/1l9NGrCIUphG/sNC/QTGX6v0k5dUqmq5NyHafmC/EP6RPX79k7KMnz2W03qg0WzoEkTrfmii2fFCfgt59i8L7zuyZkpM/LfB2rsKFmvDWKjPkq5U/I+bejAWL1bttG/knq06vM6vG4kRRqocVeNFfKuK7m+kXFga0lbuDnSV5+lzGmRVU/B9qkAgWfSJlXW0zJ2w3XbLeN3GnMqevatlOfeZtSyJmsc8c3t+0UyBz8taagmZFxfV7LcxWo9KGNpy2Zx/g5rOtZ0/umwM3MxAPwgzfGDeNmusPJzDV+GElPShP+2NLzOywnw8fuPVlzf2eIIGJIXQRmKLwl1/+GA7LcZBoPVDtRfHXaxTpw5N8TIJm3J3Gr5uTfL5LKVCVsSDxpggA4YdG6l4Xf7ZUGXFfVOHupQG3X5Odmh469eK7uwVRzEd2XxEOdhxrKG5FwTE6cL1HFAxkgTh9ogq+WSQm4m47usnC/zI4s03e8W5axHj3zsGM1Qlzs5y94QO6cmzpom2m7RbRM/K3z2hZRnv2AksyZrHPHN6Ode2a79e3g9EkeAjlclnrNAs85iJwtrOtZ07uuts3MxAPwgzfGDONUuUbRdGe67YVCiPZH71Bekw/IV8xend3iday3WLbfjiEQhTqQc9uXcNkDNwQOtrztdNa1zd+QreVbOWHz+hki51wuWcd9Q172eGyDdQX2TmvuXhdfLoDgPq4qwNLTxkKYu75mCeKHDXRKRcFiM8ruMung8pdx54sTPytocdT6lWdAmjf3LK5LbAo29fy6p6Za17E743z55j1q73V5JVNNqTb3Hc/TdThmDZ3KOJYMZn7E/g6zvlJSlc7Y7oocmvlX47P0pz/7O6GZN1jji/e7f0Vgq0KxsKPi8EynlrqNXWNOxpnNuHu38XAwAP0hz/CDOtEu+bn6NLKDVIrsv4T7TqcFP5ev+RcMhW2qb2hm1wK+wLcdFiR/L87I64/fWXJm6ZEtLEq9rXO9uOeSidSnHzp8pfTFq6dkq6vV9WQMu+qTjiecG6HvWxblsrfoRlOePNrdxq8tRSZDavzcK6uGgocz+HA79zB97JWJxLGe51yuQ2VCC42YiLc2OpPdpRfGfl48fSVzKWI+VLaerpP35TRaDO6V806LtUobyD2eU8YMSsnTSdkvd09LDTFb47N0Z+oVUAnZkjSPe7/4dFTt4TubhtzPs4jKmGk153nCao4E+YU3Hms4pfXV+LgaAH6RZfhBn2qW2+mgUbVKiy+/KF6G/CirUE9nG1N2BtnVJLvhvKXXsr7kyrXU5mj+hPb8Z2vPV0jPOWVpUnDXUdcpj47PG0O6h2L3xrVtj4kjpjbyHA9LvWSKzTraxnfMN9Tjn2GLbJ0YsyWV3ZNF4PWNEz6ShvOWGvK6Fo4fDvy9J2ZKrY8KiDs2JbPv+TxSSSkuXsYwlsij7btgxsDVjWV2mrcjy4T0oEvEgE+asXG6i7c6w4+OPCp+9I0O/cI6HHVnjiG+mI/hwii382ZrDWZzfez1vZk3Hms7j8cLpuRgAfhC//SBOt0u2ll/Jmc5Fx4zkHzyUFFlfwwXlGweU6WSZr801NeofDW3qKVn+QMIX+tcFy+oxOMhmPDZAprQECyL37YlFza5PKXdhhrxp38vqQM62TtvOk9qB/sIRn11WS1MmQsOa38Wd8K9lojVbnNimSMAZQ30GY+V+loXNQhkrzxcpN6dMeoPknPS/FyjrQeQ9TpofdFu0I6YAgcWa36norim550UrzY44R+LvkbJTC5touyP92PbI1pRIlhabZoENWeOIb27fp33wOlagzPkpH5VnkDtrOtZ0Xulz7ediAPhB/PaDeNGu4O/DWIdk6+Jz2WLxMyVi4oNsVVIKu7ETke8lnVSXHVCkUd9y2gV/H54blImYNJT90mZOWRV5p8mJ+MVjAzSWNngF/z306EFWoyEOzbRcgAfa2FZTmpF5jvQXjnh78hpKuL8vMgYo3f0t4Z55pkmVph7LYk74q/Hoc1mYVBbBJW2bsOUQkBR1bYmill0OefqxN+IwULv15iTcs0KiW/ZYcCA4a7slxV/lKQc0z96SYYzYOgtsyBpHfLP735S+7UXBMhfK+JrEZ2TOmo41nXc6Xeu5GAB+EL/9IF62SxbopsjB3xzpCNOX+m0O1N+UCmG7oy+HaTvavhLlHtV9NCpZXzVx+xIr856nxqfbYCDOyT3RqOLhAs8YSTFAd9vYXlPk5w4PFnY44n+V1/MskQ5yr4qgetPaZq2LdkhxmI9p7GsrV6/66L2rgLPsowUbn2Qf75Uo83i7tlumRHTeSLi/5Vweb8fCzmXbHdH5TjjiN2UYI5yc+9Swn3HEN7v/+1JS1CwpUfahSMSr1/Nm1nSs6Rqu07WeiwHgB/HbD+JluyTSXYfalt/lQBv6UtLodNe8/rNTXtTNjr4cc/MY7Yxl9gf6gzWCrHmODeVvi5V3uIETqg2ik+NlHKbK6Zii1x/b2N7bhnqcd6TPcMTnk1fm7WrBv4d7qUXbckOZKw3tuRq7tyfyDqlF+SpDub2Gcss4zOdrnK1vyoyV4W+vGeq7pgI7opssP4vdeyzyMWUxtju1/n916h3N6Ih3dnFQs37GEY8OmKLiT5Qse5fN8jyQNWs61nQ+6nVt52IA+EH894N4164g/QCN1Y50wu52bZOvqP5pW7QXO/yCfLIZaRf8fRCjifUl6xuPeO2f5SGSHiMxDYbI4LL8/5dJ2wkzPmNJSl9Nt7G91zsR9Wm5DTjis8tqmeG5v8fuPRtxwi9NKXePodydsXtbX+k/p0Ucqt8ayj1UYixLSh2gPlAMlJTvLU1df1TUn+OG1Hldcs9g5OPL9ja9k07b7g474jfgiG9bP+OIRwdMh9I9tzxvHmi4rFnTsabzVbdrORcDwA/ivx/Eq3bJl81Phspfd6gTRqqK9GhT/YdSXtQ5Dr8go7a+Aka+LH5I2AprJQ1RbNL22GMDpMuppXbIrItEMiyyOAH+ZbdKG9t7wlCPxucz9VC/d2WJRotE5SpdH8xQ7nCWdDfh/z6d1bkv95tyry4vKIMrmvJOVTiu362oP03RnOtkrHldJjKvibY7rN/bDjri1+OIb1s/44iHtFyq/SXKjc71JpAzazrWdN7qdi3nYgD4QZrpB3G2XWHlLhgqrpwH8x3pgK6UbW2DDrTBlG83cHygu2Yj95+kWGgdvLPTkNt2d8n6rnPpbIGCbew3qJvK1fg+KcK3AgfAVBvbvM9Qj5+zwDcdv2pIVdaK2lkoKWNUJM/GjOW+1pQ7Hrkn6twfKFnuh4Lt1225fGsj3ZzhI/6hivrT5Ng4rPI5yv/+1M5cpK7bbrVjMGWMvlfhs0lN075+xhEP0d1fVsfuWMq208iZNR1run+erw4ifSVzz+/yIWOlw/1fy7kYAH6QZvpBnGyXbJUwHdyz16EOMEVVTTrShut1+FpWUdv2GtrWW0BGf8j/1x3OcLRkfVuTiLceG6ADhj65bTOyNcUATbaxzbtT6rKAqYlXOq47qPVB5J6WE/JAxjJ70vLQRZz701m3VMtvdNwq0PZeQ8qRLRZkO9d29H6GZy4yPHO8Uwtt12135GyEtm/rzOiI38poVrkdxhHfHD1YYdCDhyXKPRJJT7EYObOma/qaLvj7IMgHhjQuuxzt/1rOxQDwgzTTD+JkuwLzAa1PHeuAs64vMFIOGph2fLDbamjbloxlrI1MXgbk3+7YTqkkuys+SjlDHhugtFO8VdRGn4Xn9KQ8534b25x2YMrGWeCLfncbDpQ6Jvcczbt1NiWP+1q550nej9kpEUY7C7RfZ9//tCTf7Z2YUMoHDhN3O6BrTtvulLngfz5cVfDsLRkc8ZsY0SpfCA7XpI5bPTn7ZGvNdWHCsFusu2CZY2Wd+Z69b6zpGr6mS/kYY+Wsng7qQO3mYp6PJ9hG/CD4QXxpV8qBPT9dMwxyiIKOIUfacNc0GDhuQJaU6R9xqrXy2F7MMMm5U6KuB+NpJjw16t9TBq0Tlp6zMeU519rY5h1EXjZm0mpy8A2onO2SjzTXATyGnOuT8vcT8XGq5IRQ2eN5FifsayzJV5fP/nYH7eSPoAOHsLluu1POPKjUsZZxcbmIEc2KrHHE44hvyfmyzVRQsQjZDbxtrOmavqaTeWYW7nmo3x2Zi3k+nmAb8YPgB/GlXWGFnhkqe8kx4S/0YZtFoD/8xodJW1eZgS6854zc+yXqlFL5LG1G8AX/PbzY2+jolA9xgURLdVl61oGUZ+1qY7u3kYu4MZPWM5o+/iJ/fyqLhSU5yx3XRWyF16BEFD4tUF9ddNHzAmPt2yqj4eU576rI5ZrhuUcM7+9ZbHeh+p9PswcVPntnhoVbFyOaFVnjiMcR35KzKSXUlQLlnWtCAAtrOtZ0OZ59OuNYMe2oDtRuLub5eIJtxA+CH8SHdqloBVOeorzRdzVojykv0CsmbbVpn+7L482U3y2PpJjYG/ubLp3Du4J1PNfubUId6otTKQPWHovPStv6taCN7d7qowGCxL5+onM4RVLS7MtZ5jxT+ozg78NWv+bdyhiYc/aez1nWQUNZmy3JdqBT0cvBfw9dS0w5hO3OXf+9KePi1w7N37yY+9Son3HE44iPOlJnbHx4C++fLXbP6tzRg/eNNV2D13RKDjnGiy4H+792czHPxxNsI34Q/CA+tEtFxRkqethB4ZsU/AKTttq071mRbXmR371M+JvuC9iPAvUblMnhD9+3wgf/5vK0NuE1POuL4VnP29xuHPHNmLCa8sOfkAXk/QLl7jR8wD5bNCI8/M1xG3ntxLnyoeqoZkME9YcOO5Bud0jfXHfEp42L0xU+Oy1S6E9GNGuyxhGPIz4qa9PZEH05yjlW9c4ZR9831nQNXtM1ICK+dnMxz8cTbCN+EPwgrrcrrMhqQyVfO2oITDmeNjnUFtOkeMrjSemY4TfR6M6VCX9fqRNYAT16LT892WAnpeKAxWelbf06ykANFfSzKT/8U7EZ/QXKvaEp81mZqKvwd490436eSKmU6OLjFm3ul0468wy7Hd51SN+ctt0qGifD4qm7omenHWY3zIhmTdY44nHE6+bXcYYylqGi4T/bnjt68r6xpmvwmk4+BGThrsM6UKu5mOfjCbYRPwh+ENfbFZgP19jkoODXmyY6Lm33Ul+QfftiHmvfcJ5t7yoiJ7y+yT03NPfMMchsbo66NSa/ZWA+0GLS5jsTmA8EmwnafH5D+Lztri+eIVM/X0rp55MFy51IsTdFnPvdhqiiBznL0kWoqQlnryXZ7i7rvLFQhwuGOszHdhdqw1TKO7O8ouembdk9wohmTdZ88ICoPiwz6MPNjGWcIBqeNR1rOm09rqVFw6tUfw7rQK3mYgD4QZrpB3GiXcHfp9rrvgA9cVTw5wxCv+9YW0yRYT89GPgu6gYizf2taJJvpoHKoNMbM9ZrfcRZNdgAA3TVoGfnLD5HORj/MjzrWgfannaq9uZZ4IOOjxv6uNABPGI/TZwpWNctNpyQ4b1LDeU8sijbl4bn9Lepf00fWnZiuwu14WEnJrEZnruJEc2arHHEQ1wn3mv04U2G3/YE/+aG3400WdOxpktcB903OOGGHNeBWs3FAPCDNNMP4kS7gn9PKU9ipaOCf+lLvvtAf1p8iy7HB779Wbe9x/IEHk0p95umzG0Z6jQ/vD7K/acbYoDeGfphSZv6W02Ql3ag7UMp79gypijO6/fClD7eW7BcUy5rNdHqsbyYDfJESqXY9wOWZLvR8Iz3berfDSn9exXbXagN56t4bzI893uKnehmVLMmaxzxENeJm4Z3b3bGMeM1kmRNx5oudf74UpzvU/JRYoXj/V+7uRgAfpBm+kGcaFfEOJXa/q4pe1m7v35mcLgsd0yJdqW0Z67jA9+uLAOfRNl8yjrBNxy4sTvDb1uRCi8aYnz6DX3wp+VnvTY860aH2r/HA4fZaOAXI23s448lyjXlez1dotxXmjI/WyonsJiW5mUnHXmSy/xLij69wnYXakNafsUrFTxzdsozOajVrrxxxEOesWur4XeLJK0Gu1ZY07Gma55u13IuBoAfxH8/iJPtSvlyuaJk2b0RI3u2jW3aZ2jTBweVaG2KEq1xfPDblmXLSCyf1oYM5eockydSfndM7lMReYsbYoBMUb0HLT7HtEXoh8oVWcP2f3ekD3HEm+Vjyjl9omCZXaK3VnP8BeZDModzlGP6KP3aklzTog2G2qD79yORJG8MUSZzsN2522A6q0Ax2gG5NWKXWhv7GEc85LFBxwy/u2M77ZmHsmVNx5rOV92u5VwMAD+I/34QJ9tlODDkcclye2JRctvb2KaRsgcN1XAhbDrFeYvjg98mQ9u2yz2rI/92J2O5w3m/NsoEuSXrfQ0yQCOGCVOvxee8MfT18Q62/5Lr0Zc44o2ySXOYzytY7voqohpSnNtDOcoxRabdsiDXuZGP7R3JD68myJFnnVKpUgx12dbmd9IL2612R5rSL7V54uxsysQa9y+OeEjSC13U3h3N/Wsi88YBJMiajjVdo/S6tnMxAPwg/vtBnGyX2uauqdz6EmXOjm0hO9LG9pgcLs4eEpKSt8r1Q136DG3bJX3aGrimsjp2wvt+z+Pgkx0cX/JMDD0yQLp8vE8rmqTFed7h9t9y3RGBI94oG1MO89slyj1rKHdtiXJvG8qdn6Ocy4Zy9liQ68WUPvxUsc4vE5ugeCL/tsRQn9+x3YXasK+dH1tS9P/9LLDdvzjiIUkvdIFa7zT3t9KgXUN6rOlY0zVKn2s/FwPAD+K3H8S5dqlc6ZqKjVt0CF1qc5vWpxyAMM9RRbpTxy9olto2x9C2ffJlPfeWdIPz4IHm/ify94mg4AGLjsp/TdUpAGSbs+6E8K+d3i6akuf7oCP9iCNeL5tLWbZKFyj3ZRXOQkOOzVcWdWJTyTqui2yl/JYnctJSn6oP/uPynC/RiBVDgMHTDryXzttu2fkw0y7HUaA/t0hxhiWj9f7FEQ9JerHTsJbq1jgYvhVNydYw2bKmY03niy47MRcDwA/itx/EuXYZtv8eKlHm9apy/GZ8/hmDwJ86rEj7fEq3k2MheCX49+CnT3nyyhkWEe8T7m056qYDx0+sLyD7Uwb5b7D0jNt13qKoticZ6rfakX7EEa+XzYTmGZMlyjTlXz9botzlhnIvWGq3Ym6JOqrUcx+knHOdmOTEovE3xP42YkhD1I3tLtSOtkSVSGSdKZiCHL/tm3/hiG+2XizI8iFX7dKKOBiOIznWdKzpGqXLTszFAPCD+O0Hca5dGqWYKfrlOLZt7EknBtkUgZ9xWJEWGdo1OstxUvIlttibs8wtusMwDJO7/Q00QGOGiVKXhfJ3VP2l2UIddVvSppiiOK/fJsf2lRLlmvJYD5Qo96it6P3IVuFfsDR3eJiSz35lRX262WTX1The1U6AptruWE7fpGieLkvPOWF4zn1GtLY6zXDEoxvv0wK2Iils3iIx1nSs6Rqlx87MxQDwgzTPD1LrdqkIcVsLHaVI0e3zndgGluEAnLUp9d9Yc2V6Zzuqs0Ztm0qZsI0XKLPfUF6X3DMQeUmdj0Kx/M48s7TY+KvOUT+yrdLbBRETrP/YJptnodzVlDlRsr73804IZSu4OlBzVezfZ2w74iMLq0nJwTpSZJIjuWLnFHh+NO/rmOaeZWU+yIf33FARMtjuTHPG0imeYs8Yr+LcBTDKHEc86HTjjulsFfWx1XbkYINky5qONZ3LfezcXAwAP0hz/CC1b5fmK8HBAuVEt3S8CyyeLpyzHqaT2n+kOARKRUe2qX3nDe2b7fhA+C1l0ra5QJndpgMP5Xof+Xg0pwPtVocWHVODvUxcZ2S75q2qokljzzd9pb1lYQB8oSn7bo10b61BBgeYpjg/ydLp4JeS763OyX2xonIfGH43kpQSJyWvd1eB+q2Wrd4/W04Xccjnre+wjHO9BepwP/IhYKHhPl29HqeUf9j2+Ta+2O7AfOjxPQvlrzKUP+ayra15v+KIB51u7Dc5UoN/D2jlMEzWdI1f0zVMf52biwHgB2mOH6T27dIs0lfmLCMabagO2OrrYHt+y5tvOPz3QfkgMVEmZ26b2rfC0L6tjg+En6tYgEdyEf6yJS68HkUmEYs60Oa54hQw8XvFdbhqePaRkmWPtPsAx4L13GPIR9w7C1weV/oM+n21RLlbqsgnqH5rKPe3FLv3NOFv3w3lLctZtyWRBdXRiP3UcU5TziU54HVlAflE0/ZsLDj+TBt2FqyWedEHm4t4n2y3pCOqJH+7oc9+lsnzWwdbW+P+nI0jHgz6sdLwTh6OHNC6EGmxpmvymq5huuvkXAwAP0hz/CC1b5fGEd+V4/eXIr/73GnDZ1B4xW6Nk+aTdIgrBzK+rnOOqRLtelxFnuHIgYJxXkVexo0davOljIdWXq2wDqbDHHdU0Lbfa6h714tEa4AT48rBKvJThr+9nHfnVcZyT+VZmEciORIjksJ/e24ob0+Oei2JLKxvRv79SJ7xI/LhfkcB2WzKuaX5QJ5oPNlm/alsyiLfbbdss/1q22lrcPiV2mVSF1tb4/7swxEPBv3oMjg/f8h/DyMp1nRNX9M1SGednosB4Adphh+k9u2KDHS58sZKPtpoftxPZSOhLLXHlFt0UezeBZEJ0HGHlOqYpn2PHH9ZHlaRw0nyJps42sE2fw+ys62C5/fb3jpqMD5qIbevprqnc1buYori/ARLN658K3MAjyG360jJ+o4a3scFsXvXSYqNaV3ubMmvqePPjHVaG4mEfxT7211D+X2xe1sRVCdj/z4g0co/ZZF9NqGt6yPj5VjGepsO6X0Qu7cnsn30YkW66I3tTtnKu7FAeV0RR0oc1S/dLtvamvflzhR5jMyCptvRMYN+PK9pnVWakptiI6ckHVpvDevJms6TNZ0H73kj5mKujxmAHwQ/iCft0kSQ96f8ZnFswTTRyXQ0sbpNZTmYTkUORpzw9x1Tqp5IFEr8IL9uh1+WUc3WkeUV6LiV3F8l6zU3yMfzCuqwJ+WZ6wvoZpJjbiJ+iGSN9G6u5pCWT4GFk9Kho307x3AAz60S5S6rKuecIdI4bsM2RhZDOwzlbUt5xw8YftslaW9aMnwS3yJsiiSJ3XcmKeJY+uiz5kPJean/b5GIzMk8KRAiB4klcVzauCIyp3lZlR31zXaL/BLPXsg7J1Tn82jK+lg25UUdbG3N+/FGijy+zIKm21Kdjqixa6Cmdb6X9FGPNR1rOtDOlxsxF3N9zAD8IPhBPGlXWJHtCRU8abj/aGzC8LROXwsNTpf/f9WSgX5vJLpPRdD3OKhcF32L5NJMrq5VuIB42slJbsqhQzp6Lddhf8rzNuUoa5XGKXe5zmcvGKIBTzJFcX6CNVTRdsMjWXdeWbZhi2Un15nIfQdSyusSZ6aJ6/L+dslvloqtj77Pj5PydAbmw2Avyhzjse4wz5TI6qRFfN5J8c0c5f9VdXo932y3wRn/Lqss1TZdTRnvbfRHHWxtjftvMGXMabEXi9JoW7rXpfQpYvd+2j7DBbvAms7jd7xRczHXxwzAD4IfxJN2JaRzmZIDeGbL3xcnLMoD2bIzu2Zt+ZpjoC8dadXBdi7SOEBuOfzCDCfknuyzUG6So+BzHRba8sU/D1stP39hoD/NXnEuQxkqOvhWUlRhmTyQbeyDpLp/dfEDHWRaCJaONDNsjX5voc5TGceCmaw53lM+SJTKm52jjAdJMlfbA3OUsb+APDflWFhubINO+mi7d0rUXNI4ejTQH8Y2KLsskvhDbRP3xdbWtN82BOYDFePrgiGsSmNt6dYEnRiva7Rcyi6YoRrWlzWdB2s6x9/xRs3FXB8zAD8IfhBP2iW5u/I4sL8XGYQ7ZPh1vK5LOp0Sbb2k6ZtuR9tzo4ovVmE5uxNydK2qSZs35HC8lYriNdRhsUSS6PhdHCataNluyU19WJM39JkrTgxpyw+i4b2cXHUZ8kI/KKkzuijwGxbq/UeGceBL3gidQH+4rInJtDx6KduNW9w2OGMHMtblVAmZvunE2NoU2x1xJJnOYxiR9DMnxdbr8sGrueghH21tB/tmtkRqbZaoxwsG+afxVsYS9XFvi8h18Szw3Z7OT3CWDda8zrp17cqa1pc1neNrOsff8cbNxVwfMwA/CH4QT9olA/DbDAPkrTo7sOWjQtqhXFfqvEUkR1v7NEq239H2/BZb7HVZKnd7nbdYy7t3U3ZopG0R315hPdSC+n5KqgnTNsJrrk2GNVvSPtRtpw8U6ttNVeRx16Rza7HTQr13pEQKqTQyCwqWfTyS39PED8kJOj9DmRdSomiPZSjD9AFd1fdgSZmuMThh1di1uc266ZXtjrVNHeT2KGO6k3jOxjM2o+Drams70CeHg+rBZvptT+e5kJImVudTCXp6jzUdazpgLubDmAH4QfCDeNQuiSDcJ4dVfJdB97t87TntStSLbBEZli+b0zLovxCHwVLPBo2TCYr2ytG2DEWcTastljsYkc0Fx2QSd8qtbcMzu+VQnrMSxTguEY3TkTFhXP52oh11qrCtr3x2wIDTE4i3Efv1VN7HxRbK7peynkvZrWe8lsj1obwTFXGgTkTKGpcIkv4cZRyW9CGtOiln6VVbNlsigh9Gylc5zM8V/aiB7U5t30I5BOuW6G/UhkxJ/46K7qyvQX3bbmsBHJ2LPnNsjfRWFuDn6+5cYE3n95rOkX5r1FzM9TED8IPgB8G/A51TtC7NToZtDrZlqQx0eyuQkZpIXHRQJvNjOaG70Hprst2S8N6MIBkAwHY3rj+wtQD692MkkiplERLBLrCmAwBw2t546QfBvwPtVrh1STnwkYwXfbvNRl5rSJTtm4TDnhYgGQDAdmNrAeD/78bqSCqn3UgEuwAAAM7bGi/9IPh3oBNKdzFh4nYEyTjfr1fYUlOJXI8nvC8bkAwAYLuxtUgE4P/vRY+kHbNyGDlgFwAAoOM2xks/CP4d6JTidUke/Cjf8uTohdr1aV/kYMW3SMSaXJckHIh1AskAALYbW4tEAP55N+61IrLDaw4SwS4AAIDT9sVLPwj+Hei0Ai4Kr8mYAv6BZJztzweRftyMRCpb3AwjGQDAdmNrsbUA/7wXx+Sd+KoWuEgEuwAAAE7bFS/9IPh3oC6KuF4OGotyEsk4149nI/3HdmB7cr0Sezceq9PRkQwAYLuxtUgE4P/vxYZIXvitSAS7AAAAztsUL/0g+HegTso4lJAfaSOScab/TkT67Vl4zUYqVuS6L/ZOPGWrNQBgu7G12FqAf96LaCQ227qxCwAA4L4t8dIPgn8H6qiUh2JKqbaWLkMyte+36AFN6tTnXqRiRa6bI9Fdij/VIWRIBgCw3dhabC3AP4ezvpb34pbjbVkcXjvD67zrW9SxCwCMGQAldNtLPwj+Haizch6MTdw+hNdCJFPLvlog22ii0Xk4BuzIdm14fY9tV+JLKQBgu7G12FqAf9+P1rvxhwvbutUulvBaEV7bZNy8FV5jkcOXW9zDLgBAk8YMANF5L/0g+HfABSXdETMub1l01q6P1ITgS6SPLpHXypps10jkUItrSAUAsN3YWmwtNEDnVZqZ3eG1J7yWp9w7Iu/FS1ciyoLsHMIuAEDTxgxovL576QfBvwMuKeu6SL7HQLadMnGrT//0ycR6XH3dQyLW5Lo+8qX0J5MqAMB2Y2uxtdAQfd+dEOV5M/7xSf3/iBPeqTRNEt06J7wGJH3LtMapthy7AABNHDOgsbrupR8E/w64qLQL5fCCFhMqUgbJ1KZ/BpCCVXluD68p0fVP6sspUgEAbDe2FilAA/R8kcHBNNZ6D8L/rg6vF744dMP6309o70fsAgA0ecyAxum1l34Q/DvgugKfjRxqoLZor0Qq4JmOH4tMpkZVTmCkAgDYbgBoyHixN8jHSx+iqiMfFaIMe9zP2AUAxgyAqE576QfBvwO+vKCrZGu2YhyJgEe6vVr0WuUN24NEAADbDQANGyv253DCP3QlJ3xKm7sjTukoQ9gFAGDMgAbotJd+EPw74NuL2hVex9XhZUgDPNPtU3wlBQBsNwA0dJxYldEJf8ajNm/RtHFBA/obuwDAmAHgrR8E/w4AAAAAAADUedF61eCAf+NbbtWwPRcS2kmEOAAwZgAAAAAAAAAAQHVIipqncriZuh77uq1b8tzHuYQWAABjBgAAAAAAAAAAQEmCIJinifzfinQAgDEDAAAAAAAAAACgJEEQ7ExwqM2owxiRDgAwZgAAAAAAAAAAAJQkCIIbCU61P5AMADBmAAAAAAAAAAAAWCAIgokEp9pJJAMAjBkAAAAAAAAAAAAlCYKgX5PreQ3SAQDGDAAAAAAAAAAAgJIEQbA/waH2A8kAAGMGAAAAAAAAAACABYIgGElwqo0gGQBgzAAAAAAAAAAAALBAEASTCU61g0gGABgzAAAAAAAAAAAAShIEwQpNruclSAcAGDMAAAAAAAAAAABKEgTB0QSH2gckAwCMGQAAAAAAAAAAABYIgmA0wal2C8kAAGMGAAAAAAAAAACABYIgmEpwqu1EMgDAmAEAAAAAAAAAAFCSIAhWJjjUfobX/IR7+5AYAGMGYwYAAAAAAAAAAEAOgiA4kOBUe5lwX394/RVea5AaAGMGYwYAAAAAAAAAAEBGgiC4neBUOxe7Z3Z4PQ+vx0gMgDGDMQMAAAAAAAAAACAH4iyLszZ2j3K8TYbXQiQGwJjBmAEAAAAAAAAAAJCDIAh+JDjVuiJ/vyz/th1pAQBjBgAAAAAAAAAAQE6CZJaqSNbwuif//zSSAgDGDAAAAAAAAAAAgAJI+ggT15ASADBmAAAAAAAAAAAAFCQIgisGhxpRrQDAmAEAAAAAAAAAAFCGIAjmhtfV8PoWXtPh9TG8boTXANIBAMYMAKgT/wNRnhivCCcqlAAABFJ0RVh0TWF0aE1MADxtYXRoIHhtbG5zPSJodHRwOi8vd3d3LnczLm9yZy8xOTk4L01hdGgvTWF0aE1MIj48bXN0eWxlIG1hdGhzaXplPSIyNnB4Ij48bWkgbWF0aGNvbG9yPSIjRkZGRkZGIj4mI3gyMTEzOzwvbWk+PG1pIG1hdGhjb2xvcj0iI0ZGRkZGRiI+aTwvbWk+PG1vIG1hdGhjb2xvcj0iI0ZGRkZGRiI+JiN4MjAwQjs8L21vPjxtbyBtYXRoY29sb3I9IiNGRkZGRkYiPig8L21vPjxtaSBtYXRoY29sb3I9IiNGRkZGRkYiPnc8L21pPjxtbyBtYXRoY29sb3I9IiNGRkZGRkYiPiw8L21vPjxtaSBtYXRoY29sb3I9IiNGRkZGRkYiPmI8L21pPjxtbyBtYXRoY29sb3I9IiNGRkZGRkYiPik8L21vPjxtbyBtYXRoY29sb3I9IiNGRkZGRkYiPj08L21vPjxtaSBtYXRoY29sb3I9IiNGRkZGRkYiPm08L21pPjxtaSBtYXRoY29sb3I9IiNGRkZGRkYiPmE8L21pPjxtaSBtYXRoY29sb3I9IiNGRkZGRkYiPng8L21pPjxtbyBtYXRoY29sb3I9IiNGRkZGRkYiPig8L21vPjxtbiBtYXRoY29sb3I9IiNGRkZGRkYiPjA8L21uPjxtbyBtYXRoY29sb3I9IiNGRkZGRkYiPiw8L21vPjxtbyBtYXRoY29sb3I9IiNGRkZGRkYiPiYjeEEwOzwvbW8+PG1uIG1hdGhjb2xvcj0iI0ZGRkZGRiI+MTwvbW4+PG1vIG1hdGhjb2xvcj0iI0ZGRkZGRiI+JiN4MjIxMjs8L21vPjxtc3ViPjxtaSBtYXRoY29sb3I9IiNGRkZGRkYiPnk8L21pPjxtaSBtYXRoY29sb3I9IiNGRkZGRkYiPmk8L21pPjwvbXN1Yj48bW8gbWF0aGNvbG9yPSIjRkZGRkZGIj4mI3gyMDBCOzwvbW8+PG1vIG1hdGhjb2xvcj0iI0ZGRkZGRiI+KDwvbW8+PG1pIG1hdGhjb2xvcj0iI0ZGRkZGRiI+dzwvbWk+PG1vIG1hdGhjb2xvcj0iI0ZGRkZGRiI+JiN4MjJDNTs8L21vPjxtc3ViPjxtaSBtYXRoY29sb3I9IiNGRkZGRkYiPng8L21pPjxtaSBtYXRoY29sb3I9IiNGRkZGRkYiPmk8L21pPjwvbXN1Yj48bW8gbWF0aGNvbG9yPSIjRkZGRkZGIj4mI3gyMDBCOzwvbW8+PG1vIG1hdGhjb2xvcj0iI0ZGRkZGRiI+JiN4MjIxMjs8L21vPjxtaSBtYXRoY29sb3I9IiNGRkZGRkYiPmI8L21pPjxtbyBtYXRoY29sb3I9IiNGRkZGRkYiPik8L21vPjxtbyBtYXRoY29sb3I9IiNGRkZGRkYiPik8L21vPjwvbXN0eWxlPjwvbWF0aD7E0cErAAAAAElFTkSuQmCC\&quot;,\&quot;slideId\&quot;:301,\&quot;accessibleText\&quot;:\&quot;ell i ​ left parenthesis w comma b right parenthesis equals m a x left parenthesis 0 comma space 1 minus y subscript i ​ left parenthesis w times x subscript i ​ minus b right parenthesis right parenthesis\&quot;,\&quot;imageHeight\&quot;:29.066666666666666},{\&quot;mathml\&quot;:\&quot;&lt;math style=\\\&quot;font-family:stix;font-size:22px;\\\&quot; xmlns=\\\&quot;http://www.w3.org/1998/Math/MathML\\\&quot;&gt;&lt;msub&gt;&lt;mi mathcolor=\\\&quot;#FFFFFF\\\&quot;&gt;y&lt;/mi&gt;&lt;mi mathcolor=\\\&quot;#FFFFFF\\\&quot;&gt;i&lt;/mi&gt;&lt;/msub&gt;&lt;mo mathcolor=\\\&quot;#FFFFFF\\\&quot;&gt;&amp;#x200B;&lt;/mo&gt;&lt;mo mathcolor=\\\&quot;#FFFFFF\\\&quot;&gt;(&lt;/mo&gt;&lt;mi mathcolor=\\\&quot;#FFFFFF\\\&quot;&gt;w&lt;/mi&gt;&lt;mo mathcolor=\\\&quot;#FFFFFF\\\&quot;&gt;&amp;#x22C5;&lt;/mo&gt;&lt;msub&gt;&lt;mi mathcolor=\\\&quot;#FFFFFF\\\&quot;&gt;x&lt;/mi&gt;&lt;mi mathcolor=\\\&quot;#FFFFFF\\\&quot;&gt;i&lt;/mi&gt;&lt;/msub&gt;&lt;mo mathcolor=\\\&quot;#FFFFFF\\\&quot;&gt;&amp;#x200B;&lt;/mo&gt;&lt;mo mathcolor=\\\&quot;#FFFFFF\\\&quot;&gt;&amp;#x2212;&lt;/mo&gt;&lt;mi mathcolor=\\\&quot;#FFFFFF\\\&quot;&gt;b&lt;/mi&gt;&lt;mo mathcolor=\\\&quot;#FFFFFF\\\&quot;&gt;)&lt;/mo&gt;&lt;mo mathcolor=\\\&quot;#FFFFFF\\\&quot;&gt;&amp;#x2265;&lt;/mo&gt;&lt;mn mathcolor=\\\&quot;#FFFFFF\\\&quot;&gt;1&lt;/mn&gt;&lt;/math&gt;\&quot;,\&quot;base64Image\&quot;:\&quot;iVBORw0KGgoAAAANSUhEUgAABEEAAACaCAYAAABG11YrAAAACXBIWXMAAA7EAAAOxAGVKw4bAAAABGJhU0UAAABeTPfubQAAJ+pJREFUeNrtnS1QM0vThl8REYFAICIiIiIQCAQCgYhAIBAIBAIRgUAgEAgEgioEAoFAIBAIBALxCAQCgUAgEAgEAhGBQCAQCEQEb/Z8w/vl2bM/3buzP7N7XVWpOvUckkzu7Znp6enp+c9/AAAAAACgMH5+fiZGr+7otTx67Y9ec6gCAAAANp2NludooAQAAADk6H80vQDH6LVigh0Xo9fj6PX98zcXjv9O7/dN88QBIGKcmBy99kavPmoAZN/hNkevT/OaQhEAAACw7Gt4my1LnnM/eh2MXtej11NAsCOMbYd/+7TxsbzfujN6NbAIABgbIxqj164ZJ/4BVQCy63BemumDz8nYQRkAAABI4V94gY4TE+h4HXfsUzDrsB53vt/i+V5dLAWg9mOllwm3ZcbJv0AdgGw6nbcT8eXrb2deZ0QdAAAASOFjDH7s8uZy9sSo7W1zxGccLytkm6wQgFqOkb/Bj7ewQQ+VAOxPxDcBfe2AiRgAAAAs+Br3imMuEi4qoEnT1Dvxc81RZIBajY+RwQ+CIAD2O11v9Hr39bGhy+dsAQAAoNS+h3fLS2f0Whi91k0gQBsg2aqQHnshmS4zWAtAZcfBhhn/HqWDHqoB2Ol4Oybg4U/F5EYYAAAAyNMv2VQGQdoV+/0bAYEgz0dbxToAKrcG6wfV/CAIApBt55swqZY/AQGQJRQCAACAnH2TacVaYFBRDRYDarN57GIhAJXo4+tJgh8EQQDSd762uX6OAAgAAACUxT/pKNYClxXWYTEgS9fjkDptAM726yVTFykVKAmQrAPOBtT/IAACAAAARfsoc4q1QL8GC6agGikXBEJyewZTo9ckSkBKO1rW1PwgCAJgvxPOj14fIX1qDYUAAACgQD9FUxOkVZPFU1BGyDmBkFz09y4O+DQ3JXZQBBL038cfy6AsgK4jLkZUXd9DIQAAACjYVzmpcz2QEE02QjTw6ro1sZpMte/5MqZPqlaMFzKxm4WQuouf5jjMvflvgiAAGXfGqADICQoBAABACfyVF+E64KRmuuyF6HBFRkimuvdCjo97wZBpFAKfvXjBjzufvXg1GHf9V117AczR64wgCEB2HTKsyrjHLbsIAAAAUAJ/paVYB6zVUJ+rEC0OsZ7MNO/F2OGf0auLUmDs5TcA4tVe3JccoRr9zQ1BEAD7nXE2IgDyQrEnAAAAKInPsixcA3zX0X8Z/eaJiGs1N7CgTDTvCexxaGq0kBmCvXgZWyteX1W8Z4UgCIDdjuhdg/sWMWDPoBIAAACUxG85Eq4BHmqsUTdic2sFK7Kud0+5PvUyARZQDhQ21owoWUAQBEDZodoRuwUeu6gEAAAAJfJdpLco7NZcp50QXT64wcS61r2EtSu9ophzKAhCO3slCAKQviM1Y86X3VNECwAAAErku3RCroINYgG9/vHlgnjEx7Oqc9IgyHhmyCrPBGLs7IEgCED6jhSVTvrF1V4AAABQMt9lU+j/f7KgjD0Ww61/dnV+/UmPd0NID0UhxM7uCIIApOtE/Zh+s4lKAAAAUDL/5ULo//9Brf9pdhCh0yIKWdO5YfzrgYVgyL35LDJDYNzGCIIApOhAnYhdgd8oNIMuAAAAlM2HeRP6/1uo9T/NJiIW5m+aGypApHfTZCw9WgiGvBIMAYIgAHY60H1Mn+mhEgAAAJTMf+kq/P8uiv2l3U6EVucolJnuy5aCIc8msELAqt72RBAEIGHn2Y4rzIRKAAAAUEIfZkNaVwG1/qWdlw3yzgZYYfqvWKoZ8m4CWgRD6mlHBEEAEnSclikURiV1AAAAqOoC4Ai1AvXbjllcs7DOVv/fmiG2giHe85xEWcZAgiAA0R3nJu6uclQCAACAEvowXibDt9D3X0KxRBoeolIuz8ELhqwJjqdLb0HaJxhCEIQgCEBwp1kU9BWyQAAAAMBVP8Zj6BWmRLFQHaNu1/ECJG1UyvV52KoZQjCEIAhBEICAThM3wL5ReRoAAABK6sfsC/1+aptF6xgXTDpFpUKeC8EQIAgCYLnDrAv6yTFKAQAAgOPO/y5qRerYENSkmEOpwp7PsqWaIV4w5JRbkgiCADDZcRQGAAAA3PNl2uaYi4QZFIvV84AacaX33Ve0C96I42HnBEMIggDUrbOsCfoIR2EAAACgrL5MX7H7jT8Tr+e8QEuyQcrxrHoEQ4AgCIC+szwI+sgZSgEAAEBJfZlzoc9/jloiPb1Mg48YLf+gVKme2ZKlmiEEQwiCAFS+o8wL+8gyagEAAEBJ/ZmB0J9ZQy2xplcxWnJTTDmf2zLBEIIgtQuCmMjtjKnsvJZnyt/ou1rmfFrfdMAJTLH09iLZOfnmKrlE2nZNf1gvQwVu057pHL6n6dWPMb/bG4M6WEOt+4FnD7NmTuqb10Iec5OZC1fNd3p9scUTAajkONNR+PwtC9/XNWPa+ti45vm9c1W6cUN42w5F88v7/LyNzhuLwZB5VCUIUoYf2DJnwDZNZd/r0etl9PrKe3Ayk8FDQEEqry1nRIlLa0OTJsARB8WvZHq2jRN0NHo9lSn91jhmv896OqPvaJhCap9B1xGSTVSrcWW8H4SNMa9ZOFRmbtwzdYyCeGJXC6By486m0N9/Tvj5096NMmZB+Sn4nlczH85WYBEdxzubnqV/jrZqhvz6cz1UJQiSxw9pmF00L8p8bAbggTJ6182wfTOCM4NvOJ1OOw1HqPUv7abM2cvt0evCBCCjqtJ/FVWIzezEj6dF9jL6nmuBLW1jPZXsD3Mm8PCkuJ3ht1+0LY9pH4Lv/aSgH0Atnf7DhIvH7xSLRm/+XXRU14ZwTO9jhU48T89vvScYwnhYyiCICXismQjybcqBN/OilsKimv9E34kUO9tJVmqs0e+Rlh2TcXUvXGQFsVjQb9jP+jy02fmXQkZINfrGvJmnnlLOT1eWHPU/yu994ikCVGIsaip85UXhZ85aqqnwly/uoh8sHOMfsESCIUAQJG3DBz/28SaHqQza2la2Yx/TLI2dtRU7tp0a62SzPx4UFMTxH5HbyuB7ThU6DLie0OlxYzuDxUE3ZZuStqfDUwVwflzqKTKjJwSfd2BpAzLsON6UY/oeZz2OQ2HPdplgCEGQsi26Ps0PuDCFaM6NkaYZlPczaOuCsg2fVSoY5XgHkR6Fea+5TkdjffD3dZ0wOPKngPbf5hGMMTtcGtbphc71hU5I4PTDzE9p5qr9FG16TTEv4rABuD827Qv7+03M50xaXBDGHY9pOqTvVlk3esDaM15SZPZLgiFLbHYRBEnS8G7U4GiqUd8mMErru68mXVDLAubpVAe5Ra1QDedMLRAprzm3byOkHecZfFe/LEf0IFObGpqgx6VxjNshf9dW9o2XBG1pmWOWaZjmqQLUxp/ZifFn337y48qVRaJiw5MsT/f70qLFYMir8Q2xCYIgmSw6tLttK5bb0BRWyaZ4UrlspxFwRCKMExSL1LKj0NLK1XyKBeJbXrf9mB00jQ4E19y092npDqb5W02R1K7S3tI6au84ZwDOj0mao72zIZ8xH1Hr69sELHZMvb6eea2bTNE0gdi+IxpPKn4TBaerEwx5JBhCEKTMP3JTG3nOoA3bBEGcs5s5xfPaRLFYPY8VevZyatNF3gXMjJMoTpfEcmrRNzTHpDYUn3sVcNb/0Dhu3kLlxAQ5otjjCQE4P8ZIsxA/Qt4/G7KZNzD+bUvQhpWEWSRvrhRKVWx47mKVlepfNo/JvJoM5SbKEgSx9UOPlAVSmxm0QbMIXME8C7cZTeBqCcVi9dQcC9vJadKK2hkbZPjdf4oKyEIp+0ZP0TcuhZ+5H+BYzQX83ZQJhgRlKJ3iiAFUYow5F44v5wHvbQcEL77NGDOhbEdLeQTQtWwQ6aLqEausZD/zNk9vLAVDvA2KPWpEEgSx8UMnlBHofkbt2BBGiucxz8Jt5ooz89Y1lTo/pzmMB3FtGWb4/U3hRHmK1dSmb0iLCL8JPmvRF+B7CatL4lucbJnF0iF1qQBqOb5sBIwL/qLKL2l8HvOZ78oF4ZMjOl/YvIEHnO1vsxaDIZ8mgxh7IQiS6sduKX7rbYbtaAkqa09hnoXby4fCXtgtlWl6UgaHR5EZNplhG5rmBh1uhwGN8xxZM8cUDf/0OVBcyQhQ37Glo1iYT/rmKP8i4drGvGiO42mZckDrQ27dgjF7IDOEIEhpfmxTkQ3ynbWhRSzEnjHNwm2lregXQxQT6yo+l5xVcShTwV1aIK6bsR4TMQXj2lhNbfrGsmLMWQ75jIbvXLJn54uoC1DrsWVXOK48+N7nP0JzaWteVvrjkeNeybTW1CDcxzpr0wfnBZtemsyQg7wuECAIUpEgiHIyUBWgS9Gey4Dv/YNpFm4nmjP6bygm1lVTF6Sdwfc3lMWrejloMhMSlBlgMbXqGy1FcO4o5DOOKNgMAAkd/cOx96z4/VLbGxPKrAmPAwe0Xlf8nmuss3Z9sRuy7kvCt5nzyQwhCJKJo3mdQ3vmA753G9Ms3E40wbInFFNpK72yej6D795STjJrOWnyGOWQQm36hvQaybuQuWRIPRkAGBsXmto51xyfGT9S95jRZQEryvn43AG9NRtoL1horYMhV2SGEAQp4kffKAyrmXFbOprz3pCbjZxyjWlm2j4Jdd22/L1dhTP4y1aBA/Es1lK7vnGumJsaY+/zF/p9Z3cIABSL8i8TMPGyJW9919NOZdS2tnI+vnFA7znlb2Kcrnf/nLacGcIRaoIgsT96vSw7waYDkFVQPhu5tX1lJagXeoeWv/fKV92+NOm3AYGheyylln1jQzHuzEX0KW52AYCgq7IjM59N4cXxmkKzGbdvWKUNJ0UR2n+N41DL/rmq2BiUFE5lE50gSOyPnlTsCGd9VeeS7/t2MctS2Mirol+coZhK2728j6P5KtEPTfBxWIZna3bf/G1ZxVJq2TemFePOjnmP/zrcI5QEADM+SGtg7ZiaXV95Hs1WXpXrQhBkQrlw7WOltQ1+PFoKfryZo94NlCUIIv3h0iMxH1kaVsCCcBqzLIV9aI5NHKCYSlvpLRiPlr5vyudoHZt/HwjacJGDHgsB0fymY890xhS5ezC6vppK6GtMzGotpVdzXxqH+83nDE2gIgAosxK8AOy97yrcRg5tHFQpCGJ+kya7ZQ9LJfiRkFeTPYqPRRBE/cP7it+9mGE7rkmBL51ttJQD0T6qqRfMud264zsq8Pl7BleYgniXgx57RdQhsRhgOo9x+l6zKHJb4f5xpXCADjkGAwAp/VwvELHt2/ybzKmNmiDIlSO6a67+pYB1fYIfz5aCHwPTt5soSxAk6Q/vKKK1+xm1YcKXccCtMOWxDYIg2emrSRedTPldvbArQ4XZYC8Za9H0Zak4kwViitpJHVhvnFvG+kW6biv6x5BjeQAQMpZI62/d+W6DWc2xjZrjMGeO6K4J7NxgqZXugysWgx/PJruWbE+CIFZ+vDQl6SWj7/fXKZjCJEthFwvKgYnglV5jacr/dIrvaPoKoD76btSQ3AD0kbEOay6mxppA1quyn3yTqSDSdi6Bc/RJQbRa20zTBO95yV+NGtiFJkhtvRaXsI2V23BSBkHIAK9m31u2WPD00WSScOyFIIjVH3+o+O2tDL7/khtGSmkXPeUA1Uc1tcbSYm2LKb5jP6oKu6JqfiMjDRq+HYKBQ1kghwkn81cmcpFdaK9y3kA55ixQ0am4TXQSBlO7ObaxVcVxTnH73D/zPiNYpfqdzWMvDyaYgs9EECSTHz9f1ELXpJKPpzL3MMfS2MUaQZDMNT7L0ukxdUfG+9d5wN9sFekse0dzXLQjc7vWV4qJnZtv7AUJf8xuE04SQRAgCDJuE7sJNNnPuY3arNs5R7TXLKzeGMEqE/ywlfnh2c8S8zpBkDwEkBYwurD8veO70A+YYqlsok8QJHONpdfkHiT47IbvqJu3YG+nCHbNZfD7J31noe9cmfBG7VxPOcFf0QNiNT5X6EnRWeyFIAhBkFTOvclEnMy5jRpf69OhOVKj/ZARzPngx6PF4EcPVQmC5CnAad4DsDm/+8kimiBIjTXeyKoQWsBn74T8nTQTbCmD33/k4g6XaftJyon+lR5grX/8UCQNCIIQBAnwMb/L7sco55Jrh/Sv98KK4IeGodn0mEZV+moRAiznnYrnW2S/kfJEEKSGGq9l4fiYY2bjRzVewhaJijPTfcu/fcbnoF449uzOU076nIGO13haoecsihEEIaZBECSFPRRSq0m5iNxhYQUlCX48Wwx+dFGVvlqkAJqI+a6F72v8/H2rwi5mSBCkhhpLzwI/KD/3Rlp/4kd+Ve+e5d8+Xu/BOxIz5dizO0o5+T/TA0Q6S29QoigqtkIQhCDIuD3sl92HMUdCh4o2dh3SnyBI9frUCsEPgiBVFUFazObOwnet+47YTGKGBEFqqHHbdtGwgOySP3G7W8IA6LHF3+0vxrrs4LNbSukEnNIDRDpfCfU8QS2CIMQ0CIKM2YPqdpKCskA0taWeWFhBQc/S1lW3nyY42UZV+mrZRJDubH6nDVr4doGPMMFS2sMKQZDMNW7YHHRMVsebr69OC94ncRYvLP3mjq8W0IXDz26QwhlYoAeIdN4hswYIghAESTDPaNgpqJ2XijZus7CCnH0cW8defoMfbHjTV0srwqJCg8UU37PuW6QREayGQ7mFaol0fhfqOyX4LH+B432LA6CNDLCm7/zzh2vHYCLGMg3XWL5YY2nh3uEPxVGxlf8LTPKSv9oVtQVNJut3EYuz0Xe2fuTXrA8dPDKqWVh9MIKVLvjxQvCDIEidgiD+21qsR80Ddk9JYXZ/8aFacMO/dH4V6jsjeF5DX3rvpLANkt2oFwu/9bhqdRx+5DdrjT8XAr+6eUlar6qHYgCgzLA4KaiNm4o2Xjj4DDQLKwqFlyP40Vf4pHFFhjcJfhAEcU2I6ywHZF9qM1kg5baFDkGQXHS+TZt9ZSYv/3nNNUUbJEfh3lP+zkVfkOaiQs/wRBEAoRCYTtueonAgYxAA/Ed5VHGmoDZqdtp7FV9YcZyxuOfUNHXaBpaCH/0fbvskCOKoEFtCDV4SfLa/XgFZIOW2hQmCILnofJG25oqXUeE/uqKZhEZ/uydsQyPhb5zyHfvx/rtVsee44hvfgiqht7B4tXOm2ZW6RTWA2o8bmqu17wtq45yijXeOPofXqv9Gx/tJwxzpJfiBLRAEMUJ0FTpMKj/7kCwQ5+zhU2EP3HaRTGNpQeKNkPe3fv6+RnSo3dlS1LboJPyN/it7VyrsVCyZZ+oFPc5Gr90q38CQsZ7nSkfsCycMoPbjxrZizNgoqI2XVc4CMb9Rs7i+wnJz9VO2IjZtNNwZn4d5lyBIZcSQnr9eVHzmpG9BfYjZOWELmqrQ5yiWSGNpFsa+cPA6StAGaRHceQsOKcEykNjNWkKnbA71AHDohUHTZgHt6yqO+N05/Bw0QZBjLDfz5zFhgh+vloIfPVQlCFJFMaR1QbYVn3nsuxGCYjlu2MINkfzMNd4Q6nsY8N5V39+8JbkhY/SeWWEbVhN87nhQ9YUbPEBgN62AW5OGtuclAKjc2KEp8H9eUBtP6xDUVYzZjNvZPoeGKVL6RvADCILEiyGtC3Ip/Dx/1Hsfk3PGFjST9QOKJdJYehTlwve+qYCF4nLCNrRtpw6bXYdX3yKWXXqQ2I4/+HqjGIsuURCgtmOH5la7pQLa11Vci3vt+LPQsIr1Wte/aY7jfqQMfPzWNJtHVYIgdQiCSOuCPAs/78JXEJGdYHdsQXOFG1ecJdNYehTlLqJfeTymnCwluzZ7is+8onAuJLDFXf+tRCZIt8o4BAAx44f0pq6ijsJIa4F8unyTmMnm08AC2572E5ZqfvwGP7jRjiBIfYIgRhDpWb5GzOcslqEIFSS2g0VNUUIUyzQIcj/2nvmAoMVsynZIJswT4Wf1A3byKZwFcXYz7UtlH/7WnlI61R3UBKjlGCKtY3ZVQNvmFUdEdh1/Dh3lgruJ9abWvGlqsH3+pOeM4AdBkDoHQaRV+ediPufJVw+AhZBbdjChPNdJrZdkCz/xDrc53+l39P7k5Dz+EXzOrC/d952boEBgN5NmjgjNPFIE5zdRFKB2Y0hL4a+sl3ih8eC6rzxq/4LCb3zHelPPnQeWjr1ccmyZIAhBEHldkM2Iz9i2Ua8ACreFR0XfmEUxtb4dZRDkJCCtt22hHX/SVqo3k/Gg6HPX4GQ/OI3LHlIE569RFKB2Y8iqwleZyrlt0qPFX9or7kv6LJYVz+IP1ptI46YJftjI/Lgg84MgCEGQ/xdEWhfkLOT9E770egY5d23hSNE3CHTp9ZUWJf02WRbDpHU6YtpxJmjDS8xn3GbRNqjF4mUYlz0UcMwqjA+yDgFqN45I64E859yuCcUufb8iz2JL4TfuYL0qbSdN7ay0NT++zObDNKoSBCEI8m9RJNHFB+Fk1MHMnF6gSNlCMbW+DYW+TwGLvUlL7TiUFGtTvP+KhSgI7K4VVgck4G8158xx7ADqNZZIF4UnObfrPM2moqPP4lAxVnP8Qh782Am4FVDLt7HJFqoCQZBwUa4knSngfXO+Xb0zTMz5RYr0nO0RiiXSOClbFtuwK/zOiYD3LgVUtu/wZEFgd9c+2zmI+ftBnXZUAUA0jsyU8TrW0XetCf2n5yrVVFPcgvPFZkmslraOvXjv38v7KBgQBHFVFOmiaMb3vkdfpyPa6L4t3HO2M1N9vxJMaM82nQdFxs+0731dX6rvkOvuQGhzOz7beotbCARcDR3GecI2TTBnATg3lmiOX0zl1KaOcOH6VrVNA1PcVcIt1hup44yFgqcfJohCgXogCKIQZU674+ZdgcvxiErawr6meCeo9R0kmNhWLLdBelVvb+w9jQBnZ5snCkLn7lsbPAuYYxLVr4n4/EuzcOGGGQB3xpMr4bjwllN7GsKFxWcVj4P4xvYoqBtmxy8Ls63toOxdAIIg8aJMCAeyI/P3k76zak+kuVVqwSK9YotrcvX6vhaZBWLaIL2qd3nsPSdFnrUGZ+09KHi2I3xvN6sdX99uMsc4AdzxVaVHBa5zatOJ0F/qVfB5tLhRsNAgyIuZy/DFgSBISmEepZOK7xaRYRWu+YK/bGGgzRQAsbb3ykluOYM2SAu0bpq/9xc+88aKJk8TBLbmt51rTVBPUQBxVfGZ82NB/wEOJEAlF4rHObRnWxgAWan58yBz2K5tD4ztsfkMBEEsCXMqLGw058saYUe4erYgPRLDEahsB6C7DNshyfw6MAvGoS/tkts4QGJj/kKBbwkyNi5sLnjMTvJLEYUTASD1mKK5iaSfcVuWBYVQh1UeYxT1WY6xXitBkCdjdwQ/IKmdPRAECRamr0i/sn5tJ5TKFqTHJSiOqtf2SjH+zGXYDkm2zz2FUCGhfc34igAnsh0vG8lmXRBvzEpbUBUAnHDgFzMe3z4Fm4bLFX8e0iA1R2HSBUHuzaYCwQ/Iw/evZRBEc/66dpkAXrVlMwit1aHysjBj4ZkhRa3rubBvXWbcjqcE/X2fJ1hLm21pblExNaNek9QBCVlsSJmJ+aw9X1ZK27HnUKs5CCBgHBoqxoPpjNoxK7jF462KRVAT+hGvWG/iIMgjx87Boo1NKMfQn1oF3pTXdz7XoRKxMZoLn+F4/31W5SyY0W9bF9oBzng2QZDZjNtxpRwIr9iFqJ2tbvgy/wZx1++ZAMhtmjogAZ8pvTbwJOIz+mNjuFMZTXWdgwAS+iS/dDJaqMaNR96Y2SUoxeZJiiCI528toApYtrHFBJuf3ToJpCna2KuJJlGLxcoWiDTFMyWLjz5Di0rXY4GmFzm040zR158ohFo7Oz2NOed+4g+GGKfYX2D7XVsHRDkG+9s1G/D+VZ+zfsgcBFCpMSnzHUwThInbKLyoyzWlo9+5JHgG32yUqYIgNwQ/oCBfIoz1Ogl0knbHrYKDkuja4Ir+/gNJhgBDi0rTfcFCrpNDO/YU989z+1P9nLEfoYPrZX3sGHv6CCqkbaE9O8qq+UsmiNs1c9p4AOTOpYymus9BAGN94aWIs+xmLDmIyXr4rluRZaF/eInlApSiv04nOAqT6QUNZRRJUhz1rS4puMJbUr4qnA3SEux8fHJMQqXpbhkWNIpCyCs8tdrZ6NGPHTYstadjqT2ps1KYgwDcCILY8FPNwiGuPtptHhsXJXwez6TSAzjRVxvC/pp7kemyCbVAasxfetwUfYuHIwuiHsOMleBDbrctecENwXPd4YnV0kZvLQQcDi236clCmxYdfBa1n4MATF84VPb3lRTfNWGy275i5ut+TZ9Flx1kACf66rQF/+mzFjdDmp3/KG7qtOuvWAz0KqzBjCCF6oyhxkoQZCvHdsQFPM/J8KmtjV6nnDCvf+yfx99K2aY15iAAp8elCeUVuY/a+hzGB96Puf72tyZSq8bPYpvALECp+2jP1Cj6+rHD0GyKt6su3DAiEtStmRFJ08JbFdchrpgn6dhyLRcjio82cmxHN+ZOep5nfW10L8VEeZNFYUCzAHpP2KYdh58FcxDA3+PAuaLvP8QFCM3V01tm7PqOWQScc8RDdBSGWiAA2ffDhjkuPG+yuw/MJtTHT7Y8mXVh3wRbOq4dNY4SdVClnbSUWqxKjKEGOkhqgywzJIm07Elvtci4HZMRhSWp5l5vG23HLAaiAiDNDNu1XacACHMQQGi/WDTjjbTQ37up7XFpAhlXJkDyJviMd+Pwd1D+H+3nBTvG1AIBKG69XihVFPWqjqnxJsr2ElMRfK4mWsTtSHL+U6ZjUAbGcUFt+QrI9prlKYHZGdVUEj/MY45QXO3s7YQsMQcBVHqc6pjjK7YXA98mYLJCVuS/NI+7RfIElQAIgrgoaDNgB3BQl9tgIhatg5DjQas10mFKkI6OMy7rY+OLy+csjg8I2/Lk273p8YRgzD4WBWfw/3j1ZXJu10FEpsqn2bVtVeg5MAcBxPeTOZMt5m3avSYIetyZgEqPwEekH/gVc3vkFEoBgIsD3GpAWts8uvyzcF0zEfAzs0vaqqEOG3EFEelFIh0fxtJsOwW242zMAeQ4E4TZybQZ//bMImHbzBXtAtvkHeda9o67mDbtmMVLo6LPgDkIQD9GzJhsjr4ZJ35fu+bfljjmotI07sruFVQCAFcHuOsypOlDqW3knmyQ1Bp2jRPWKrgdLdOOaZ4KAAAAhPgLkzG35lAMFQCcXpiVIk0fSm8nUemQN6gEAAAAUBnf7yDmGAwF1QHA2QHu3nc+kgKJEGYrWzHZID1UAgAAAHDe55uJuTFsCZUAwNUBbsc3oG2gCsTYzG3MHdIUFgMAAABw29+7jvD3jlDIisbzpgA2L92LDCRI1fEWfMcb/tTxOlxQ200r5raYA1QCAAAAcNbX24zw8+5YL1jTufcDSehgPZC00034rt575norUNjPsq+OjP9mIY5UAQAAALjn40XVgOM6XIIgBEHA6U535Vu0zqAKKG3omGMxAAAAAJXy78JuA/xkvUAQhCAIuNzh/JWeV1EFEtrSZcQAdYhCAAAAAM6uEcYvTphHIYIgBEHA1c625DvGcIwqkMKeJkzWRxhrqAQAAABQep9uLeKo8zoKEQQhCAKudrS2OctHYSOwbVevETsHc6gEAAAAUFpfbi6iDggbWgRBCIKAs52saYqfjhc2aqGMWL9JM1DR6YL18e6S/wgZqN65ygoAgDkIAEo5vrR8m6TjbKIQQRCCIOByJxsvhPrF7nyoTt7xjlkv7c+7A93ckT4+MfRRKVEgxDsyM4FKAADMQQBQqgDIY8hNfxsoRBCEIAi43MF2fccTltHknyMcC55D6RXwHL3+jF4vEWchfycErgWL1nU2IhByxfErAADmIAAoxTg06csSZ62Q/zPwMvU7vNQv1hMQ27k2fU5Vv8ZarEYs0CU8Y1Einb375QchGp4zcAEAcxBzEAAUOh5NhGSAfHILDACUYZBqmYhXM8F7130BkN2aa7lkisE+mEX6UOmAcuWrXOt2yO6CxwkKAQBzEHMQABQyFnnZBzcBY4xX5L6LQgBQ5AC1bVJjx9NgvXTZBeH7F0062y97qBqoU9ecu5bQQzGVtpPG2Q9iH4UAgHGSOQgAcvfNbgPGlzuO2wFAkYNTwxRCizoTvBnzGf4AyCnKxur+HON8flPYM7E9hzn4RxyNAQBgDgKAXMaZyZAjMKf4YwBQ9AC1I9wR2g0asEb/tuVLsb1gYBPpfh+j9zUqpdJ33Zwz9XOLYw8AjJHMQQCQ6RjTDQiAeLdFrqEOAJRhkNIUTfOcpjVzvdJGgBN1QgBErPsgLuiESqk17oQcj3kgBRMAmIOYgwAgk/FlLmB9cU/9DwAoyyA1bfH+5H0UFeveFRSoY6Kwo7V3PObA7D78deuBV0wVhQCAOYg5CACsjS/LAZm4B2ySAkCZBqqepQAIRVB1um/F6PmKStY1nw4ozLWOMgDAHMQcBADWxpcb3+0vXH8LAKUbqLopgx/eTtIKSqp1v4rRlStds9O+P3q9U7sGAJiDmIMAwPr4MmsyQXaowQYAZR6sXhMGQLxiR9MomEjz9xht+6iUqf5etfImSgAAcxBzEADY97NQAQDKPlAtJ8j+OGYRmVjveYHGFO0EAADmIAAAAICMnKLN0etb4Bh5t2rMoVgqrXfjbuBBJQAAYA4CAAAAyNYxmjPFjIKCIXde7Q9qKFjR+Y5rCQEAgDkIAAAAoDxO0rS5OWaec31WdZ0QXEu4iFIAAMAcBAAAAACuO6BxVxJ/UWsFAACYgwAAAACgCg7ocYwDeoVKAADAHAQAAAAAVXBAH2Mc0HVUAgAA5iAAAAAAcN35lJzF5lpCAABgDgIAAAAA5x3QtRjnc4BKAADAHAQAAAAAVXBAT2Mc0GNUAgAA5iAAAAAAqIIDOohxQJdQCQAAmIMAAAAAwHXnc5prCQEAgDkIAAAAAOrggPZjHNB7VAIAAOYgAAAAAKiCA/onxgHdQyUAAGAOAgAAAIAqOKAfMQ7oDCoBAABzEAAAAAC47nzOxzifr6gEAADMQQAAAABQBQd0P8YBvUIlAABgDgIAAACAKjigdzEO6AYqAQAAcxAAAAAAuO58To5e3zEOaBulAACAOQgAAAAAXHdA464lfEAlAABgDgIAAACAKjigpzEO6C4qAQAAcxAAAAAAVMEBvY9xQBdj3r8c9zcAAADMQQAAAABQtPPpncUeRjifX6NXM+L97dHrw5znnkRRAABgDgIAAACAsjqgizE7cDcR7216Z7XN3x2gJgAAMAcBAAAAQJkd0J0YB3Qr4r2X5m+eonbqAAAAmIMAAAAAoAwO6GWMAzod8r4D8/+9FORZlAQAAOYgAAAAACi7A/oS4Xy+hbxnd+xv1lERAACYgwAAAADABQf0O8IBfQj4+62xInbnKAgAAMxBAAAAAOCKAxrF5+g1Yf5uavS6GHdOOYMNAADMQQAAAADgkgP6KXBCH3y7da+eQ4p6AADAHAQAAAAALjmgjz86BqNXF+UAAIA5CAAAAABcc0C3Fc7nC84nAAAwBwEAAACAqw5oM6Y6/48pQnf0ezYbAACAOQgAAAAAXHVCJ0evU+86Qp/j6Z27Phm9ZlAJAACYgwAAAACgas5oa/TqsOMGAADMQQAAAAD581+Rq3rqQ8bN4AAAAkF0RVh0TWF0aE1MADxtYXRoIHhtbG5zPSJodHRwOi8vd3d3LnczLm9yZy8xOTk4L01hdGgvTWF0aE1MIj48bXN0eWxlIG1hdGhzaXplPSIyMnB4Ij48bXN1Yj48bWkgbWF0aGNvbG9yPSIjRkZGRkZGIj55PC9taT48bWkgbWF0aGNvbG9yPSIjRkZGRkZGIj5pPC9taT48L21zdWI+PG1vIG1hdGhjb2xvcj0iI0ZGRkZGRiI+JiN4MjAwQjs8L21vPjxtbyBtYXRoY29sb3I9IiNGRkZGRkYiPig8L21vPjxtaSBtYXRoY29sb3I9IiNGRkZGRkYiPnc8L21pPjxtbyBtYXRoY29sb3I9IiNGRkZGRkYiPiYjeDIyQzU7PC9tbz48bXN1Yj48bWkgbWF0aGNvbG9yPSIjRkZGRkZGIj54PC9taT48bWkgbWF0aGNvbG9yPSIjRkZGRkZGIj5pPC9taT48L21zdWI+PG1vIG1hdGhjb2xvcj0iI0ZGRkZGRiI+JiN4MjAwQjs8L21vPjxtbyBtYXRoY29sb3I9IiNGRkZGRkYiPiYjeDIyMTI7PC9tbz48bWkgbWF0aGNvbG9yPSIjRkZGRkZGIj5iPC9taT48bW8gbWF0aGNvbG9yPSIjRkZGRkZGIj4pPC9tbz48bW8gbWF0aGNvbG9yPSIjRkZGRkZGIj4mI3gyMjY1OzwvbW8+PG1uIG1hdGhjb2xvcj0iI0ZGRkZGRiI+MTwvbW4+PC9tc3R5bGU+PC9tYXRoPqujMmAAAAAASUVORK5CYII=\&quot;,\&quot;slideId\&quot;:301,\&quot;accessibleText\&quot;:\&quot;y subscript i ​ left parenthesis w times x subscript i ​ minus b right parenthesis greater or equal than 1\&quot;,\&quot;imageHeight\&quot;:24.64},{\&quot;mathml\&quot;:\&quot;&lt;math style=\\\&quot;font-family:stix;font-size:22px;\\\&quot; xmlns=\\\&quot;http://www.w3.org/1998/Math/MathML\\\&quot;&gt;&lt;mfrac mathcolor=\\\&quot;#FFFFFF\\\&quot;&gt;&lt;mo&gt;&amp;#x2202;&lt;/mo&gt;&lt;mrow&gt;&lt;mo&gt;&amp;#x2202;&lt;/mo&gt;&lt;mi&gt;w&lt;/mi&gt;&lt;/mrow&gt;&lt;/mfrac&gt;&lt;mo mathcolor=\\\&quot;#FFFFFF\\\&quot;&gt;&amp;#x200B;&lt;/mo&gt;&lt;mi mathcolor=\\\&quot;#FFFFFF\\\&quot;&gt;&amp;#x3BB;&lt;/mi&gt;&lt;msup&gt;&lt;mrow&gt;&lt;mo mathcolor=\\\&quot;#FFFFFF\\\&quot;&gt;(&lt;/mo&gt;&lt;mo mathcolor=\\\&quot;#FFFFFF\\\&quot;&gt;&amp;#x2225;&lt;/mo&gt;&lt;mi mathcolor=\\\&quot;#FFFFFF\\\&quot;&gt;w&lt;/mi&gt;&lt;mo mathcolor=\\\&quot;#FFFFFF\\\&quot;&gt;&amp;#x2225;&lt;/mo&gt;&lt;mo mathcolor=\\\&quot;#FFFFFF\\\&quot;&gt;)&lt;/mo&gt;&lt;/mrow&gt;&lt;mn mathcolor=\\\&quot;#FFFFFF\\\&quot;&gt;2&lt;/mn&gt;&lt;/msup&gt;&lt;mo mathcolor=\\\&quot;#FFFFFF\\\&quot;&gt;=&lt;/mo&gt;&lt;mn mathcolor=\\\&quot;#FFFFFF\\\&quot;&gt;2&lt;/mn&gt;&lt;mi mathcolor=\\\&quot;#FFFFFF\\\&quot;&gt;&amp;#x3BB;&lt;/mi&gt;&lt;mi mathcolor=\\\&quot;#FFFFFF\\\&quot;&gt;w&lt;/mi&gt;&lt;/math&gt;\&quot;,\&quot;base64Image\&quot;:\&quot;iVBORw0KGgoAAAANSUhEUgAABRwAAAE7CAYAAAC/hE3sAAAACXBIWXMAAA7EAAAOxAGVKw4bAAAABGJhU0UAAADBLEdguAAAOgBJREFUeNrt3S9U3MzeAOBPIBAIRAUCgUAgEAgEogKBqEAgKioQFRUVFRWIigrOQVQgEBUVCASioqKiAlGBQFRUVFRUVCAqEIgKBAIxX/J9ed+zN3f/zOxustns85yTc+59y24mv8kkM79NZv7nf5hJIYSVbNvOtmfZ9jrbDju2N9n2PNueZNtWti2KGAAAAADwrxDCepFM/JZtdyHdVbad5ElK0QQAAACAGRRCWMi2g2z7Fcbrd/G9j0QZAAAAAGZACGEv225CtR6Kpx4XRBwAAAAAWqx4hfqhT7LwOtu+Ztt5tp0V25dsuxwiUfnbq9YAAAAA0HIhhM8dycWPxUIwazGLwGR/s5ptL4rPPUQmHvM5IudEHgAAAABaqFiJem3UJGDxPaeRicczSUcAAAAAYKAQwlbk69ZnogUAAAAADJSvTJ1tPyOSjm9ECwAAAAAYKISwXMwLOWgF603RAgAAAAAGCiE8zra7AUnHX+ZzBAAAAACiFKtSD/JWpAAAAACAgUIIC9n2Z0DC8W/+d6IFAAAAAAwUQngV8ZTjoUgBAAAAAAOFEOaLpxj7uTWXIwAAAAAQJYTwIeIpx6ciBQAAAAAMFELYikg4XogUAAAAABAlhHA9IOH4kG2PRAoAAAAAGCiEcBLxlOMLkQIAAAAABgohPIlIOJ6JFAAAAAAwUAhhsXhtup8/VqsGAAAAAKIUCcVBVkQKAAAAABgohHAZkXDcFykAAAAAYKAQwmlEwvGdSAEAAAAAA4UQDiMSjl9FCgAAAAAYKITwMiLheC1SAAAAAMBA+fyMEQnHBytVAwAAAAADhRC2Q5wV0QIAAAAA+kpIOG6IFgAAAADQV0LCcUe0AAAAAIC+EhKOz0ULAAAAAOgrf3JRwhEAAAAAZlQIYT7btrLtWbYdZNu7bDvr2D5k29ts2822tYjv249MOL4WfQAAAACYckWCca9IJH7LtoeQ5rpISj7q8f2vIr/nUG0AAAAAwJQKIWxm20m23YTxyBOVh9k2V9rPkYQjAAAAALRUsYjLRajOj2xb79jfqYQjAAAAALRMCGEp274MkUC8LhKUx8UTjPl2nm1/+3wmf2pytdjvlYQjAAAAALRE/opztr0ZkCAs+1MkFtfzOR57fO9i8Tf3Pb7jd7YtFAlLCUcAAAAAmHbFU41XCYnG22KRl7mEfWwUn+vmfcIiNIdqDAAAAAAaqlgU5jYh2XiWP7U4wr7uR5z78ZVaAwAAAIAGCiHsJyQA8ycQX45hn69GTDg+V3MAAAAA0DB54i7hNeb873bHtN+5Yu7HYe2rPQAAAABokOIpw9hkY76IzNaY9/9uhITjjhoEAAAAgIZIfLIx96SCMuyMkHBcU4sAAAAA0AAhhMeJi7a8qagci4lJz06LahIAAAAAJiyEsJI4d+LHfL7FCsszzDyOD2oSAAAAACYshLCQbT8TEnv53y5UXKbvQyQcr9UmAAAAAExYCOFTylOE2bZRQ5kuh0g4flObAAAAADBB+aIvifMlHtVUrmESjmdqFAAAAAAmJISwlG03CQm9X9k2X1PZhkk4vlWrAAAAADAhIYT3iQm9/RrL9nOIhOMTtQoAAAAAExBC2Ex8lfqqylWpu5TveoiE45qaBQAAAIAJKBKIKbZqLt9DYvn+1pkQBQAAAAAKIYS9xGTeRc3lW7JCNQAAAABMiRDC98Rk3nbN5dseIuH4Ts0CAAAAQM3yV6Ob/uRgts+XQyQc99UuAAAAANQshPAhMZH3YgJlPB4i4bisdgEAAACgRiGExWJxlVh3+WcmUM7LxGTjT7ULAAAAADXLn1ZMTOSdTaCM84lJ0dyJ2gUAAACAmoUQPicm8h5PoIxrQ7xOvat2AQAAAKBGQzw5eJNtcxMoZ+pTmLfZtqCGAQAAAKBGIYSdxETe6YTK+SmxnB/VLgAAAADUbIiVn59OoIxzxUI1KZ6pXQAAAACoWQjhIjGRN4nVqR8nlvE+f1Vc7QIAAABAzUIIfxISeb8nVMYTr1MDAAAAQMOFEJYSE3nnEyrnjdepAQAAAKDhhnhV+fUEyriRWMa/XqcGAAAAgAkIIewlJvOeTKCM7xPL+EHNAgAAAMAEhBCeJybz1mouX7469W1iGVfULAAAAABMQAjhTUIi7yFPANZcvmeJycYvahUAAAAAJiSEcJiQzPszgfJdJiYct9UqAAAAAExIYsLxW81l205MNn5XowAAAAAwQYkJx8uay/YpMeG4p0YBAAAAYIJCCK8SEnqfayzXerbdJ5Ttq9oEAAAAgAkLIewnJPXOaizXeeLTjU/UJgAAAABMWOI8iWc1lWm9WBG7cU9eAgAAAAB9hBCWG5hwvEgoU/7a9bKaBAAAAICGSJgr8byGsjxJfLrxjRoEAAAAgAbJV59uwirV2fcvZNuflFWzs21ODQIAAABAg4QQjiITfD8rLsdJQrLxLttW1R4AAAAANEzCwjEPFZZhK/FV6qdqDgAAAAAaKoRwHZnoW6lg34vZ9jsh2XikxgAAgGI8sZ5te9n2OtuO88UuO7b8/78t/t0bUgBQ8036XWSy78WY9zuXuCr1B/M2AgDATI9d8jHETpFQvA1p8gctTvPPiyQAVH/TXi7mRRzky5j3+z6hc3Au2QgAADM9bnmezy0fxiN/y2pPVAGg2pv3ccRN+T5PTo5pfymLxJxINgIAwMyOVTay7XuoxmUVU0cBAP9/E1+KfMrx/Yj7mSteY4j1Wu0AAMDMjlNeFA8+VOnOwpQAUN3N/HnkDXl3yO/PX93+EbmPm2x7rFYAAGBmxydvQ71eijoAVHNT/xRxI35ISTpmfzufbQfZ9jfyRv852x6pDQAAmNlxyUGYjH3RB4Dx39gXEuZHOS3mU5nr8V2r2XZUPK0Y+1SjVxkAAGC2xyS7xUMOk5Dvd10tAMD4b/CL2fY14aZ8UzyVeFasJn2ZkGT8Z86UwzzZKfoAADDTY5F+c8vfF+OUl9m2mf9t6bOPsm2r+PePI8z9+N2ilQBQzY0+fw36fcW/LN4Wq2MvizgAAJCNDb70eOrwfeq4oRjT5IvO/B5irHKgNgCguht+/sr01ZgTjfkTkE/9aggAAHSMPZ51GTtc508tjvi9c0M8TJE/HLGoVgCg2pv/WvE04q8hnnr8Vcz3uO9pRgAAoMeY40dpHPFnnOOH7LueJ45lXqkVAKivI5DP8fi4SCC+KeZf/Gd7U/z37WLRGE8xAgAAg8YYe6Vk398qFm/JvvN1yptZagYAAAAAplAx7VKn5xXu60PCitVeqwYAAACAaVLMG9/pU8X7W054tXpHDQEAAADAFCnmiv/HXbat1LDPD1arBgAAAIAWCiH87EjwHde0z43IhOM7NQQAAJA22DocsD0f4/4G7etQraA9ao/M3Lm/0pHcu8+2pRr3/TMi4XimlgAAAOIHWs/rXKEz5jEStYL2qD0yc+f+fsdpd1jzvk8lHAEAmIVO9062fcy2H9l2XazYeGCFxOj4LWXbrkhEx0uCA7RH7bF3jPaybc3ZWXmcjyfxdGOx7wMJRxrcNhaybTPbXhRPnr8rkuRnHdtRtr3KtsfF08JzxlLGUgDQeXPczrZffTq7f/IOh0j1jeHLbPtbbI9ERIIDtEftcYT4rBX3k/tisDrnLK0s1pfFKfdxAvvejWgKx2qJms7HR9n2LNvOi3FB7Erq5THDefHk8KMZip2xFAB0uUG+jexQ5Ks2bojYf8VvNdu+WVFSggO0R+1xjPG5LIUjv8+sOlMri/d6HStT90hSDPJCDVHxebhXPJV3F8brvngict1YylgKgNnrYLxN7Djkv9wtiNy/8Tvo0jnLO1bzoiPBAdqj9jhCfJaz7XuXwftrTzu2qp5jEo5bIkVF59+TbLsK9fjSxmSbsRQAdL9BPh3yVYkDsfu/geBFl9gcGQhKcID2qD2OKUbzxauJ3Qbupu5oRx3HJBwlJxj3eZfPOf5hyHHAKPL9nbTlh3ljKQDofoPME2a3Q3YWbmf5Cb5icHDTpQP12pklwQHao/ZYQd287TEf2LroTH3dDprD8UqUGPM5tzXCGGBcfk37gljGUgDQ+yb5acSOwrMZjNlc8Qr1Q5dX3KxMLcEB2qP2WGX9vCjuN+Ufu56KTqvb3StRYozn29Mu15FJyack2jaWAoB2dTZ2x9BJ+DxjMVsoXmHrNhn2E2eVBAdoj9pjDXW002NRhzeiM7V1ejCgGSyLEmM61/Yn8Ap1zKIyu1MYS2MpAOhxk/zZ56afTxz9I6JDcj8rcwoVr0z8kGyU4ADtUXtsQD3t9LhHvzOH8FTW51mfJvBdhBjTefa0ghWoxzmv49aUxdNYCgB6DFS63fDedN70iiTbyYCb5eMZiNdGl/kaJRslOEB71B4nWVdPerwWeS7pOHV1+adPE/C6POPqy/4NzZb3tZeMpQBgujsdn7tMOr/W5+/f9rlJvml5rPpNqm3eFQkO0B61x0nW126PgeyZpOPU1OFKn2TEL/XIGM6xpR4/nPebV/GyuI7kT00fdmynxbyFvyp6NfvHNDzxZywFAN1veMulDkLeAVmJ+NxVj5vkWYtjtdNnUu23ziYJDtAetccG1NmLHqH7YgXUqai/l31O/+cixBjOsY8Rl9rfRXJxM+F7F4sfPT4kJjQHOTSWAoDp7HS8LT36vxX5ue2qB54Ni1O/ZON7Z5IEB2iP2mND7+2dPnlCrvF197VPAkjdMY7+bD/fs21v1HMt/3Ejf/Mn267HtIjMcoNjaiwFAD1udr86bnCvEz/7u8tN8k9LO2e9JtX+6okRCQ7QHrXHBtbdpx4hfCc6ja2zpT4/bu6KECOeX3Olfn95kZbDcSe1i30e9DmvY71vcFyNpQCgy01utfSL5lzi59+1fTBYTKp912cupUVnkgQHaI/aYwPrbqHHYDb3QoQaWWc9n0wVHcZwfr3uk2zcrXjfWyO+Zn3XxD63sRQA9L7JHXTc27aG+Pxej07BXEvis9xnpci8c7buLJLgAO1Re2xw/a32+dFsT4QaVVdzPV4/vWvy66RMzfk132PRw/u6Vj4vFkT6M0LS8U0D42osBQA9bnL/TFb8dYSBTDfLLYjNcp8nQ6wgJ8EB2qP2OC11eNAjlLcxCxtQWz31WuznQHSo8DrwsuZyrPX5EWSQ78ZSADAdHY/FjhXVdkb4nm6dhpUpj03+K/BFnw7PlV8eJThAe9Qep6ger/osEOF+1ox+R7enGz+rH8Z0jv1qyqv62X4fl1Z1TvHIWAoAmt/x2Cw6t99G6cz26MCsTHlsjgfMIeNXRwkO0B61x2mqx36vVr8XoYnXT7e59fJXT5dEhzGcX7tdzq+bSZ5f+XVnyITjywbF1VgKACq+2V626SYZMbh+qdYlOEB71B6nsC6P+oR1R4QmVi+Pesytp04Y1znW7a2dpxMu09KQK1d/MJYCgNnpxHxty02ymMy637wyP7zaJMEB2qP2OKV1udDjtd1/nqZbEKWJ1MuFHzepuN0/NHFqoKwMp0MkHC+MpQBgdjoyZy1KOF4N6ORsq3EJDtAetccprs+DPqE9E6FGtK8PIsMYz7FuqyBvNqRsG0MkHK+NpQBgdjoyrbhJ9pg/qZIBNRIcoD1qjxOqz4Vi7jY/rE2+LvJXSv+W21K+gIzoMMbz7EvpHPvSsPL9SUw43htLAcDsdGSm/ibZo9Nf9lhtS3CA9qg9tqBO+/3AduPV6lrqYK5YaKJT/v8XRYcxn2t3Tf5Rocc4YqbuARKOAJB2k5yfsmO4GNC3+aKmJThAe9QeW1KnCwMWa3gnSpXXwalkIzWcZ1ul8+zjlN5jZjHh6ElnAOh2k5yy8u9E9G083SjBAdqj9timej3v98piti2LUmWxf9llwZ4lkaGGc22zgWVck3Cc7rEUALhJ9i7/9wH9mj9WppbgUCtoj9pjy+p10I9tFi6pJu5bpVdc81XDV0WGis63zh8WrhpaxvnEfOONsRQAzE5n5mJab5JZUfcjOjYnalmCQ62gPWqPLavXfA7B3wNCvSlSY435emm+6L+SjVR8zp11TJ/wvMHlvE9IOP40lgKA2enMXJbukX9bNNjyOrUEh44f2qP22Na6PTJ/cW2xXi6eZuxMNkroUld/90mT5wQstY0wa9elaR1LAcAkbpLXU1LuZxGdGq9TS3BIcKA9ao9trdutiHBLio0e58Vs+9ER0ztxhf9oIykJx3ctPP6pHEsBQB03yd9TmnD8FtGpOVXDEhwSHGiP2mNL6zZ/8ul2QLg/i9RIMZ4v9TfyV0d3RQb+o52kJBz3jaUAYHY7Cd+moMxbkZ0agwIJDgkOtEftsc31+2lAuK1YPXxs50tPLj3kr7aKDAwcS/SzPAPH/81ZAQD/f5N8qGrgWWGZzyI6NPdNnu9GgkOCo6F1t5pte8WCTIsNKc9aTYmFx8Vx59M1rGiP2uOU1O+hxdMquyZ8KcXxuchA1/ZyF5ls/G0spV+nXwcwOx2EhS6dgYuGl3kxcjU8k+VLcEhwDI5dvhDCbrYdl+Yoy51NuGybHW19raJ9zBULb/ztdo624Slp7bH1bTjmif+b/H4vWklxPS/F8KWoQM9+eayTFh5/o8ZS+nXt79cBTNNNcqfLxfi84WV+GdmpOVbDEhwSHP8Rp0fFSpevi8H0ry6/yofSwghzEypr/sv0946ybFe0ny8Rp89r7VF7bHD9zg1ox57OS4/padsXuYAxtpeNhITjdguPf2JjKf262ezXAUzLDXKhuDFN1a+PXVaC62VPLUtwzGKCo+P1mYNs+5BtVxELS/SyM6FjKL8m+qyCfewmxGFXe9QeG1zHPyLCbk6xuFgel+L2flIDdJiSNhN7L/3TtrZU11hKv06/DmAab5K9Jpo/bHCZlyOf5Ajm6pDgmOGE43UYn6MJlH+1y3xQryrYz4eEOFxP60BJe5yJNn8SeR6vilbSgPisznZfvAa4rSaYsnYT++bRYQuPvZaxlH6dfh3AtN0gX/S5AL9scLljOzU3almCY4YTjsfFQLlz+zJkh/XzBMr/tY4OcpfXJgfZ1x61x4bW8aumDjSnOGnyueZk434T5liDCu+lqy077trGUvp1+nUA03SDXBuwmtx+g8se+zr1VzUtwSHB0TVWmz1e/2nEipJ9OvBnEzpPO51qj9pjQ+v4sSc6Rm4jnW9PXNScbFzqeD1yW40wZe3n56wt5NiksZR+3ez16wCafIOcj+gY7DS07HMDbu7/MeeS2pbgkODoGa+VhLaUW6px0P2nrsFKsbJmShy+ao/aY0PrOGWV2E0R+4/Y7ZWSjd/rXNG76Nt8K/b9Q0KYKbz2xEx19NhYSr9Ovw6g/R2DD9M6GCl+wYv1Um1LcEhw9I3ZSUJ72q6pTOd1L3hRTMAe61J71B4bXM9/I8/jN6L1b8zy1WXvO68zdSYbu1yLD2ra59PiaVfb8NuWFvRvwr6V985pG0vp181Ovw6gqTfIJ5G/Qq40tPyvE24gT9S4BIcER9+YbSS0p4MGXJ+uK9z358g4fNIetccG13PslCPfRevf19A7k7T5K4mPatz/fGm+sTzxudigawINSNhMQTv6OGNPNzZ2LKVfNzv9OoAm3iCXO+YHGmShocfwKeFGuqbWJTgkOAbGLXbOnw8Vl2MhoiwPFQ/8LyYdB+2REeN+HtmeH5p6n695YH5bSjYu17TvlWI17PJrhh8bdk1AwjHm3j3o9dUvLTrexo+l9Otmo18H0LQbZD4/0FXsQKTBx3Gb0BGcV/MSHBIcA+P2PrI9/ai4HMeR5VissAzzxYqPrVvNUHucmfb8TrIkKk7rXfoTf2t4BfdmwNM+2w27JqANDTqP9iN+3FhtybFOxVhKv242+nUATbtJHiV0oP409BiWE47hQa1LcEhwjHXQeVvVQgbFa40PkeVYrTgeCwMmgl/WHrXHBtfzy4T75OGMxmitSP41za+GXvuRcOx3Hl3MynVmWsZS+nWz0a8DaNINcifhol97pzfhOLanPWkqkSXB0cB6SpnvZ7mC/XeuztqIAV7x9NNDnXMNaY+MKe77CW3pywzGZzHhdcO6HTTwmoCEY79zaGXA+OJnW942mqaxlH7dbPTrAJpyg3xUvMKT4qqhx/Im4Rh+qH0JDgmO6NjdR7arrQr2/Srx+vSspph877Lvd9qj9tjwet6ehgHxBJON3xuauKptsRgJRwnHMZ5Dg16Z3TGW0q/TrwNod2fgyxAdqM8NPZYPCcdwqfYlOCQ4omP3I7JdvR7zflcTOsX/eFVTTC677HtDe9QeG17Pm4ntaXFG4jKf+MRN3T419JqAhGOv82cp9F8s5r2xlH6dfh1AuzsDr4fsQJ019Hi+JhzDR2eABIcER3TsziLb1bsx77dz1fnY1xyPJtRZv9IetccpqOeVxPv95owkG780PHG109BrAhKOvc6ffguTfGvRq9RTOZbSr2t/vw5g0jfIzSF+YWr04+VZuX4nHMOps0CCQ4IjOnZv657zLX+FpuN783l11iLnRzqtIR7zXcryVHvUHqegnhcS7/fPZyAmTU825n2buQmdKyu2kbb5Gb3ObPa5X+djj3VjqcmOpfTrGtqv8yMNNJuhRFInMvZXpa9d5iV529DjSrnpHzkTJDhcQ6JjtxvZrr6PaX/l+ZBOiv9+HVGG8xri8bi0z5tpH1hqjzPVnlMWNng7A/FoulfOWqasTV31OZ/3jKUmf23Vr2tov046ByQcW3KTjH2M/i50X2HuRQOPaSnxdDl0JkhwuIZEx249sl39qeAa9TcU88iFuDmHLmuIx9u2JQS0x5lqz38S7pUfRAxIuL4863M9OTaWasZYSr+uof066RyQcGx5R6DsZbbNdfnvzxt4XKnzUkk4SnC4hsTHLuU1zMUR91VeRfdlx79dROz/V8WxmC/9Sj/1TzdqjzPXnq8T2vOFiAGR15b8x//bPk/5tWXexqkfS+nXNbRfJ50DEo5TfoNc7dMR+K9BRnGDXO7yb7sNPLbHiafLa2eEBIdrSFL8Yq8dayN2+jpfUfoeOuYuC3Er0d/WPNB4qz1qjy1OOJo0H4i9tnzscR35EVqy4n2bxlL6dQ3s10nngITjFN8g50L8Ks53/9xceiTytht4fNuJp8tzZ4UEh2tIUvy+RbatnRH2cVj6rs0B/97LXEUxyK+jPzv2c92iJza0x9lpy78S7pXXIgYMkbTpvE8uG0s1byylX9fAfp10Dkg4TvFN8jAhlK86PrfT5d9Xp6ijI+EowSHBMZ74nUa2rRdDfn8+n1DnHEdnXf7mVWQZViqKwcu2Xke0x5lqy5cJ98o/IgYMuKbkqw3f90u6GUs1byylX9fufh1AnTeUzRC/KuVl6bP7Xf5maUoHy24oEhwSHMPH721k2zoa4rvnitdsOgcpy13+LvaHhc0Kjn8x/OccP5dV/eKuPWqPFdd1SsLxQcSAPteT+dB94Y983PHEWKq5Yyn9unb36wDqupnkF9PfkRfz+/Ivbj1+eZpr4HFKOEpwSHBUW18vItvW6Ri++6DH321FluFJBcd/XHXnV3vUHmuq65SEo3oA+l1PznokG/eNpZo9ltKva3e/DqCum8l5wrjiRZfPvyv9zW1Dj1PCUYJDgqPa+or9FfpL4vcuF798/yOfX26hx9+uTKJ9F68Fdb4udq49ao9TXNcSjsA4riX7PZ76e9Gy42zlWEq/rt39OoAm3UhyF91+bevyy+V1Q49VwlGCQ4Kj2vqKXQn+W+L3XpQ+/7TP3y5EluHtmI+9c2L1/PWbR9qj9jjFdS3hCIyjT3A/jtdvjaX06/TrAKbvBpn/YvQ38iL+t9fkxdl//1z6299TPFiWcJTgMLAePn7L415koktH/vOg14x6DHDKTsZ43OVXoXa1R+1xyutawhEY5RqyVJr77t9Xb1s2t3Grx1L6de3u1wFUeQOZK/1yE72SWsTA5Kqhx7wn4SjBIcFR+XVlbAmK4lftP6V5j9YiPvcrogjnYzrm8mDjXHvUHltQ1xKOwLDXj8XSYiD/rkDcsmRj68dS+nVepQYY9mJ6lHCD/Nqvg9DlJnDZ0GPeTkw4vnKmSHAYWCfH8CayfT2K+K4Ppc8cjjFZcjmGY50vDapu2/zKjfY4U+04JeF4K2JAx32xWxLuvG2r+87KWEq/zqvUAKkX050eEzgnPf7f8X13pc98auhxbyUmHA+dLRIcEhzJMYxdpXE9or12Xqeu86cmIsvwMWL/v8ZwrCdtngRfe5zpdpyScLwWMaBI1nzpkWybN5aazrGUfh0AKRfSRwm/VOUOhhgUnjX02FckHCU4JDgqr7Ovke1rp8935K/w/Cj9/bOEMhxH7P9mzIONc+1Re2xRXackHH+KGNBlHsJQPO3YtmTjTI2l9OsASLmYfky4QX6NmMS322TCpw099gUJRwkOCY7K6+x81DlS81+Uy3Wc8ipWvlJhZBnmhjzG8mAj/99L2qP22KK6/p1wr7wUMZj5a8Zpl2vDVewTbMZSzR1L6dcBEHsxfZVwg8x/4VmJ+M5uTw0eNTgGfxNi8MFZI8EhwZEcw+PI9vWix+eXijlzOq9F64ll2I8sw8qQx3hR+p497VF7bFldXyfcKz+JGMz09eJ9t9db2zj33SyOpfTrAIi5kK53mR+kn9eR3/t4mp4MzF/9SojBmTNHgkOCIzmGsb9CH/b4fPlVzuMhyhC7QNTWEN/9elZ/mNAeZ6odpyQcT0RsZs+TjfxabhtpW5nyc6DbPf960JyFxlLTM5bSrwNg0IV0PjHR9iP2kfQeN4DDBsfiwlMbEhwSHJXW2YvI9vWuy2eflv7mTz4VwpCD4BhPh/je+9ITHAvao/bYwrp+GPegmpm9JtDf9hTX/8su14q/LU02zuxYSr8OgEEX0+OEG2R+0d1I+O5uj7i/bHAsPiTE4puzR4JDgiM5hrGvvZyXPtdtEvbdIcuwPMrrPz2+c6E0r10+yNrUHrXHltZ1iqci5h7NbCUci7ovJxvz12bXjKXaNZbSrwOg38V0L/FJhYPE73+dMmlwA+LxMiEW184gCQ4JjuQYxr72cln6XHlS8u8jlGE+8rr3NuE7P836olLa48zU81JiwmRL1NyjmZ2EY49k4/00P61pLKVfFywWCpB8cV4uTdIb8/j/fOI+jqYs4biTEI87Z5EEhwRHZR3Tq47PbHXpSG6MWI4/EWV4P+R5eBGGXAlRe9Qep6CeVxITJvOi5h7NbCQci1dkuyUbd1t6js/8WEq/DoBeF9PLxMf/14fYx+mUJRwXEn+lXHQmSXBIcCTFcC3lCeK8g9dlXqTPYyhHzFxLnyO+Z6M0SXz+etCy9qg9trieHyfcI29EzD2a2Ug4Fj/a33c5hr0Wn+MzP5bSrwOg28X0ILHD82bI/XycpoRjUebvCXHZcDZJcEhwJMVwJbFj+r78ZPE4On55p3PUcyf/wSH892q9T7RH7bHl9bybcI/8LGLu0bQ/4Vgkaf6Oa/xQYTmXivNyfgzfZSylXwdAl4vpVuJTfN+HvTH3+OXvecPjkzLx864zSoJDgiMphrETe98XA5iHYeffGVCO04gy/BrwHV+rKJv2qD02vJ5fVTVXGTN5TWDKE47FE263TU82lpJdP42l9Ov06wDGf1NY6PLLzSCPR9hft5vki4bH6GlCbF45qyQ4JDiSYjiXONdRp9txTWOQfc+7iP3/Tfj8p1mf30d7nJl6fpfQhq3o6ZpAixOOxdNt3cYVRw0s625HsuvNCN9jLKVfB0CPi+lZ4g3yaMT9/e7ynYdDfM/j4ub+rYYYLSX8annsrJLgkOAYfxyrTvDng43IfS50+eyTcgc2H3SpV+1xRur5Y2TbuTNYm/lz5XHR77QNv601uH7z109/dWn7Jw0t601HGVeNpfTr9OsAxnszeJF4E0heSa3LPsfyq2f2mQ91zgeV7efK/FQSHBIcldXb3RCd0p/jTF4kPMm8VvrcaunVsfzHiS21qj3OUD1/i2w7X0ULWnsdWOgx5/nnJv7QUEoSXo7wPcZS+nUAdLkIr/WYzLmXh1Ee/+/Yb7c5Xc4Tv2O+43sOaorXYcoEyEhwSHCM3HkeZG/MZdhOfZ2teG2onGx5rUa1xxmr5/vItmPuK2jnNWChy1x3uYuGJhvLi7s8NZbSr9OvAxjfBXgupK28PLabUY/vvkr8jpd1zweV7Wc9oTOx6CyT4JDgSIrj70n+Ct4xcEhaGKrLyorv1ab2OGN1vJTQbjdEDFp3DVjs8ZTz126vqjagvE9K0yRdD9OfMJbSrwOg9wX4MPEm8G1cN4Ee33+T8PnOX+Ru6vzlNOHXum1nmQSHBEdSHK8Sr0m7FZQhdpLzl8XfvxvXipPao/Y4xXUc+wSJp/+hfe1/rsf9+0cTf3wvkmwPo859aCylXwdA74vvk4QFUELxqtTqGPffy3Lk5193rhZWc+xiOxdWqpbgkOBIi+NlwjXpssJyxLwaepTP5VO6jv5t8kT+2qP2WGEdv4pstyeiBa1q+3PF/Ixlv2L79DWWdbdPAmxtiO8zltKvA6DLRTd/9elP4i9Oh2MuQy8vIj77qDRXyl7N8Yt9NN/CMRIcEhxpcfyUcE3arLAcMU8xX5lMXHvk35ife50aZrLt91qZ+U1x7Z/k9rJ4Wu1iwLjncojjNpbSrwOgx0X3IvEGOfZHyfu9ahDx2S8df383icfcI3+x++lsk+CQ4BjLwKXsY8Xl+DHEJOeHalB7nOE6jmkzv0UKWtXu34d22Bvi2I2l9OsA6HLBfZ14sX2o4lHyHiurDZy/o3jcfejV2MZY/v3I+C076yQ4JDjG3jHdqLgcnxKvk5+auAKn9qg91lS/S5GvFRq8QXva/duWJBuTF4sxltKvA6D7xXYzcg6LygcIxdwuvdx0u/F0uUFObGGWYs6a24j4PXfmSXBIcETH8SQilOc1lOM04Rr5w2Ti2uOM1++TyLnL/AAH7WjzLxPnLmyyw8RjN5bSrwOgy4V2IX+dKfEGeVXhI/ZfIn4NPC86NQc9Jnn+PuGYHsX8Qubsk+CQ4IiO42HEdWGlhnLEPrmRz3+0rua0xxmv35h74UeRgtZcz9uSbExaLMZYSr8OgN4X2tR5Vh6qvOBGDlDGPufKmI9hqZj3ZNCNyyP5EhwSHHFxfDMgjMcNOn8mfg3SHrXHhtTvz4iQr4oUtOJa3qZk42Xi8RtL6dcB0OUiuz/EDehtxWXaHfEG+a0Jibz8RhlR1m1noQSHWhm53vIpDBZrKsdeRJUeqDHtUd2G1TrrFphYW3/asmRjUnLJWEq/DoDeg4G/iTeg31XPXZF9/6Mh5kDp/MVwqyHxXY/ogJ06EyU41MrI9faqxnI8HlCdZ55c1h6JXjxhU6Rgqtv5zgh99qlfLMZYSr8OgO4X17ni16tGJvOy/VwMeZN817A4D5oQ+c7kwxIcaiV6UNNrAu+5GsuxOon5mLRH7XEK63bQ69TmboTpbuMbQyTbpsFx5PEbS+nXAdDj4vp2iBvQYY3lezxE+T437ReoyLkcd52REhwMjON2j477Rs3lWOzzRISVdrVH/j/OWxGDbnM3wnS389vQTmuRx28spV8HQJcL684Qc638rGsujY5yfkoo39d8hbiGxvu4rsE0Ehwtrrduv0CfTKgsd10WgNpQS9oj/8Z50AIK70UJpr6dt9GFsZR+nX4dwGx0ZOYjX1V439RkY3Ec+TwqN+axkuCQ4Bj5evBQ6rgvTKgsP0q/xm+rIe2R/7jn9Xuy/0/+NyIFMLtjKf06AJpwo8znR3nXZfByVzz2vzElx/FiwI3+i9qW4GBgLP/pNOcJ/JUJluO0KMe9KRG0R/4rxofjWv0VgPaOpfTrAGjKzTL/FWyzmO9jfRpXCysmHvaUowSHBMfwscxfv3mTz4064XIsFeVYUyvaI/8R38UBi0hYKAbAWEq/DgAquKnejTpvDCPXgwQHaI/aYzX1eTTgVWoT8AMAAFQwGHs1YKy7LUqV14EEB2iP2uP463K9eB2tlyeiBAAAUN2g7GufAVk+afG8KFUafwkO0B61x/HX5Zc+YT0WIQAAgGoHZUsDVq0+EqVK4y/BAdqj9jjeenzZr/6mcd5lAACAaRyc7WbbQ4/B2cO0rL49pbGX4ADtUXscX0z7zU+cz9v4SJQAAADqG6SdeLV6InGX4ADtUXscX0yveoQyX616XYQAAADqH6h97DPufSdClcRcggO0R+1xPPHstSp1vnjMlggBAABMZrC2UDzN2MszURp7zCU4QHvUHkeP5bM+U4PsixAAAMBkB23L2fa7z1Mim6I01nhLcID2qD2OFsfNPvM2+qEMAACgIYO39Wy77TF4y1e0XhalscVaggO0R+1x+BguFYvBdPNShAAAAJo1iOuXdMxfu14QpbHEWYIDtEftcbj45cnG713Clr9a/UKEAAAAmjmY2+iTdPyUbXOiNHKMJThAe9Qe02O3mG0/e0z9sStCAAAAzR7UrWbbdY+x8Jmk48jxleAA7VF7TIvbQo8nG/9ajRoAAGB6BnfLPZ4kyb0XoZFiK8EB2qP2GB+z+Wy76BKqfLGzVRECAACYrkFe/vratx5j4kMRGjquEhygPWqP8fehr93qJNseiRAAAMB0Dvbmsu24x7j42OvVQ8VUggO0R+1xcKwWe7xG/cG9BwAAoB0Dv/1irqyyr1avTo6lBAdoj9pj/zitdkk23mXbM9EBAABo1wBwpccr1t+82pYURwkO0B61x94x2sy221JYrszXCAAA0N6BYP6K9VHxpEmnfIGZZRGKiqEEB2iP2mP3+Ox2eZr+yCvUAAAAszEoXOsykf++yETFToIDtEftsXt8LkqrUG85SwEAAGZzsH6TbeeeQEmKmQQHaI/a43/HZ6N4wvHA/MAAAACzPUDMVxKdF4noeElwgPaoPfa5pzgzAQAAIG0w/TTbrgdsH8e4v0H7ulYraI/aIwAAAAAAAADTJISwkm3b2fYs215n22HH9qZ4BedJPpm1Vz8AAAAAgP8QQlgvkonfsu0upLvKtpM8SSmaAAAAADCD8tXvilXwfoXx+l187yNRBgAAAIAZEELYy7abUK2H4qnHBREHAAAAgBYrXqF+6JMszFcK/Jpt59l2Vmxfsu1yiETlb69aAwAAAEDLhRA+dyQXPxYLwazFLAKT/c1qtr0oPvcQmXjM54icE3kAAAAAaKFiJeq1UZOAxfecRiYezyQdAQAAAICBQghbka9bn4kWAAAAADBQvjJ1tv2MSDq+ES0AAAAAYKAQwnIxL+SgFaw3RQsAAAAAGCiE8Djb7gYkHX+ZzxEAAAAAiFKsSj3IW5ECAAAAAAYKISxk258BCce/+d+JFgAAAAAwUAjhVcRTjociBQAAAAAMFEKYL55i7OfWXI4AAAAAQJQQwoeIpxyfihQAAAAAMFAIYSsi4XghUgAAAABAlBDC9YCE40O2PRIpAAAAAGCgEMJJxFOOL0QKAAAAABgohPAkIuF4JlIAAAAAwEAhhMXitel+/litGgAAAACIUiQUB1kRKQAAAABgoBDCZUTCcV+kAAAAAICBQginEQnHdyIFAAAAAAwUQjiMSDh+FSkAAAAAYKAQwsuIhOO1SAEAAAAAA+XzM0YkHB+sVA0AAAAADBRC2A5xVkQLAAAAAOgrIeG4IVoAAAAAQF8JCccd0QIAAAAA+kpIOD4XLQAAAACgr/zJxWlNOGZlWs22vWLhm8WGlGethv3MZ9vj4rifmV8TAAAAgKEVyaatItF0kG3vsu2sY/uQbW+zbTcm+RW5SnXudQOOfbk4ruNs+1Eq39mEy7aZbfdFWdYq2sdcth1l298u9XOZx0YLAQAAAKCvIsG4VyQSv2XbQ0hzXSQlH/X4/leR33NY83E/yrYneaIz286z7deAY7/LE3ITrKPvHWXZrmg/X6YhMQwAAABAAxVPzJ1k200YjzxZd1hOyhVPzE0s4djxWvRBkVS9yrbbIY9xZ0J1dVgqx7MK9rGbEAdPOgIAAADw/4pFXC5CdfJXkdc79nc64YTj9RiP7WgC9bVaPF3Z6VUF+/mQ+FTrnNYEAAAAMMNCCEuRr8x2Sy5dFPMaHhbbeY95/v6RPzW5Wuz3asIJx+PSHJRnRRyGSUR+nkC9fa0j8ZmQGP7HvlYFAAAAMIOKhUDeDEgQlv0pEovr+fyBPb53sfib+x7f8TvbFhISe4cTiM1mMXdjrN81l+9Fj3KcVbCv54kJx1OtCwAAAGDGFE81XiUkkW6LRV7mEvax0WdOxPcJi9AcTihGK11eWe5nqca6+9OjDF8q2N9iYhy+amEAAAAAM6R4ei9lcZT8VePFEfZ1P+L8iK8mGKuThHJu11Sm8z5l+FbRPg8S4nCplQEAAADMiHx+vYQEYP4E4ssx7PPViAnH5xOM10ZCOQ9qKM+TAU+GXle478+RcfikpQEAAADMgGIuvoeEZOPumPY71+cV4MYvQpIwl+OHisuxEFGWhwr3Px+5ivkHrQ0AAACg5YqnDGOTjfkiMltj3v+7ERKOOxOO3fvIcv6ouBzHkeVYrLAM8xErmlulGgAAAKDNEp9szD2poAw7IyQc1xoQv9iFdeYqKsPjhDpcrTge+ZOWP/vsf1mrAwAAAGipIlGVsmjLm4rKsZiY9Kzlib3IsqfM47hcwf7zV9K/NWnxmmwf6z3q81qrAwAAAGipEMJK4tyJH6t6Qq8ozzDzOD40JJaxSdutCvaduujOs5pi8r3Lvt9peQAAAAAtFPHaa1n+twsVl+n7EAnH64bE80dkeV+Peb+riU+o5l7VFJPLLvve0PoAAAAAWiiE8CnlKcI6EkU9ElSDfGtIPM8iy/uuwnqMXS37qKaYlJOwV1oeAAAAQAvli74kzpdYV4JqmITjWUNi+jayvF/GuM9npaTwWmS9ntYQj/kuZXmq9QEAAAC0TAhhKdtuEhJ6+VNz8zWVbZiE49uGxHU3srzfx7S/R6V6PCn++3VEGc5riMfj0j5v6jqPAAAAAKhRCOF9YkJvv8ay/Rwi4fikIXFdjyzvnzHtr/MV7r//rNQdOZfkZQ3xeDuJeSMBAAAAqFEIYTPxVeqrKlel7lK+6yESjmsNie1CQpkXR9zXdun7Xnb820XMU6sVx2K+9PSlpxsBAAAA2qhIIKbYqrl8D4nl+1tnQjSi/LdVJ0mLZF7n4jDfO2OQ/e8PEfu/rTgOz5r42jsAAAAAYxRC2EtM5l3UXL6laV2huuMYvkWWe2eEfRyWvmtzwL/3MldRDOZKr8Zfe7oRAAAAoIWKJ+FSbNdcvu0hEo7vGhbj08hyvxjy+9dLT4GedfmbV5FlWKkoBi9L+3mu9QEAAAC0TP5qdNOfHOySqGrUgjaRx/A2stxHQ3z3XClpfJdty13+7llkGTYrOP7F0tyNl0165R0AAACAMYmc12/kJ/BGLOPxEAnH5YbF+UVkuU/H8N0HPf4uNrn8pIY63NT6AAAAAFqmeOrsb0IS727UVZSHLOdlYrLxZwNjHft04ZfE710u6uXfVabzVbF7/O1KZBmej/nY89e97zu+/1zrAwAAAGihhKfues4LWEMZ5xOTormTBsb6cRWvrOcL+JQ+/7TP3y5EluHtmI+9c8Gc/LXqR1ofAAAAQAuFED4nJvIeT6CMa0O8Tr3bwFgvR5b9T8J3lp+a/DxoXsTSk4aVJ2y7LFSzq+UBAAAAtNAQTw7eTGKRjyGewrzt9UrxhOM9F3sAkd+XP634p+NjeSJxLeJzvyKKcD6mY14pnWNepQYAAABoqxDCTmIi73RC5fyUWM6PDY75TeQxPIr4rvJiP4eRZYiZD/NyDMc6X1o5+9ar1AAAAAAtNsTKz08nUMa50oIoMZ41OOa/I49hfcD35KtNP3T8/XXsYj55QjZi/7/GcKwnk17dHAAAAIAadVlsZJBJrE79OLGM+WvF8w2O+dfI49jp8x15EvbHsEnWyETzzYjHuVNKiHqVGgAAAKDtSvP/DfJ7QmU8acvr1MXxnEcex/M+31Ge0/IyZW7NfAXqyDLMDXmMj0qvjuf/e0mLAwAAAGixPAGUmMg7n1A5b9ryOnVxPLGvsb/oU2+3HX/3MOj16y7fsR9ZhpUhj7H85OyeFgcAAADQckO8qvx6AmXcSCzj3ya/Tl0cU+zThYc9Pl9e8OV4iDJsR5Zha4jvfl36jg9aGwAAAMAMyJ86S0zmPZlAGd8nlvHDFMT9ReSxvOvy2aelv8lfiV8YogyxidynQ3zvfefCM8OUDwAAAIAplM8RmJjMW6u5fHOlV4crewW45uPaH+YV9i7zIuZ2hyzD8iivdff4zoXSCtz5q96bWhoAAADAjAghvElI5D0Mu4DICOV7lphs/DIlcY99nfmy9LnyYjPfRyjDfGkF6V7eJnznp5hXwgEAAABoqTwhlJDM+zOB8l0mJhy3pyTusQnHq47PbHVJEG6MWI6YFcrfR35X+WnZi7oT1AAAAABMWGLC8VvNZdtOTDZ+n6K4r0Ue03Xx9/mr5T9L//Z5DOX4GVGGzxHfk8/beNfxmfy172UtDAAAAGDGJCYcL2su26fEhOPeFMV9JTHhWF44524cCb08mThqvWf/vpiXc9KLCwEAAADQACGEVwkJvc81lmu9tNLxIF+nLO6xC7bcF08PPgw7r+KAcpxGlOHXgO/4WkXZAAAAAJhCCasl585qLNd54tONT6Ys7nMJx/aj9P/zVbsXx1SOdxH7/5vw+U/mbQQAAACYYYnzJJ7VVKb1yNWTa3/ycszHOaxXYyxD7CrlC10++6ScmMxfFdeqAAAAAGZYwqu9dSYcLxLKdD+ti5OUFlmJ9XOcTxBm3/U0cr9rpc+tFk9a/iNPEG9pUQAAAAD8T8Jciec1lOVJ4tONb6Y47tdDJBz3xlyG2Cdctzs+k78O/q3076+1JAAAAAD+T74KcRNWqc5f2822PymrZk/zfIFZ2X9P8unGogxrkfve7fhMecXs91oRAAAAAP8KIRzFJrwqLsdJQvItfx15dcrjfpWYcNytoAyxi9e8LP6+vEjM92yb14oAAAAA+FfCa7UPFZZhK/FV6qctiPtlytOcFZYj5pX6oy519Lc8tyMAAAAA/J+E+QRXKtj3YuLrxUctifmnhGPenHDdX1kkBgAAAIBoXV6V7eXFmPc7l7gq9YdpnrexdOxnkcf8seJy/Bhi8ZpDrQYAAACAnkIIy8W8iIN8GfN+3yckuc7bkmwsjj024bhRcTk+JSYbP7WpHgAAAACoSAjhOCLZlM/3tzym/aUsEnPStiRX5PGf11CO04R6+GGRGAAAAACihBCWIp9yfD/ifuYSk1yvWxrvw0GL9FQxZ2aXcryNrId8kZh1LQUAAACAaCGE55HJp90hv385Yc7Am2x73OJYvxlw/McNq/M9LQQAAACAZJFz+j2kJB3z13Cz7aB4Si7G52x71PI490v05StCL9ZUjr2I+jjQMgAAAAAYSghhIdu+RyYG81ejN3rNr5j999VsOyqeVox9qvHpjMS5X8LxVY3leDygTs4sEgMAAADASPKn67Lta8I8izfFU4lnxWrSlwlJxlDMHZnPabgwQzHe6bMwy1yN5VjtUy9XFokBAAAAYCyK16DfF69PV+W2WB17eQbju93jVfWNmsux2KNurmexXgAAAACoWPHK9NWYE435E5BPZ/lV3R5PFp5MqCx3XVak3nD2AwAAAFCZEMJa8TTiryGeevxVzPe476m5f+M5X4rjz0m9Ul5aOTwv07YaAgAAAKA2xWu4j4sE4pti/sV/tjfFf98unuKz4EjvOH7rmANzZYLlOC3KcZ+y+jgAAAAA0CBFQjZP0C5NuBxLRTnW1AoAAADA5PwvxZ3lcli8NGoAAAJfdEVYdE1hdGhNTAA8bWF0aCB4bWxucz0iaHR0cDovL3d3dy53My5vcmcvMTk5OC9NYXRoL01hdGhNTCI+PG1zdHlsZSBtYXRoc2l6ZT0iMjJweCI+PG1mcmFjIG1hdGhjb2xvcj0iI0ZGRkZGRiI+PG1vPiYjeDIyMDI7PC9tbz48bXJvdz48bW8+JiN4MjIwMjs8L21vPjxtaT53PC9taT48L21yb3c+PC9tZnJhYz48bW8gbWF0aGNvbG9yPSIjRkZGRkZGIj4mI3gyMDBCOzwvbW8+PG1pIG1hdGhjb2xvcj0iI0ZGRkZGRiI+JiN4M0JCOzwvbWk+PG1zdXA+PG1yb3c+PG1vIG1hdGhjb2xvcj0iI0ZGRkZGRiI+KDwvbW8+PG1vIG1hdGhjb2xvcj0iI0ZGRkZGRiI+JiN4MjIyNTs8L21vPjxtaSBtYXRoY29sb3I9IiNGRkZGRkYiPnc8L21pPjxtbyBtYXRoY29sb3I9IiNGRkZGRkYiPiYjeDIyMjU7PC9tbz48bW8gbWF0aGNvbG9yPSIjRkZGRkZGIj4pPC9tbz48L21yb3c+PG1uIG1hdGhjb2xvcj0iI0ZGRkZGRiI+MjwvbW4+PC9tc3VwPjxtbyBtYXRoY29sb3I9IiNGRkZGRkYiPj08L21vPjxtbiBtYXRoY29sb3I9IiNGRkZGRkYiPjI8L21uPjxtaSBtYXRoY29sb3I9IiNGRkZGRkYiPiYjeDNCQjs8L21pPjxtaSBtYXRoY29sb3I9IiNGRkZGRkYiPnc8L21pPjwvbXN0eWxlPjwvbWF0aD4r84HfAAAAAElFTkSuQmCC\&quot;,\&quot;slideId\&quot;:301,\&quot;accessibleText\&quot;:\&quot;fraction numerator partial differential over denominator partial differential w end fraction ​ lambda left parenthesis parallel to w parallel to right parenthesis squared equals 2 lambda w\&quot;,\&quot;imageHeight\&quot;:50.4},{\&quot;mathml\&quot;:\&quot;&lt;math style=\\\&quot;font-family:stix;font-size:22px;\\\&quot; xmlns=\\\&quot;http://www.w3.org/1998/Math/MathML\\\&quot;&gt;&lt;mfrac mathcolor=\\\&quot;#FFFFFF\\\&quot;&gt;&lt;mo&gt;&amp;#x2202;&lt;/mo&gt;&lt;mrow&gt;&lt;mo&gt;&amp;#x2202;&lt;/mo&gt;&lt;mi&gt;b&lt;/mi&gt;&lt;/mrow&gt;&lt;/mfrac&gt;&lt;mo mathcolor=\\\&quot;#FFFFFF\\\&quot;&gt;&amp;#x200B;&lt;/mo&gt;&lt;mi mathcolor=\\\&quot;#FFFFFF\\\&quot;&gt;&amp;#x3BB;&lt;/mi&gt;&lt;msup&gt;&lt;mrow mathcolor=\\\&quot;#FFFFFF\\\&quot;&gt;&lt;mo&gt;(&lt;/mo&gt;&lt;mo&gt;&amp;#x2225;&lt;/mo&gt;&lt;mi&gt;w&lt;/mi&gt;&lt;mo&gt;&amp;#x2225;&lt;/mo&gt;&lt;mo&gt;)&lt;/mo&gt;&lt;/mrow&gt;&lt;mn mathcolor=\\\&quot;#FFFFFF\\\&quot;&gt;2&lt;/mn&gt;&lt;/msup&gt;&lt;mo mathcolor=\\\&quot;#FFFFFF\\\&quot;&gt;=&lt;/mo&gt;&lt;mn mathcolor=\\\&quot;#FFFFFF\\\&quot;&gt;0&lt;/mn&gt;&lt;/math&gt;\&quot;,\&quot;base64Image\&quot;:\&quot;iVBORw0KGgoAAAANSUhEUgAABGIAAAE6CAYAAABd1vSiAAAACXBIWXMAAA7EAAAOxAGVKw4bAAAABGJhU0UAAADBLEdguAAAN1VJREFUeNrt3S90E0/bAOxXVFRUVCAqKioqKioQFRWICgSiAoFAVCAQiIoKBALRcxCIigoEAlFRgUAgEBWICkQFAoFAICoqKhAIBKJiv93vG54vT56kmdkku7PJdZ2z57zv86PJ5J6dyc6d+fN//8fMKIpirbx2yutxeR2U12HP9aK8npTXg/LaLq9lEQMAAACIVBTFZkiyXJTXnyLdl/I6rpI3ogkAAADQpyiKpfJ6Xl4/isn6GV73jigDAAAAc68oiofldV1M102YJbMk4gAAAMDcCkuRbm5JolyW1+fyOi2vk3B9Kq/zGgmcn5YsAQAAAHOtKIqPPUmX92ED3o2YzXfLf7NeXk/D391EJmSqPWgWRB4AAACYO+FkpI1xkyPhdd5FJmROJGMAAAAAxhSOso5ZtnQiWgAAAABjqk5KKq/vEcmYF6IFAAAAMKaiKFbDvjOjTlTaEi0AAACAMRVFca+8/oxIxvywXwwAAADABIRTkkZ5KVIAAAAAYyqKYqm8rkYkYn5X/060AAAAAMZUFMV+xKyYQ5ECAAAAGFNRFIth1sttftkrBgAAAGACiqJ4GzEr5pFIAQAAAIypKIrtiETMmUgBAAAATEBRFJcjEjE35XVHpAAAAADGVBTFccSsmKciBQAAADCmoigeRCRiTkQKAAAAYExFUSyH5Ue3uXJ6EgAAAMAEhETLKGsiBQAAADCmoijOIxIxeyIFAAAAMKaiKN5FJGJeixQAAADAmIqiOIxIxHwWKQAAAIAxFUXxLCIRcylSAAAAAGOq9n+JSMTcODkJAAAAYExFUewUcdZECwAAAGAMCYmYu6IFAAAAMIaERMx90QIAAAAYQ0Ii5oloAQAAAIyhmukiEQMAAAAwQFEUi+W1XV6Py+t5eb0ur5Oe6215vSyv3fLaiHi9vchEzIHoAwAAADMtJF4ehgTLRThKOsVlSNbcGfL6+5Gvc6g2AAAAgJlUFMVWeR2X13UxGVUC57C8Fvre55VEDAAAADCXwua5Z8X0fCuvzZ73eycRAwAAAMyVoihWyutTjcTKZUjcHIUZL9V1Wl6/b/mbapbNenjfLxIxAAAAwFyolgqV14sRiZN+VyHhslntITPkdZfDv/k75DV+ltdSSORIxAAAAACzLcyC+ZKQgPkVNtddSHiPu+HvBnmTsPnvoRoDAAAAOilsxvsrIQlTHU29PMZ7/R1zb5l9tQYAAAB0TlEUewmJkWrGyrMJvOf+mImYJ2oOAAAA6JQqoZGwHKj6d7sTet+FsLdMXXtqDwAAAOiMMCslNglTbd67PeH3fz1GIua+GgQAAAA6IXEmTOXBFMpwf4xEzIZaBAAAALJXFMW9xM1yX0ypHMuJyaBey2oSAAAAyFpRFGuJe7O8TzmeukZ56uwTc6MmAQAAgKwVRbFUXt8TEh7Vv12acpm+1kjEXKpNAAAAIGtFUXxImXVSXncbKNN5jUTMhdoEAAAAslVttpu4H8urhspVJxFzokYBAACALBVFsVJe1wmJjh/ltdhQ2eokYl6qVQAAACBLRVG8SUx07DVYtu81EjEP1CoAAACQnaIothKXJH2Z5ilJA8p3WSMRs6FmAQAAgOyExEqK7YbLd5NYvt9NJooAAAAAohRF8TAxyXHWcPlWnJgEAAAAzISiKL4mJjl2Gi7fTo1EzGs1CwAAAGSlWmKU+0yT8j2f1UjE7KldAAAAICtFUbxNTHA8baGMRzUSMatqFwAAAMhGURTLYVPbWH+qv2mhnOeJSZjvahcAAADISjW7JTHBcdJCGRcTk0WVY7ULAAAAZKUoio+JCY57LZRxo8aypF21CwAAAGSjxkyT6/JaaKGcqbN2fpXXkhoGAAAAslEUxf3EBMe7lsr5IbGc79UuAAAAkJUaJxE9aqGMC2GD4BSP1S4AAACQlaIozhITHG2clnQvsYx/qyVXahcAAADISlEUVwkJjp8tlfHYsiQAAACg04qiWElMcJy2VM5ry5IAAACATqux5OeghTLeTSzjb8uSAAAAgOwURfEwMcnxoIUyvkks41s1CwAAAGSnKIoniUmOjYbLV52W9CuxjGtqFgAAAMhOURQvEhIcN1VipOHyPU5MwnxSqwAAAECWiqI4TEhyXLVQvvPERMyOWgUAAACylJiIuWi4bDuJSZivahQAAADIVmIi5rzhsn1ITMQ8VKMAAABAtoqi2E9IdHxssFyb5fU3oWyf1SYAAACQtaIo9hKSHScNlus092O1AQAAAJIk7sNy0lCZNsMJTdnN1AEAAACorSiK1QwTMWcJZaqWL62qSQAAAKATEvZiOW2gLA8SZ8O8UIMAAABAZ1SnIeVwalL5+kvldZVyilN5LahBAAAAoDOKongVmfj4PuVyHCckYf6U17raAwAAADolYcPemymWYTtxSdIjNQcAAAB0UlEUl5EJkLUpvPdyef1MSMK8UmMAADCzY5PqFNWH5XVQXkfVoSE9V/X/vwz/3Qx5oNOd3evIJMjTCb/vQuIpSW/tCwMAADM1FqnGBPdDouVXkab6Qfld9fciCXSt81sN+66M8mnC7/smoZM9lYQBAICZGoc8qfaiLCajmmX/UFSBLnWCRxGdW3XU9eqE3i9lc95jSRgAAJiZscfd8vpaTMf5NLZUAJhGZ7gSOSvmzZjvsxCmD8Y6UDsAADAz446n4QfeafrjgA+gK53ik8iObbfm61dLoL5Fvsd1ed1TKwAAMDPjjZdFs56JOtCFzvFDzFHWKcmY8t8ultfz8vod2WF+LK87agMAAGZmnPG8aMee6AO5d5BLCes134X1nQtDXmu9Om46zG6JnQVjCiEAAMzWGGM3/Jjbhup9N9UCkHtHuVxenxM6t+swi+UknG50npB8+beG87BKAok+AADM1Njitr0o/4Zxx7Py2qr+bd/f3imv7fDf34+xt8xXh38AXegwF8Px0tPMXP8KpzWtijgAAMzkuOLTkFkqb1LHAWGM8jQcVZ3qudoAutJxVkuPvkzhSLlHstIAADDTY4nHA8YCl9UslzFfd6HGj8bVj8DLagXoUie6EWav/KgxS+ZH2E9mz+wXAACYmzFE/4mpV5McD4RTX1PGJvtqBehqh1rtIXMvJFZehP1d/l0vwv++EzbrNesFAADmb8zwsC8J8nsam+aWr3mQMjNfzQAAAAAzJ2xH0OvJFN/rbcIJSpYnAQAAALMj7DPZ68OU3281YYnSfTUEAAAAzIywt+Q/1dHVaw2851unJwEAAABzpyiK7z2Jj6OG3vNuZCLmtRoCAGCSD6GHI64nE3y/Ue91qFbQHrVH5u7eX+tJevwtr5UG3/t7RCLmRC0BADCpB9AnTZ4YEfOzo1pBe9Qembt7f6/ntjts+L3fScQAgIeR++X1vry+lddlOEHguR37o+O3Ul67ImHgB9qj9jiBGFXHKW+4O6ce56M2ZsOE934uEUMH2shCdZR79Ywb7tnj6r7suaqE4ot/fVb170UNIK6D3SmvH7c8BFyV15ZI3RrDZ+X1O1x3RMTAD7RH7XGM+GyE75O/YeBjYDO9WP87tvp9C++9G9EUjtQSLdyb1Y+L++X1MWxgnaL6959CcmZNNAEGd7QvI49QrDrVuyL2P/FbL68LJxwY+IH2qD1OITnwT/U9s+5OnVq8N9sYMIYfwkZ5qoZo8J6skoNnIQk8CTdh1owfdAH6kjApqlkzSyL3n/g9H/ArQTU9c1F0DPxAe9Qex4jPanl97QtJNTA6MDtmpuo5JhGzLVI0dC9eFNN1YoYMoMMtikeRM2EKsz0GPiCfDYjNKw/IBn6gPWqPE4rRYnmdDgjNJ0tg5yoR4wcwpnkPLpfXh4j78Lo6Sj3csys9f3+nShaGZUg/ImfYm+UFzHUi4VfNbPaveZ7xEb6ArgdMuzxwZxn4gfaoPU6hbl4O2bttU3Q6X7ej9oj5IkpM+f77FZE4eRGbEAwb9v6M6OLfSTIC89jxfhhzauHjOYzZQliKdDNgqriTkgz8QHvUHqdZP08H7NlQfR89Ep2Zbnf7osSU7r39iJnx3+skfMMz83FEN/+t6ZPKANrseHeL8X2cs5gthangxYAkzAN3lYEfaI/aYwN1dH/I6SUvRKezdTrq+OpVUWIK991RRBLm27hLICP3oryybwwwL53v9yEdYZVU+BI63lGd8995mU4YlnF9k4Qx8APtUXvMJBkz6Dv6tT3KOlmfJ7c0ga8ixJSSMDH7waw0+H7fLVMC5uEBblBC4b/Wfobkw/GIhMy9OYjX3QH7wUjCGPiB9qg9tllXD4YcLXsqGdO5ury6pQlYdsak77eY5UgTf8avZtJHvOdnp44Cs9wBfxwwHXDjln9/25TCFzMeq+1bNjB77G4y8APtUXtssb52hwyoTiRjOlOHa7cMin+oRxrqM/odTuG9V4Ysq+x3pKaAWeyAV/s64OuYNZlhudIgJzMcq/tDfm2svHQ3GfiB9qg9ZlBnT4eE7pNfljtRf89uuf2fiBATvNc2I09LvZpW33FLf9XP0dbAzHXCL/uW1mxH/t3OtB/IO5SEeeNOMvAD7VF7zPS7vdcHMyqyr7vPQ+rup7pjgvfZUphhFWNvymX5HlGGaubMupoDZqkj7u2EDxL/9uegrPmMJmH+WLtq4Afao/bYobr7MCSEr0Un2zpbueVHn10RYoL32lFkEuZy2gnAat+jyLKcS0YCs9IJr/fuwp/auYXTGGb6ITlszPvnlrXay+4kAz/QHrXHDOtuacgPJqb551tnQ2cyiQ4TvM+2bkn49TtoqEzfc5idA9BUR/y8p2PbrvH3D4d0kgszEp/VW04uqPbV2XQXGfiB9qg9Zlx/67f8mPBQhLKqq4Uw+2DQkoxVEWKC99rXyKTH36aOj64SPpFlunakNTALHfG/DXc/j/GAN8jqDMRm9ZZfEmf+dCgDPwM/0B5npg6fDwnlr5jN+WmsnoZtWvpcdJjgfbZXxPvY8HP3TWS5LK8EOt0RL/d0ePfHeJ1Bv7StdTw2i+V1dssXwBdrVA38QHvUHjtUj8NOOvzq+yyb545Bs2E+qh8meJ8tjPiRsdVlQLf0U4Nm6pglBnS2M94KX/oX43zJD9lxveuJmKMRu7br/A38QHvUHrtUj7ctUXLyX/v1czDkyOAV0WGC99mjhCTM36b3QUxYnlR5pUaBee/Uz2cpERMx6Him1g38QHvUHjtYl69uCet9EWqtXu6EZWLqhDae2Yf53EL51hPK99teMcC8d+qfZyURU5X7ll8MK99METbwA+1Re+xoXS4NWf7yb/aFQU079XLmRx8auM/uJuzBUtlvqZw/Esp4oGaBee7YT2YoETNqbeqOGjfwA+1Re+xwfT6/JbQnIpRF+3orMkzhXntXpFltqZzHCWX8rmaBee7YZyIRE7Eu9VxtG/iB9qg9drw+l8Lxr35waL8uVsLyiv9qS9XGvaLDFNr974QEx1WLZX2cmDDaVsOARExHEzFDHob63VPbBn6gPWqPM1Cnt/3wcG2JUiN1sBAOS+h10fTmqMzN/fYwMbnxocWyriWW1QwyQCKmx2LHPsPZiE7+k5o28APtUXuckTpdCieiDPNalKZeB+8kYWjwfvuQmNx42XJ5k2bv2L8RkIjp4ENydSpBRCdvNoyBH2iP2uMs1evpiGNrV0VparF/5phqGrzfFoacypXtnogRP5BaUgkwA4mYrzLtBn4GfqA9zlm93jfdv5W4b/edzlidYrUuMkzxntsq0t1puczHieU1iw+Yyw7+rKsPyWVR9yI692O1bOCnVtAetccZq9fqV/KfI0K9JVITjflm35KL35IwNHDfvUhMalx35Hun16WaBuaxgz/v6wx/z9BDqGVJBn4GfmiP2uOs1u0r+6M1FuvVMPulNwkj0UUT996nxKTGRQZl3qkxi8dySmDuEzGXHSl3zPF4liUZ+Bn4oT1qj7Nat9sR4ZYsGD/Oy+X1rSemf8SVBu+/68SExrsMyrxSIxHzWG0D89bB/+xoIuaiC19GBn4GfqA9ao9TqtuYTTw/itRYMV7se96oNkLeFRkauv82ayQ0nmdS9j+J5X6jxoF56+Qvc5vSGFHm7chO3cOSgZ+BH9qj9jjL9TvqWFsnKI2XhOmdNXxTXg9Ehgbvwac1EjGPMin7j64tqQJouqO8mdYD+RTLfBLRoVcPn4tq2MDPwC8pluvl9TBshL2cSXk2Ghpw3Qufu1r2uKY9ao8dqd9Dm9ZPrU/o35vjicjQ8H34pkYiZjuTsqceYX2txoF56uCXBnSEZ5mXeTkkWUaxSaGBn4Hf6NhVG1DultdR3x4IlZOWy7bV09Y3pvQeC2HD09+D7tFZmFWnPc58G46ZIVrtMbEkWklxPe2L4TNRIYP7sDOb3lbbA9Qo+4paB+alg78/oBM8zbzMzyI78yM1bOBn4PdfcbpTTasvr4PwcPdjwIy4om9DyoWWylr9Gv21pyw7U3qfmNMoDrRH7THj+l0Y0Y7N5hh/APlaVGjpXvxaI5mxkEnZD2uU/aFaB+ahc18asn7zOPNyn+vMDfwM/G6Nx7/lRc/L6215fYnY0HOY+5k8wD2ewnvsJsRhV3vUHjOu42/2X5hYLI/6NxB1+iIt3o+pG97+zqjsz2s8c+yrdWAeOvdhG/wdZlzm1chf/opZ2uPBwM/ALzEel8XkvGopkfRn2g9nIUkV67KrgzHtcS7a/HHkfbwuWrfGsT8BfNJkuw/LJHfUBD3PvKkuMyr/kxrlf6vmgVnv3G/bhf1ZxuWOXZZkwy8Dv3lOxByFAUTv9almguZjC+X/3ERCqMb69T3tUXvMtI73c02sdiiG/c8XHxtOwuzlsDcXWd2TWzW+sy8yKv9ujfLb3xGY6Y59Y8RUx72Myx67LOmzmjbwM/Ab+mCXcqTkz4bLNyxJfNLSfdrrnfaoPWZax/dmfWZXA22kd7btWcNJmJWe5aM7aoRwXzyukcg4z6j892qU/6uaB2a1U682wPye454QEWVfSFgr+0ZtG/gZ+A2N11riuvOVhspVDUaumvqVLJzAlhKHz9qj9phpHS8n3MdbIvZfsXvYl4T52uQJU+HZ5iK89zeJMnrujf0aiYyPGZV/vUb5zWgHZrZTf9vVh7TEKZqOmTTwM/C7PWbHCe1pp6EynTY93TpxM8Fz7VF7zLief0fexy9E6z8xq06O/NvbzzR9zHdfX/y8ofd8FGZHuepf2w3UU51Th04yal919rjx/QDM5APHg8iNbtcyLf9BQj/+QI0b+PlivzVmdxPa0/MM+qfLKb73x8g4fNAetceM6zl26a6p///3n2UTvcmrasnmnQbff7Fvn6oqIbScUZ9Ayz9QJG4on10iJvb7YIAlPRQwSw8cqwnH1y5l+hk+JHTiG2rdwM/Ab2TcYveKeTvlcixFlOVmygOis1k9zUF7nJv2fBrZnm/mfaATEtG/+pIwqw2991qY6dC/DPN9Zn0C7SdiTuY0EbOmRwdm5YGjWn/8JfYBLePP8SuhE19U8wZ+Bn4j4/Ymsj19m3I5jiLLsTzFMiyGk6WcmqQ9drU9v85tuWGmcdoc8Dzxu4GlLNcjZv3tZNYn0H4i5mONcr3KrL3d1PgM63p0YFYeOl4ldH5XmX6GlHWmN2rdwM/Ab6IP47+mtYFkWB5wk8PDWZiZc9tm5qvao/aYcT0/S/iePJzTGG2EpEhufmTa99NuIua8RrkOM2tzVzU+wz09OjALDx33E7PRPzL9HDtdTyYZ4Bv4ZVhPKfvErE7h/XtPC8nlwXdzSJ95qT1qj5nX815CW/o0h/FZTliO2bTnGfYJSMRM4jNc5hhbgGl3fnfCVNgUXzL9LC8SPsM3tW/gZ+AXHbu/ke1qewrvnXo05+OGYvJ1wHu/1h61x8zrOeUHix9zFpvlIe06B41t0isRIxEjEQPQTOf3qUbn9zHTz5Kyc/y52jfwM/CLjt23yHZ1MOH3XU9IAv2z31BMBj383tUetcfM63krsT0tz0lcFhNn3jXtQ6Z9AhIxEjEANTq+g5pfLCeZfp7PCZ/hvTvAwM/ALzp2J5Ht6vWE37f3FLTY5QKvGorJty7MFNQe6Yv7WuL3/dacJGE+ZT6gvy8RIxEjESMRA8zGg8dWjV+as55+X5brZ8JneOcuMPAz8IuO3cum95Solhj1vG61H8tG5F5W7xqIx+KAsjzSHrXHDtTzUuL3/ZM5iEnuSZjq2WahpXtlzTXWtdhAPUnENPGFBHhom+CXa+yvy9Usk/49ZF5m+rlSEkuv3AkGfvqQ6NjtRrarrxN6v/69q44THtZOG4jHvb73vG7igVt7ZEKxT9mc/+UcxCN3++5aJpxInIVEzL156gRAImZ2Ou3YZQZ/Qka//6HtaYafaaXLX0ISMQZ+mdfVZmS7uppCH/W7CPtUFHF71Zw3EI+XszZQ0h7nqj2nHBX7VsRgJp7pZy0Rsy4RAxIxXeuwHyeE9Fnx/x0dm/1U5SJ93btEjIGfPiQ+dinLGZbHfK/+U12e9fy3s4j3/zHlWCz2zdbp/GwY7XHu2nPKoOdMxGDmEjFHmX2GXzU+w5pEDEjEdKmzXk/o7M5CEmZ1wH/bzfCz3Uu8XQ7cEQZ++pCpPChtjJnk6F02WR0lu9Dz32NORvvVcDL7pfaoPc5wIuaLiEHW7fmoxpDpJLPPUMdi2wUAPLTF9jFVUiX2VKE//wZTQxIcOxl+vp3E2+WJu8LATx+SFL/Yo13vj/Eeh32vtTXivw+zMKUYVP3o9573uZyF2TDa49y15R8J35WXIgZZt+eXNYZMXU/E3OSQCQI8tNUd4Nxmv+fv7g/47+sZfr7HibeLRIyBnz4kLX7vItvW05qvX+1Dc3Pbg2LVNzU+Zfm/3//ZrPYj2uNcteXzhO/KKxGDrNvzXpcTMUX6SW76JaBTnfRWEX9KwnlEB7/S0UGERIyBn4Ff/fjF/ur2qsZrL4RlSL2z8lYH/LvYhOvWFD7/cvHfe8OcFy0cKas90nAi5kbEIOv2fK9GIuNTRuVfq1F+SyaBTnTQ1eDhZ2TH9rd/tsuQX6AXMvycEjEGfgZ+062vp5Ft690EXvv5kH+3HVmGB1P4/EfTTvZoj9pjhokY9QB5t+fVGomM84zKv12j/B/VPNCFDvo0oWN7OuDvXze5EaZEjESMgV+29fV4Gr+0hYfIPz1/X+1fsTTk36610b7Dsqm/Pa9/qj1qjxIxQAbteSFh1vs/FxmVf6dGIuaNmgdmZeBUORs006X432PxLjP9rBIxBn4GftOtr3vTeMAr/vdI6ke3/NvYteQvJ/zZezcqrpYn3dEetUeJGCCTNv0z8Rn4MqOy19nj5rlaB3LulKtfjn9Hdmi/h23AW03/6/u3PyViMPCby/qKnf58lfCa/cnij6OWPvbNTBnmeIKfu3955q72qD1KxAAZtemzxGfgPxmV/VmNRMxjtQ7k2iEvJBw1+1+nJEU8sH3J9DM/lIgx8DPwm3q/MrGBW5jdctW3R9VGxN/FHL17OqHP3J/QPtUetUeJGCCzNv22RjJjIZOyH9Yo+4ZaB3LtkF8ldGafb+uMBwx6zjP9zKlrTPfdKQZ+BhzJMbyObF93Il6r/8HxcIKDyPMJfNbFvpOcfs3ikiTtUSJmhF8iBjPRf/dbz6TsbxLLXf1os6jWgRw74/sJm3b9HtUR922iWfmQ6edO3XX90N1i4GfglxzD2HXomxHttbefuqxOeIssw/uI9/8xgc96PGozc+1Re5yDRMyliEH2bbrOyUP3Min7p8Ryf1XjQI4d8Z2EX6yjNrsa8DcnmX72NYkYAz8Dv6nX2efI9nX/lteoljh9q7vee8Ax0oNcj/k5+xPap9qj9jiniZjvIgbZt+mlyP3TsttnpepjEsv9Xo0DOXbE7xM6ss8Rm2IO2pzzXcZfQhIxBn4GftOts9Nx92CqZpb013HKWvXqRKRprn8fkNCu/u8V7VF7nKG6Tjlh5VzEoBPt+mvic/CLTMr9x9YCQNc74P2ETqz6pXct4jUHzTJ5lXEMfifE4K27xsDPwC85hkeR7evpkL9fCXut9PZFm4lliD3qcq3mZ+w/feKh9qg9zlhdXyZ8V34QMehEuz5NTGicZFDmlRpLqjbVNpBT57uZmFE+iHzde12aSZI4vfHEnWPgZ+CXHMPY2SiHQ/6+f0nEUY0yxG7MvV3jtQ/mNWGrPUrETPsoeDp3n9wNJ9q46l9rDdbX08SExkUG91jqQRvXuZz2BPDvZI+UBMS32E5sSAeZcyLmzK98Bn4Gflk86L0e8LeP+v5NdXT1Us3BQYxHNV63d439jzrl0x61xw7U9c2kf7hhbvsEbrfTYH2l7pV43cF7zLM7kNUX5VFCB1YNMu4mvPagJQDPMo7F2y79EuDeNfDrYJ3FLgs67fu7QRuJ79Ysw+o4y6OGvOZS374Z1UB1S3vUHme0rlM8EjHf0eSfiAl1dpFYvtWW77HjxPI+0zKBXL4kHyb+svU88fUPUjbhzCAezxzJaeBn4DfVOoudRnze93enkzp+MswCjOn3Xia85od538xbe5ybek7dk2Fb1HxH05lEzGFi+XZbvsdSTnCrvveXtUwghy/I1b5NL2OWJC0mvserjiVi7ifE44+7yMDPwG9qiZgvPX+zPSBxcnfMclxFlOFNzfvwbB7XoGuPc1PPqcsXFkXNdzSdScRsJv5Ae9jyPZZy5PaZVgnk8gWZkkX+W2eX8fJv3nUsEbOU+AUks27gZ+CXFsONlBlnVUJjwB5WHydQjph9sT5GvM7dvo3Or9ueqq09ao9Trud7XdpDAokYiZipfD/+86nF+2szMZZPtEoghy/H54md14ua7/O+ax1hteQhIS533U0GfgZ+STFcS0zEvOmfiTaJREeVZBn33qkSscX/nh7zQHvUHme8nncTviM/ipjvaDqXiHnVhWRr4v1VPTssaZVA21+M24mzPr7WnVo8ZNZN7omYlM2Ld91RBn4GfkkxjN0o92+YbXJTd9+WEeV4F1GGHyNe4/M0yqY9ao+Z1/P+tPaVQyKGLBIxG4njhM2W7q+ThDI6LQlo/UtxacAvuKPcG+P9BiVinmYeo0cJsdl3Vxn4GfglxXAhcV+qXr8mtRywfJ3XEe//O+HvP8zjvjDa41zW8+uENrwlYvoEupWIueX5fZiXLZUxZZ/L+1ok0PaX4kniF8CrMd/v5yQ29gpr0qsE0kUDMVpJ+CXgyF1l4GfgN/k4TjvxWS23jHzPpQF/+6A/YVMtuVKv2uOc1PP7hKUACyI21/fKvfDc6ap/bbRUd48TvpsvWijfdkL5vuuLgLa/EJ8mDnqST0ka8J6Xk0julH/ztsn15uX7fLH+3cDPwG9q9fanRhJmog9SCTPfNvr+br3vV7gqaet4Xu1xnur5IrLtfBYt6Gw7Xwybz8dabbh8xzbpBbrSoW6EX21j3YyzJKnnfQdNGzyt8WXwq8n15tWsnZQNRTHwM/BLiuNljUTMwwmXIfYY7Z2ev1kYMAg9UKPa45zVc+xxsS9FCzrd1lMO9jhouGxXsZsJj/ujMsA4ndVC4klAE0t4DHntL4mv8azp9eYJR+LdFI6wNvAz8EuN4882Z8OEMsQeo73b8zf9Jzi9UZva45zV8UpCu3WqIHS7vS8n/Ih70WC5tpsezwDU7bAOEwc9F5Ma9Ix71F3fbJjrJtd4Jvxqv+MuM/Az8EuK45fEPml3CmWI3TT4Wfj3ryd1mpz2qD12uI5jZ5KZLQqz0eZTjrJea6hMbyPLc1U4shposQN9kHgEXTXleL2BB+XVyL8/aOvouYQElpOTDPwM/NLimHIaw/kUyxGzxOJV+PXtpm9z3g01qT3OYR3HHl19LFowE21+KWEZ0HED5bmTsM/cEzUItNV5riR0nrVPNKr5oPw04m/v9E2JfNhw/GKXLtiw18DPwC8tjh9yOP42ctbbF5vzao/8J+anliXB3LX7Rwk/5q5MuSyxM3S+OSkJaLPjPEtMwkx8qv04a0nLf/Op7xjMxRZiGPPL/Xd3m4GfgV9SHE8i+6T3Uy7HtxqbBh+qQe1xjus4ps38FCmYubYfe2z90RTLsBK5Z83fpvaUBBjUWR0kDi5upjHVfsipSSP3fRiQ8T5tKY57OR7bh4HfnCRi7k65HB8S+8kPfmHTHue4flcilzofihbMXPtfitxo/2aSWxzUTAY9VWNAW53lVsLxklN9cCpf98eII+XuRiRhWtsQN2zo+cs6VAM/A7+J1ttxRChPGyjHu4Q+8pvNebXHOa/fB5G/RPthAmazD1iP3J/lopj8SYexe16e+MEEaKuTjM1Y9++BsDil8nyKyJyfhiOqnw85TeVryzGNWY/6wd1n4GfgFx3Hw4h+Ya2BcryM7COrqdCbak57nPP6jfkufC9SMNP9wP3IH3uPJ/ieq5F7Xn7xgwnQZgf5psaSpM0pludVMb6HLcd0JeIXgN8y8AZ+Bn7RcXzR1hrzGvdP632Q9qg9ZlK/3yNCvi5SMPN9wW7k7JT9CbzXcmTfU81avaN2gLY6xr0aSY6XDXTW47jIIcFRDQwjyrrjLjTwUytj11u1FHC5oXI8jKjS52pMe1S3/++ShNaOmgey6xN2ImepvKz7HB/6nZ+RM2EkYYBWH5J+JyY5fk57Cl84gvpvzSRMNsfEVrOGIrL/79yJBn5qZex622+wHPesNdceiYp1zAEATimB+eoXViNPFz1LmS0X9mc8iNyP5m21LYPaANrqCBfCzJEskxw1jtH+53VmcR61wWgrR2wb+Bn4dbDe7t8ytXihwXKsW2uuPRIV61FLA+wNA/M7BjmK+LHyJmyQvz3sez7sc/k0chZMNXv2sRoA2u4EX9ZIchw2WL57Ncr3MbdfoiP3itl1Rxr4MTKOO0Me0u42XI7lIdV46eQX7ZH/xHm7reNqgc70E5sJPwpfh5k0p2Hm6YfqYI7IGfR/w9+siDrQdsd3P3LDrF7fm9qDoaecHxLK9znXaYYRe8VYI2/gx+g4rk/zhIXEsvwZsPH2XbWkPfKfOI86BOCNKAGhv9gNz/GTVn03v/YjCUB6x7wYmSl/k/Naz7DnzbV18gZ+Bn5j9wc3fcnhpZbK8q3vl/0dNaQ98l/febfNBL2ySSYwoO+oZsgchhmmdf0J2xscNP0DMsCsdcoLIZv9Z0BH+7Erv0KH9au3+aS2DfwYGcuLninKay2W413PdGdLC7VH/jvGh452B8bsR5bCTJmX4Tv3PPwIctlzfQtjgWrm+X5YwmyfNoAJd8jVr+FboZPd7OKpJGEjT7NiDPwM/OrHslqe9KLtdd5h76eqHBtqRXvkv+K7POI0Rhv0AgDQ+CDytunaZ6Jk4Afao/bY4fp8NWJJkr0aAABo/CF1f8QYYEeUDPxAe9QeO1iXmyNOMHkgSgAAtPWwetvO8N+sbzXwA+1Re+xgXX66JaxHIgQAQJsPqysjTlF6JUoGfqA9ao8dqsdnt9VfF/d1AwBg9h5ad/uO4i36jsO9K0oGfqA9ao8dqMPb9j9zVDUAAFk9vB5bomTgZ+CH9qg9drwOh50IWJ2etClCAADk9gD7/pbxwGsRMvAD7VF7zLj+hp2SVG3auy1CAADk+BC7FGa/DPNYlAz8QHvUHjOsu8e3LLHdEyEAAHJ+mF0tr5+3/Kq4JUoGfqA9ao8Z1dvWLfvC+AEBAIBOPNRultevIQ+11QlLq6Jk4Afao/aYQZ2thE14B3kmQgAAdOnh9rZkTLV8aUmUDPxAe9QeW6yvKgnzdchpf09FCACALj7k3r0lGfOhvBZEycAPtEftsYW6Wi6v70OW0O6KEAAAXX7YXS+vyyFjhBPJGAM/0B61x4braWnITJjfTkcCAGBWHnpXh/zyWHkjQgZ+oD1qjw3V0WJ5nQ0IVbXJ/LoIAQAwSw+/1TTwiyFjhUMRMvAD7VF7bOB76POgOimvOyIEAMAsPgQvlNfRkPHCkWVKBn6gPWqPU6qb5SHLkd767gEAYB4eiPfCWvx+n52mZOAH2qP2OOF6WR+QhPlTXo9FBwCAeXowXhuyVOnCFHEDP9AetccJxWhrwOl9X+wHAwDAvD4gV0uVXoVfJntVG/uuipCBH2iP2uMY8dkdMPvylaVIAAAYvBTFxoANFPdExsAPtEftcYz4nPWdiuRoagAAGDCIuS6vU79YGviB9qg9jhmfu2FGzHP7jwEAwPAH5+pki0WRMPAD7VF7nMR3ijsTAPL+sl4KO+tXa4oPqw3eRAXIvN96VF6XI673E3y/Ue91qVbQHrVHAID+B5fFsIv+w5BwOQ3HGv7t+yHpVLQAAACA/whHwO6U1+PyOgiJhX/XizBN9kG1Qdm8Tc8sP+9K+OxPwi75n8rr24CEyzAH7jAAAACYY0VRbIYky8WAI19jfCmv4yp5M2NxqZItb0Ky5eeA4wrruOuOAwAAgDkT9i6pdnz/UUzWz/C6d2YgRpcTjs2VU1sAAABgzoR9TK6L6boJs2SWOhynLwlLjmLYHwYAAADmTViKdHNLwqCaCfI5bDh7Eq5qec55jQTOz1lYshRmEFV759wrr70Qm9Qkzb67DwAAAOZQURQfe5Iu78N+KBsxm++G45ifhr+7iUxCHM7aspzy8zxLTMSsuvMAAABgDoXZHRvjJkfC67yLTMiczFIyJsQv1qW7DgAAAJiIcJR1zLKlkxn6zGsJiZj37hIAAABgYqqTksrre0RS4sWMfN6thETME3cIAAAAMFHVPigRxz5Xy5i2ZuCzpuwRs+LuAAAAACYunCz0Z0Ri4kfX94spy//G/jAAAABA68IpSaO87Phn/BGZiHnjjgAAAACmpiiKpfK6GpGg+F39u45+vpWEZUmP3REAAADAVBVFsR+RpDjs6GfbjUzC/C2vZXcDAAAAMFVFUSyGWS+3+dXFvWLKMh9FJmIu3AkAAABAI4qieBuRrHjUwc/1NTIR88JdAAAAADSiKIrtiGTFWcc+01o4gjvGPXcBAAAA0Jjq+OYRyYoqqXGnQ5/nWWQS5nfXj+gGAAAAOqYoiuOIpMXTDn2e08hEzEe1DwAAADSqKIoHEUmLkw59nqvIRMy+2gcAAAAaVR3fHLGnylUXlvGUZVwv4q2rfQAAAKBxkbNI1jrwOZ5GJmG+qXUAAACgFUVRnEckL/Zm5HNUjtQ6AAAA0IqiKN5FJC9eZ/4Zlsrrb2Qi5oFaBwAAAFpRFMVhRPLic+af4X5kEqbaD2dRrQMAAACtKIriWUQC4zLzz3AYmYg5V+MAAABAa6r9XyJnkixk/Bli94d5ocYBAACA1hRFsROZxFjLtPyrEUdw/7OpxgEAAIDWJCRi7mZa/ieR5f+d86weAAAAYA4kJGLuZ1r+k8jyn6htAAAAoFUJiZgnmZb/MrL8j9U2AAAA0KqEo5+fZFj2tSLeygTebz3Eay8siaqu3fLaKq9ldxMAAADMmHLAv1he29UMj/J6Xl6vw/Kcf9fb8noZEgQbEa+3F5nIOMgwFs8iy/695utvVCctlddZ2GNmlJ/l9SrX/XQAAACA0cmAKvHyMCRYLhJOCPrnMiRr7gx5/f3I1znMMDaxx1a/TnzdnfDaf4v6vua6rw4AAADwv8mAarnLcXldF5NRJXAO+08OCjM4OpeICQmqv5PcaLiayRISKJP0rryW3NEAAACQoTAb46yYnm/ltdnzfu86mojZSUhALUW83qsxZ8CMivkddzcAAADkk1hYKa9PNQb5lyFxcxRmvFTX6Yg9TapZNuvhfb90NBFzGFnusxGvs5wQg2LMpUqL7nQAAABoN6GwEDaE/Z0wqL8KiYjNYYP7kGA4vGWWR7Wx7FLC8c+HmcUtdn+Y57e8xt0Qy6Z86F8aBgAAADSXTFhJnI3xK2yuu5DwHnfD3w3yJmHz38OM4raaUO67Q15j+5a4/A1Jk+fhdKqdcO2FmUffx0jGPHHnAwAAQPPJhK1bEgGDVEdTL4/xXuPuf7KfUeyexCauhvz93SEzkKrZQQdVgiyiDA9rzqa5snkvAAAANJtI2EtIjFQzP55N4D33x0zEPMkofiexyasBf7s6IIHyNyzjWkosRzWj6YdZMQAAAJCpMJvjJiEJszuh910Ycz+UvYxiGLuvzdO+v1sJe+P0qhIpG2OUZaXGEePftAQAAACYfgJhPyEJUy2d2Z7w+78eIxFzP5MYriUksZZ7/m5xwAa/n+ou9+or0+Ma8XScNQAAAEwxgZAyE6byYApluD9GImYjkzi+iCzvRd/f9S9nej+pE4xCkid1ttGuVgEAAADTSR7cS9ws98WUyrGcmAzqtZxJLGOPrX7d8zcP+/7bx0kfI11jttErLQMAAAAmnzhYS5wt8X7SSYK+8tTZJ+Ymk1guJiS0tnvi33tC0tfqdaZQtoeJMT3ROgAAAGCyg/Ol8vqeMDj/Pu2jjUMiItVlJvHciSzvn5C0qTYo/tx3dPSdKZVtNTGmZ1oIAAAATHZw/iFl1kl53W2gTOc1EjEXmcTzMLK8n8K/f9lkfBOXfZ1rIQAAADC5QfmDxIH5q4bKVScRc5JJTC8iy/u8SrqEmTH/HDRQvmuJGAAAAGg+YbCSOCj/MY19S4aUrU4i5mUGMV1LKO9GeX3pO6Z6oYEyXkrEAAAAQPNJgzeJiY69Bsv2vUYi5kEGMX0Su59NNful5///1dSJT4mJmA9aCgAAAIw/GN9KXJL0pYnZGjWTBf+ZYZJBXE9iZ5r0nZL0qMEypsyCeqe1AAAAwPiD8S+JSY7thst3k1i+300mim4pd2wC6W//pr0NljHFodYCAAAA4w3EH+Z8hHHYu6ZzJyYl7g/Tm0Bazzi2T7UYAAAAGG8w/jVxML7TcPl2aiQ0XmcQ1xc1yn3YcBnvJZZvS4sBAACA+gPx7dxnmpTv+axGQmMvg9imnvR02dQGvT1lfNK15V4AAADQWeXA+m3uS1PK9zyqkYhZbTmui337vsR40kI5U07K+qTFAAAAQP1B+HLfST2j/Gl6xkYoZ+rMku8ZxDZ1OdXPNmabJC5Le67VAAAAQP1B+NPEZMFJC2VcTEwWVY4ziO1hB2bDLCeeRrWu1QAAAED9gfjHxGTBvRbKuFFjWdJuBrH9kbg3TBuzYfYSyvhNiwEAAID6g/DUmSbXLSULUmft/CqvpZZjm3ps9fOWyvk+oYwHWg0AAADUH4TfT0wWvGupnB8Sy/k+g9imnET0t6V9d1bCnj8xquVLd7QaAAAAqD8QTz2J6FELZVxISBb88ziD2KbMNHnTUhlTjgQ/1WIAAABgvIH4WWKCo41ZG/cSy1jNLlnMILaXCWXebKmMKXvY7GgxAAAAMN5A/CrlaOWWynjcwWVJKZsLf2mpjFsJZTzXWgAAAGC8gfhKYoLjtKVyXndwWdJBQnmftlTG92bDAAAAQHMD8dQlPwctlPFuYhl/Z7Is6TyyvH/aKG/5nuth812zYQAAAKChwfjDxCTHgxbK+CaxjG8ziGvKkeAnLZXxbUJMt7QWAAAAGH8w/iQxybHRcPmq05J+JZZxLYO4bmee3FpPOIXqk5YCAAAAkxmQv0hIGFTLWBYaLt/jxCTMp0zi+ibzZUnvE5Z5rWspAAAAMJkB+WFCkuOqhfKdJyZidjKJ6/fI8n5ooWzbCXvDvNBKAAAAYHKD8pREzEXDZdtJTMJ8zSSmKwmJjr0Wyheb3LpoegYUAAAAzLTERMx5w2X7kJiIeZhJTB8llPlOw2V7lrBkalMLAQAAgMkOzPcTkgYfGyzXZnn9TSjb54xiGrs/zPeGy7WUsPHxE60DAAAAJj8430tIdpw0WK7T3I/VvqXsV5FlftNwuU4iy/VOywAAAIDpDM53ckvEhNkwNznO1Ikse6xHDZbrcWRMq02Gl7UMAAAAmM4AfTXDRMxZQpmq5UurGcVzP7f9Ycr3WQvHUI88Fav6t1oFAAAATHegHrsXy2kDZXmQOBvmRWaxjN1g+Kqh8ixEnpJUJWq2tAYAAACY/mD9PIdTk8JmslcppzjldLxyKP/vyLJ/aqhMMRsHV4mvHS0BAAAAmhmsv8rhlJ/y9Y8TkjDV8crrmcUxZb+d4wbKcxCZhHmoFQAAAEB+CYSbKZZhO3FJ0qMM4/g6ofxPplyW3Yh43uQYRwAAAJh55YD8MjKBsDaF914ur58JSYxXmcbwIuEz3J9iOTYjlkhVM4p23fkAAADQThIhdjbH0wm/70LiKUlvc9oXpudzrCTO6NmYUjnulteviNORbMwLAAAALSYSVsMsiUY3mY3cTPY/pzblmIQJn2OvSLM2hTLsRCRhfuS2tw4AAADMpXKAfhSRQKiOul6d0PulbM57nGsSJnyWt4mJmIUJv/9eRCKtSmQtudMBAAAgj2TCSuSsmDdjvk+1HOldQtLioAOx+5GShZng+y6EU69uRiTPbMoLAAAAGSYUnkTmEnZrvn61BOpb5Htcl9e9jsTtR+KMmOUJvOdGeZ2PeJ/P01gGBQAAAEwuqfAh5ijrlGRM+W8Xy+t5xGk+/3wsrzsditnrxETMwzHea6m8Xo6YvfRr2kdkAwAAAJNJKlQD/a+RCYV34aSehSGvtR6WzlwnzIJ51NGYpRxf/TV1v5awdOxwRDLrJmyAvOJOBgAAgO4kFpbDspYiIYFSzWI5CZvCnickX4owu+Owy5vJhmTMScJnrhI3OyNes1rKtR+O+P47IgFz4kQkAAAA6G5iYTHMrrgppudXOK1pdYbidj8kTm4SklhV4up9SKZ8CEmaq4jXuA4nSq25YwEAAGA2EgvV0qMvE07AVImHRzkfST2BuK2FWT6XE47d35C0eVgly9yhAAAAMJuJhY0we+VHjVkyP8J+MnuzNPslIXZb1THcYbbLzxqJl/OQ1NmRfAEAAIA5E/aQuRcSKy9CkuDf9SL87zths94FERsYv80wq+XJgPhV/9sDS44AAADg//f/ADe5/YWHcy17AAABzXRFWHRNYXRoTUwAPG1hdGggeG1sbnM9Imh0dHA6Ly93d3cudzMub3JnLzE5OTgvTWF0aC9NYXRoTUwiPjxtc3R5bGUgbWF0aHNpemU9IjIycHgiPjxtZnJhYyBtYXRoY29sb3I9IiNGRkZGRkYiPjxtbz4mI3gyMjAyOzwvbW8+PG1yb3c+PG1vPiYjeDIyMDI7PC9tbz48bWk+YjwvbWk+PC9tcm93PjwvbWZyYWM+PG1vIG1hdGhjb2xvcj0iI0ZGRkZGRiI+JiN4MjAwQjs8L21vPjxtaSBtYXRoY29sb3I9IiNGRkZGRkYiPiYjeDNCQjs8L21pPjxtc3VwPjxtcm93IG1hdGhjb2xvcj0iI0ZGRkZGRiI+PG1vPig8L21vPjxtbz4mI3gyMjI1OzwvbW8+PG1pPnc8L21pPjxtbz4mI3gyMjI1OzwvbW8+PG1vPik8L21vPjwvbXJvdz48bW4gbWF0aGNvbG9yPSIjRkZGRkZGIj4yPC9tbj48L21zdXA+PG1vIG1hdGhjb2xvcj0iI0ZGRkZGRiI+PTwvbW8+PG1uIG1hdGhjb2xvcj0iI0ZGRkZGRiI+MDwvbW4+PC9tc3R5bGU+PC9tYXRoPi3cOJcAAAAASUVORK5CYII=\&quot;,\&quot;slideId\&quot;:301,\&quot;accessibleText\&quot;:\&quot;fraction numerator partial differential over denominator partial differential b end fraction ​ lambda left parenthesis parallel to w parallel to right parenthesis squared equals 0\&quot;,\&quot;imageHeight\&quot;:50.24},{\&quot;mathml\&quot;:\&quot;&lt;math style=\\\&quot;font-family:stix;font-size:22px;\\\&quot; xmlns=\\\&quot;http://www.w3.org/1998/Math/MathML\\\&quot;&gt;&lt;msub&gt;&lt;mi mathcolor=\\\&quot;#FFFFFF\\\&quot;&gt;y&lt;/mi&gt;&lt;mi mathcolor=\\\&quot;#FFFFFF\\\&quot;&gt;i&lt;/mi&gt;&lt;/msub&gt;&lt;mo mathcolor=\\\&quot;#FFFFFF\\\&quot;&gt;&amp;#x200B;&lt;/mo&gt;&lt;mo mathcolor=\\\&quot;#FFFFFF\\\&quot;&gt;(&lt;/mo&gt;&lt;mi mathcolor=\\\&quot;#FFFFFF\\\&quot;&gt;w&lt;/mi&gt;&lt;mo mathcolor=\\\&quot;#FFFFFF\\\&quot;&gt;&amp;#x22C5;&lt;/mo&gt;&lt;msub&gt;&lt;mi mathcolor=\\\&quot;#FFFFFF\\\&quot;&gt;x&lt;/mi&gt;&lt;mi mathcolor=\\\&quot;#FFFFFF\\\&quot;&gt;i&lt;/mi&gt;&lt;/msub&gt;&lt;mo mathcolor=\\\&quot;#FFFFFF\\\&quot;&gt;&amp;#x200B;&lt;/mo&gt;&lt;mo mathcolor=\\\&quot;#FFFFFF\\\&quot;&gt;&amp;#x2212;&lt;/mo&gt;&lt;mi mathcolor=\\\&quot;#FFFFFF\\\&quot;&gt;b&lt;/mi&gt;&lt;mo mathcolor=\\\&quot;#FFFFFF\\\&quot;&gt;)&lt;/mo&gt;&lt;mo mathcolor=\\\&quot;#FFFFFF\\\&quot;&gt;&amp;lt;&lt;/mo&gt;&lt;mn mathcolor=\\\&quot;#FFFFFF\\\&quot;&gt;1&lt;/mn&gt;&lt;/math&gt;\&quot;,\&quot;base64Image\&quot;:\&quot;iVBORw0KGgoAAAANSUhEUgAABCcAAACaCAYAAACaLiIcAAAACXBIWXMAAA7EAAAOxAGVKw4bAAAABGJhU0UAAABeTPfubQAAJ3JJREFUeNrtnS1UK0uzho+IiEAgEBEREREIBCICgYhAIBAIBAKBQCAQCAQCkbUQCAQCgUAgEAgEAoFAIBAIBAKBQEQgEAgEAhHBzeyvOTe7z/xUzfRM5ud51pp1z/ruTui8U91dXV1d/c8/AAAAAAAwNn5+fiaGT3v4LA2f3vDpoAoAAEA1nICG5wCgBAAAAGTof9S9wMPwWTZBiPPh8zh8vn/+5rzgv9P7fdO8cYBC9t/J4bM3fNZRAyD9Drc5fD7NM4UiAAAA4NjX8DZBFj3nfvjsD5/r4fPkE4QIYrvAv33a+Fjeb90ZPjUsAqAQfbc2fHZN//0DqgCk1+G8dMkHa/LfQRkAAABI4F94AYhjE4B4HXXsEzBbYD3urN/i+V5tLAUgt33Wy+jaMuPXX6AOQDqdzovcf1n97dTrjKgDAAAACXyM/o9b3oqcbTBse9McVRnFy6LYJosCIJdBibegwQiVANxPkDc+fW2fCRIAAAAc+Br3iuMaEs5LoEnd1NOwueZILUAu+mhoUILgBID7TtcdPu9WHxsU+RwnAAAA5Nr38G7daA2f+eGzZhbo2sDFVon02AvIDJnBWgAy7481My49SgcjVANw0/F2TCDCTinkhg4AAADI0i/ZVAYnmiX7/Rs+ARrPR1vBOgAyWxut+9WUIDgBkG7nmzApgz8+gYlFFAIAAICMfZNpxVqgX1INFnxqf3nsYiEAqfa9tThBCYITAMk7X9Nc00VgAgAAAPLin7QUa4GLEuuw4JPV6nFAHTAA5/1t0dTDSQRKAsTrgLM+9SUITAAAAMC4fZSOYi2wXoEFk18NjnMCFABO+tiSpqYEwQkA951wbvh8BPSpVRQCAACAMfopmpoTjYosnvwyKM4IUADkIyhBcAIgXkdcCKmCvYdCAAAAMGZf5bjK9SYCNNkI0MCrG1bHagDEfWk+oN7epznWcW/+m+AEwBgDE8coBAAAADnwV16E64DjiumyF6DDJRkUAKKgxJ3Vd7zae7v2Vb1ewG/4nBKcAEg3MPEV0I9uiboDAABADvyVhmIdsFpBfS4DtDjAegBC+85vYMKrudfzCu8KPnNDcALAfWecDQlMeLsTk6gEAAAAOfBZloRrgO8q+i/mCvigaw43sCCAwL7jZR4te31I8ZllghMAbjuid13oW0D/GdhpTAAAAABj9FsOhWuAhwpr1A7ZdFrGigCc9bV6yJF4ghMAMQITryH9ZxeVAAAAIEe+i7R6/m7FddoJ0OVDkq4OAOK+9kpwAiB5R6pHnJO6p3gSAAAA5Mh3aQVcmenHPHr98eX8eMTHA3DWzx4ITgAk70hhaZFeKmATlQAAACBHvsum0P//ZPEdebyDW9gA3PSzO4ITAMk60XpEv9lEJQAAAMiZ/3Iu9P+vUOtfzfZDdFpAIQCCEwDj7ECtkCj6732+pPoBAABA3nyYN6H/v4Va/2rm3d7RD9DpTXMzAUACO1wZPs9lrHdCcAIgWQe6j+gzXVQCAACAnPkvbYX/30axv7TbCdHqDIUgJburDZ+14fMyYm8EJwDg386zHdFf7lAJAAAAcujDbAh9/yfU+o92XvbEOxtTkGFQYt0KShCcIDgB8FfHaZgCUVS2BgAAgLIuAA5Ry1e/sA2qd453gKOgxKY5vhEEwQkA+NNxbiL6yjUqAQAAQA59GG/n/1vo+y+iWCwND1AJYtpW3avzEpGdQ3CC4ATAv51mgfvAAQAAoMR+jMfAWyihWKCOYbedfHONPCjtacLUM3lXrM0JTgAwePw8RvSTN27oAAAAgJz6MT2h30/trHAdo4I8J6gEAjuaHD67ittzCE4QnAD4t8OsCfrJEUoBAABAwZ3/XdQK1dGrCfAaoWEHpSAkKNET1LAjOEFwAiD2JMSRDgAAAMirL9M0xzUkzKBYpJ771CCDGH0waVCitEeHCE4AyDvLqqCPcKQDAAAA8urLrAt9/k/8GZGecwItyZ4Az1baw+dMERwMqwVzVMasCYITALrO8iDoI6coBQAAADn1Zc6EPv8Zaon09LJqPyK0vEIpghIOgxLNkutFcAJA0FHmhH1kCbUAAAAgp/5MX+jPrKKWWNPLKqbfQ2ZBCc9+jodPoyK6VTM4YSKdM6bS7mqWqWuecQ2fZZNat+RdHUMXzr29nAkHD67cijd4L5tio5M5ac90Bn/Hu8d63vzu1bKm54HKHmbNnLRunvks5iYzF66Yv7lcFQcIoILjTEvh8zcc/L22GdPWRsY1z+/t5GG+d6ir5PYTiqVXp5/NOQpKfFUpKFGZ4IQJBHSHz6Z3pY9XmGb4vJgXnumgYQbpBx9j9dpySlQ1tzY0aQIPUVD0SKZn0zgnh8PnKU9ppMZh+n3X0yn9jZopoOVXCOmO7JtKjSuj/SBojPGK8M6lNDfuhVxd5rWpzZsCKNW4syn0959jfv+0uRLxRljs79XMh7MlWIxG8c5mZOn7V1e7sA6p9+Id35iqqI7lCE4Yh3/WRGWPzMDYV57jaafYvhnBmbQ3nMFCT+aHqPUf7aaGz+Lw2R4+5yYwOIiIEtfG1FZv5/pxpC3dlP7OtcCWtrGeUvaHjgkIPCl3VL5cBq/NmPYhdJAo5AZQPaf/IOai7DvBgsybfxcKqmtNOKavY4UEJSLm+sOqZy8WNjhhAhGrJuJ6m3BATL2YobCY4p9oNZHVwnaS5Qpr9Hs0Y8dkKN0LFz9+LIzpN/TSPm9rdsqlkEFRjr4xZ+app4Tz06UjB/pK+XefeIsApRiL6gpfeUH4nbNWUN8Fp0X0g4Vj/AOWSFAiYCPggAz64gcn+j/u+U4jhcaksWvoYZq5sTPNfeCtCuvksj/ujym4Yh/12krh75wodOhzjVuhx43tFJz2dsI2xW1Pi7cKUIqFlDSTeELwffuONgaDjpVNFUzfo7THccjFe66ZzfE7R+vOozLVXyE48b9I051JFz8zz33CwbKXQlvnY0TQMNR82Jn0SMd7xXU6HOmDv891zKDF1Rjaf5tFkMTsCGlYoxcWri+0AgKaH2Z+SjJX9RK06TXBvNjlzQIUfmzqCfv7TcT3TJrxK20ei1Rk3NvQyOsGDDgLSqwnnEtH13k7rPXKF5xohw1apjrwbQyDcb5badLetMxjnoXqILeoFahhx9SakPKacfs2srrj3UxsuThqBqna1MAEIy6Mw9oM+HdNZd94idGWhjkumIRp3ipAZfyZnQh/9u0nOy6LkkGo2IgkK7LaQYkeQYmSBieUiwHt7tSy4zbUhVWLKZqTvwHpS/i+jlEsVMuWQksnV5gpFm5vWd2+YnacNDoQ9CqmvU9Ld/zMv9UUx2wr7e0hoTP1jiMNUPgxSXNEdTbgO+ZCakl9m0DCjkl575pnzWRWJgmQrhdE40nFb6LQcLWCEu9Vvn2D4IT/j9zURmpTaMM2wYnC2U1H8b42USxSzyOFnt2M2nSedeEq47xJucNyKtE3NMd9NhTfe+lzlvzAZBZ6C4hj4zSFsccbAij8GCPN2vsI+PxswCZb3/i3DUEblmNmXbwVpUCmYiNyF6vMdZBp1/HxDS46IDjh+0MPlQVK6im0QbM4W8Y8x24zmoDSIopF6qk53rSTQXsWI3aS+in+7atxBUohl32jq+gbF8LvtM+Xv/rt1v3877rf44CMnpMinfkGgMDx4Ew4vpz5fLbpE1T4NmPMhLIdDeVRtqJlT0gXVY9YZS6DEr0Yme4c3yA4EfuHTigjtusptWNDaPhzmOfYbeaSM9nONZU6JScZjAdRbRmk+Pe9o14349YBctU3pMVj3wTftWAF3l5+Iq4oM4uGLbOIOaDuEUAlx5cNn3HB3kF+SeLzmO98Vy72ngqi87nLG1GgcEGJdwpdEpzQ/tgtxW+9TbEdDUGlY84ljd9ePhT2wu6iTNPjPDgiikyqyRTbUDc3mnBbB2ic2tCaLKZY9Ke1g8PVdQDVHVtaigXzpDVH2YuEaxfzojlWpmWqAFofcAtSYfrFlDm+4aLA62ecTCIgOPE70EqN8DvtyFfIAukZ0xy7rTQV/WKAYmJdxede0yrCZypqSwuDtVPWYyKiUFgTq6lM31hSjDlLAd9Rswpgena+gLoAlR5bdoXjyoP1OfsoyIWreVnpj4eOeznTWlPjrod1ji0o0VMWJw/LlNgnU4LgRFaDtKrwWIL2XPj83StMc+x2ojkD/oZiYl01dSeaKfz9mvL2gm4GmswEBEv6WEyl+kZDETQ7DPiOQwr1AkBMR/9g5DPLtl/qesNAmWXgsV8ArdcUv+ca68z03bRMHSVXQQkKXRKcGIsDeJ1Be+Z8/u42plmoINYTiqm0lV7tO5fC395STkCrGWnyGOYoQmX6hvS6vbuAuWRAvRIAGBkX6to51yziRo+GPaZUJH5ZOR+fFUBvzcbWCxaayTtphxR95vgGwYnc/OgbhRHWU25LS3OeGDKzkROue0xN2yehrtuO/25b4aT9sjXGgXgWa6lc3zhTzE21kc/ZBV7fSTMFAMVi+csEMrzswlvrGs+plNrWVM7HNwXQu6P8TYzT6a6vThQb0lGZEtu8L4ITaf7otbzsnHoVj9mFz6WN3Lq+2g/UC7ADx3/30qo2nps0Up+AzT2WUsm+saEYdzohfYqbNgDA70rh0Ezh4f/ds2rWzKbcvkGZNoIUxUf/M46Ds3fQNkfmvx0EJT44vkFwIqsfPakw2rSvNFy0/t4uZpkLG3lV9ItTFFNpu5f1sSqrMvjABAUHeXi3ZrfKbssKllLJvjGtGHd2zGfsa0MPURIAzPggrbG0Y2pCfWV5xFh5pWgRghMTysXvOlbqTPs5E5RwkSnRN4E9MiUITmT6w28UUbNaiu2wF2rTmGUu7EMTcd1HMZW20lsJHh39vSnLAToy/7vk3vfzDPSY90kfrBfsnc6Y4mYPRtdXc+XcaprjZ0n7h/QK4wvjCL9ZKdjs8ACAdhd/2rri/jqLsVs4DxfqCK1ycbyHpSbWuyO4ll1zfGMLv4XgxLh++Lridy+k2I5rUrlzZxsN5WDWQzX1QjazW1CslPfP30i4sPbFXQZ67I2jzoXDwM9ZhDP2mkZx0xL3j0th/3j1qXbPcQ4A0Pq5fXOefnRTbjKjNmqCE5cF0V1zRSqFi+PrPKddxIYVJzXZQ2RKEJwY6w9vKaKbvZTaMGHt0HNLR35sg+BEevpq0h4nE/6tbtDVisLsqZeUtahbWR2FyZowxcykjuV3Ee6oz4mu24r+MeB4GQAEjCXS+k531u0cKxm2UXOs47QgumsCLjdYqlrfRVMXztXxDTIlCE7k6sc/jvO6H59z8FOYZC7sYl45uBFU0mssTV2fTvA36lbhy0frhgPJjSwfKeuwWsQUTxNgelX2k2929kXadmI4WJ/c8lRpm6mboDqP/KlVwC40wWPntZ6EbSzdRpAyOEHGtFzXBUUNFcnxjU2CEgQn8vjjDxS/vZHC37/gxodc2kVXOcito5paY+kEs5Dgb/TCqmIrqpjXUtLAu7Lt2YrgFyVr4iCmQ/CKMyCyC22V8Q2UY84CFa2S20QrZpCznWEbG2Uc5xS3gf2Z9xnBIvVcUWwmS+oIblGbieBEnn/83LgWoCYlejQlqYs55sYuVglOpK7xaZrOiKlrMdq/znz+zdY4nVgTtS+cHZnbjr4SOAfcROIuePdjaqcQ8CE4AQQnRm1iN4YmvYzbqM1S7RREe83C6o0RzFdDL0i/5jAo0Td9gpoSBCcKIYC0cM254787umv7gCnmyibWCU6krrH0OtH9GN9dsyY0byHdTBCE6qTw+yets7Z3RVlgGochCZf0gEiNzxR6UmwUeyE4QXAikXNvFm+TGbdR42t9FmiO1Gg/YAT7j/+2oTwaE3V8g5oSBCcKJ8BJ1gOjOR/6yeKW4ESFNd5IqwCWz3fvBPw7aebUYgq//7CIO0Km7ccJnYVXeoCz/vFDeioQnCA44eNjfufdj1HOJdcF0r/aC6v4unVi1LIKW7NxfIPgRGEFWMo6pcxa/L4R0SM4UUGNV9NwSMxxqdEjBy9Bk5PiTO66498+YzmO5wV7d2cJnQbO2EZrPK3QcxbFCE4QayA4kcAexlILSJmyv8PCqvTj2JrD/n1YlBpeQB/yE0ATYd518PdqVmRwFzMkOFFBjaVnTR+U33sjrW/wI7/SdM/xb3+wUg6nCvbuDhM6Dc/0AJHO0httKIaJrRCcIDgxag+9vPsw5mij5irIdoH0JzgRX7sl4yO5uCbU2/zdps4EwYmiivAk/P13jiODn3QaghMV1bjpuliUTzbGVdRukDAweeTwd9tFOJcK+O4WEzoMJ/QAkc6XQj2PUYvgBLEGghMj9qC6LWJMWROaXfInFlaVG9M6MeqmhB3x2CaTgj5UNBGkO4HfSYMJ1q7pISaYS3tYJjiRusY1l4OOyYJ4s/rqtCMn7tzRb25ZtWbOC/zukhSrmqcHiHTeIRMFCE4QnIgxz2jYGVM7LxRt3GZhVemxzVWQwstG3GNTmD5UFBEWFBosJPg7a9biqYkJlsLR20K1WDq/C/WdEnyXXdi253AAdJExVbfO134U7ThHyFim4RrLF2ssLdg6oOgXtmIChjzyp1lSW9Bkfn6PY6E2/JuNH/l11IMCHn3ULKw+GMFEmk6belcDR0GKbeZNghN5F8G+PcN5lNlnt5FU3OIvClQLYfiPztKqzDOC9zWw0lQnhW2Q7N68OPitR2WrE/Ajv+lo9L0QkNXNS9J6SF0UAwBlRsLxmNq4qWjjeQHfgWZhRYFonbZtc+TRRZDi09Rn4bgHwYncCnGd5kBppeiSNZFvW2gRnMhE59uk2Uom6GfXjFlVtEFypOs94e9csCbS8xK9w2NFYKKN1au07SocMMYgAPhHeeRuZkxt1NTE6JZ8YcWxvPhBikNFBk6oj8dxD4ITeRViS6jBS4zvts/DkzWRb1uYIDiRic7nSWt6eBkI9hEMTXEvMyFJqMX8jVPW8RXvvxsle4/L1vhmp+Sele03Z6Bp/Ud33/stqgFUftzQXEF8P6Y2dhRtvCvoe3gt+2/MkdYNh0GK30wKghQEJ3IjRFuhw6Tyuw/ImiicPXwq7IHbB+JpLC1EuxEyKX1YC+EZZRuktRNaMX+jfbXpcknfZc3c4nFoghGnw2e3zBXxU9bzTOlUfY2j4j4A5Grc2FaMGRtjauNFmbMmzG/UZK9cYrnOghT7St+dIAXBiUKIIT3fu6D4zkmrsxxgdoWwhWdFvzhDsVgaS7MWesLB6zBGG6TFT+ccOIoEsUBiN6sxHaoO6gHg0AuDmfUxtK+tOKp2V+D3oAlOHGG5TrWfNIEFghQEJ0ojhrTuxLbiO4+sCrEYeTFs4YbId+oabwj1PfD57Ir1b97iVF4efmZW2IaVGN87Gux8oTI0COym4XOLzcD1vAQApRs7NIXdz8bUxpMqBFuVxRoZt9MLUuwpj9gQpCA4kUsxpHUnLoTfZ0eJe5hcYWxBM4k+oFgsjaVHKs6tz035LOCWYrah6ToF1tQsebUWl+xqg8R27KDojWIsukBBgMqOHZpbxhbH0L62oi7AdcHfhYYVrDfVd1Ezt8O8EaQgOFFUMaR1J56F33duFcJj57Q4tqC56oqroOJpLD1ScRfSrzweE7ShLtzl2FN85yUFUyGGLe76VBBv+mQJMQ4BgD1+SG9OGteRjgvFArBd4PfQUC5457DeTN5L3WxAvxCkIDhRREGkZ8VqEd+zkIfiQxDbDhY0xehQLNXgxP3IZ+Z8ggmzCdshiagfC79r3Wfnm0KFEGU301ZK9uC3tpHS2W2hJkAlxxBpnazLMbRtTnHUYbfg70F7FX0d6838HS15m1oEKQhOFEkQaZX0TsT3PFnnzVmgFMsOJpTnBhmc4i3IxDvCJj3PdsCuMnLqrgTfM2ulrb5zMw8I7GbSZzdnz/o30qD5JooCVG4MaSj8lbUcLzQeiu4rD9s/r/Ab37Hesb6rZceZFPh7BCdSE2QrqRPoU6V/CVMrpC1oIquzKKbWt6UMThz7pKc2HbTjKmnlcLPA7I/7XC8Ush+cRGXbKILm1ygKULkxZEXhq0xl3DbpEdkv7VXgOX0XS4p3cYX15uKddbWL4QAGZq5uoyrBCdeCSOtOnAZ8fsJKE2fwKa4tHCr6BgEovb7SYpTfJithELcOREQ7TgVteIn4jts02gaVWFQMorJtfI4LBfFBlh5A5cYRab2J54zbNWHGJAnrJXkXWwq/cQfrzdW7myNIQXAiz6JIrmN6EE4SLcys0AsHKVsopta3ptD3yWcRNumoHQeStD3F5y9ZIILA7hpBdSZ8/q3mHPM06gJUaiyR3kRwnHG7zpJs9hX0XRwoxmpu8crnO5z1uTmLIAXBibGLcinZzfX5XMfaBTvFxAq/eJCe4zxEsVgax2XLYRt2hX9zwueziz5nD1u8WRDY3bVlO/sR/75fpR1IABCNIzN5vLZy+LdWhf7Tc5lqdiluJfliE6MQfetcWX+OIAXBidREkS5WZqzPPVqLlAYmVnhbuOfsYKr6fsUY6J9dTuqKDJlp63NtK2V1wLVgILS5Hcu23qIcdJ8rdIM4i9mmCeYsgMKNJZpjBFMZtaklzEB+K1sw3xT1lHCL9RYqSHFCkILgxLhF6Wh3qLyrQknzL6Ut9DRFG0Gtbz/GAL/suA3SK027I5+p+Tgh27xREDo639qgls8cE6s+Ssj3X5gFBTd+ABRnPLkUjgtvGbWnJlxYfJbxWIM1todBXarivVtvQ+pI8Y4JUhCccCrKhND4Ds2/nzSFzEbPx5OuVZ6FhHSw4TpRvb6v48yaMG2QXmm6NPKZ43Ge5YXC2rtfUGtH+Nl2Wjuk1u4rxxEBiuOrfgrHhOuM2nQs9Je6JXwfDW54q0S/a5kgxSdBCoITWQvzKB3srVsdBmW4Dgn+soW+dmcdxNreKwfzpRTaIC3MuWn+vV3wyhsr6rxNENiabTvXmmCbovDdiuI750aC8X2CrACFGU+6irnzKIP2bAsXZMsVfx9k2pYnGHXoMEjB2pHgRKQwJ8KCNh0ry4Id1PLZgvRoB0d50h2A7lJshyRTat8s5AZWaiq3I4DExuwCcW8xMhzOXS5EzM7ryzgK5gFA4jFFczPEesptWRKcyR+UeYxR1P84wnpL9d4nTV/8+EnOGUXVVbVbKheckN4r/5LG9YaQK1uQpv1TFFOv7aVi/Omk2A5Jdsw9BTAhpn3NWMVfY9mOl73jsu6EN2YlLaQJAIVw4BdSHt8+BZt5SyV/H9LgMUc6yvn+614tEQdBioGpAdWqsJZ9ghP+wrRjGNRWhfRpmp1A72lW4PdKdvifGZ7VukrvQb9IuR1PMfp7jzdYSZttaG61MLsqr3HqTAQsAqTMRHzXnpXF0SzYe6jUHATgMw5pbg+YTqkds4LF2FsZi1/G9CNesd7S20HNbCS4yKQ4r1pNCpPRqb0ZpVYlgTTXHHqF+iYqYjT2vb/ef5+WOWtk+NvWhHaAk5xOcGI25XZcKgfCS4reVs5WN6xMub456tOMCEzcJqkz4fOdUofnOOQ71kfG8EJlAFV1DgKI6ZP80kqhDV3BePRShcWVIljUw3or00frJkjx6iBIcVaVI8RellcMfdpVMixNsb5uRTQJW8SVtjCgiYRKFgXrDMkqXY8kkeMM2nGq6OtPFMCsnJ2eRKRgHttBCuOs2oWV37V1JpRjsN2uWZ/Pr1hO9AFzEECpxqTUdxZNcORLsOs7UZH3sSh4B99sYFWyr9YcBinOy34sKMZmocdalQzqOOkOVcn0kFQiPizx79+X7KgzFKs07QkWWK0M2rEn7OufVFSunI1KK7B/myyJnYBzp18uUpvN90vpG6e5Zo4qHluBibsiZQBVfQ4CGOkLL+M4k23Gkv2ILIHvqhXXFfqHF1hu5fvtcsxjxD8+GZidEuozHeNIR6oF8/MokqQo5ltVUkmFt1Z8lTh7oiHYKfgk3V+l6W4eFhqKArjLvLXK2ejhjxs2HLWn5ag9ibM4mIMAihGccOGnmoVDVP2t2yoW8jNHu0k9B6m9rGhvpAg5YjxREk1qwn6UedHfvAk1TyrJX3rcjPtWhYIsVLoMvU6CApndfmOi2VHs8MYqaaO3DhyIA8dtcrHzslDAd1H5OQjA9IUDZX9fTvC3Jkw22FfEfL1e0XchKaB/h9WCj+0sOJjPWyXQYdqBDp+VuEHP7JSHcVOlXXKFk94tsQYzgpSjU4ZcJ8GJrQzbERWIPCMjprI2eu0g/dL1ee+thG1aZQ4CKPS4NKHceX3U7rAaH7gXcU3ob82dRoXfxTYBU3AQpLiJeaShVeDf3TV1NL5+3DAwm8jNshvMICRCU7XrXaTpzY2S6xBVxJG0Yt2AHFR0spZhO8J2Pu55n5W20b0EE+VNGimXZmHyHrNNOwV+F8xBAH+PA2eKvv8QFbgzV/RumbHrO2IRcMZRBdGRDmpNgNSWOp69KIMUrZz/ppo5jjpnspT3zabNx0+6PJn12roJgrSKdpQ1TNR+mXaeEmqxIjGGCuggqT2xxDAr0rIrvWUg5XZMhhQUpLp2tW20GeGkhwUm6im2a7tKgQnmIIDAfqHddX03tSMuTIDh0gQu3gTf8W4c/hbK/9F+TrCTS60JiBOkuBT26bwHJ/o/OaSMwYnLKqZ4m+jXS0SF5k5FtIjaweN8oUxHv4yFozG15csnO2qWtwRmJ1Gzk3GQxRyhuALX26FYZA4CKPU41TLHMFwvBr5NIGOZLML/aB51q98xKkFCH/kkYkOU4ESVghPeIOyzY9avyu0cIR2lH3DMZaVCOkwJ0qpxkmV9bHTR9zyuysNWMZ4B59bBso8FwRnvK69+Scbt2g/J7Pg0u5yNEr0H5iCA6H7SMdlV3mbaa4xgxJ0JdHQJSIT6gV8Rt/lNoRQ4sLWG2RT9LGNBTNAZw4pPetYcuvxZUK6aiPGp2VVsVFCHjahCePQikY4PI+mirTG243TEMeNYDgTZybQZ//aM875t5ormGNvkHUta8o5tmDbtmEVFraTvgDkIQD9GzJjsh3UzTvw+u+Z/W2Sho9I06mpjrh6HNPrxgRWkoM9WzAiu85BuDrm2kXuyJxJr2DbOUWPM7WiYdkzzVgAAACBkkfhJEUwYk/1NGX/1g+BE9RZMuUg3h9zbSVha3w0qAQAAAJTG99uPOM5BIW3Iwg7rXHNfrRd+b52/ozAeBNnKVkT2RBeVAAAAAArv881E3OC0iEoA4Hrg2bEGmg1UgQibuY24a5eCUgAAAADF9veuQ/y9QxQCANeDzryVpn9FygwI7KYRcXvHPioBAAAAFNbX2wy7Qp71AgC4HnQmrCvKnrkGCBT2s2TVKbFveuFoEAAAAEDxfLywGmNcGwoAqQw8l9ZicgZVQGlDRxzvAAAAACiVfxd0O9sn6wUASGPQsSvvrqAKxLSli5AAxQEKAQAAABR2jTBaMH8OhQDA9aCzaKXjH6EKJLCnCZMlEcQqKgEAAADk3qdbDTmyu4ZCAOB60Gmas2IUtAHXdvUaEmnvoBIAAABAbn25TkidCTaaAMD5oFM3RS9HC9o0UEas3+Tw6Q6fFmr46uPdhf0RMKl5N3s0UQkAgDkIAHI3vjSszctRNlEIANIYeEYLYH6xmx2ok3dMYdZLX/PucDZ3PI8O2OuoFKhdWIDCO/oxgUoAAMxBAJCrwMRjwM1rGygEAGkMPLtWmv0Smvw5ijDvOXpe4cbhczV8XkLO2v0O1FyfFK7rbEiA4pJjRAAAzEEAkItxaNLKqmatAACpDzyblrOzXmEtVkIWzhKesSiRzt792P0ADc8IUAAAcxBzEACMdTyaCMiY+ORWDgAIGzy8dKuWVzMixmfXrMDEbsW1XDRFQB/M4nmgdAy5GlOudTMgGu9xjEIAwBzEHAQAYxmLvDp0Nz5jjFfcvI1CAOA3cGybFM/RdE4v7XNe+PkFk5b1yx6q+urUNud6JXRRTKXtpHHC/eihEAAwTjIHAUDmvtmtz/hyx7ExAPAbNGqmAFbYmdNNZWDiBGUjdX+OcAq/KegY256DHO9DjngAADAHAUBmgQm/oxwn+GMAEDRw7Ah3UHb9BpLh/7ZlpYqeM+CIdL+P0PsalRLpu2bOMdrc4nADAGMkcxAApDrGtH0CE97tfauoAwBhg4emWJbnzKyau883fJybYwITYt37UcEgVEqscSvgmMcDqYQAwBzEHAQAqYwvHZ/1xT31JQAgavCY/nFHD0XFurcFhckYwN1o7R3z2DfR+r+q0HtFNFEIAJiDmIMAwNn4suSTubrP5iUASAaQrqPABMUvdbpvRej5ikrONZ/2Kci0hjIAwBzEHAQAzsaXG+s2Dq4JBQDxANJOGJTwdl6WUVKt+2WErlx9mZ7268PnndooAMAcxBwEAM7Hl1mTObFDjS8AiDOIvMYMTHhFbqZRMJbm7xHarqNSqvp71aPrKAEAzEHMQQDg3s9CBQCIO4AsxciWOGJxF1vvOYHGFGsEAADmIAAAAKics7Jp7jSPwrvloINiibTejboRBZUAAIA5CAAAAKrqsHRMERu/IMWdV1uCM/pOdL7j+jYAAGAOAgAAAIh2XqbNTR5znBtzquuE4Pq2BZQCAADmIAAAAABIyzGMurr1i1oeAADAHAQAAAAAaTqGRxGO4SUqAQAAcxAAAAAApOkYPkY4hmuoBAAAzEEAAAAAkJZTKDnry/VtAADAHAQAAAAAqTmGqxFOYR+VAACAOQgAAAAA0nQMTyIcwyNUAgAA5iAAAAAASNMx7Ec4houoBAAAzEEAAAAAkJZTOM31bQAAwBwEAAAAAON0DNcjHMN7VAIAAOYgAAAAAEjTMbyKcAz3UAkAAJiDAAAAACBNx/AjwjGcQSUAAGAOAgAAAIC0nMK5CKfwFZUAAIA5CAAAAADSdAx7EY7hJSoBAABzEAAAAACk6RjeRTiGG6gEAADMQQAAAACQllM4OXy+IxzDJkoBAABzEAAAAACk5RhGXd/2gEoAAMAcBAAAAABpOoYnEY7hLioBAABzEAAAAACk6RjeRziGCxGfX4r6NwAAAMxBAAAAABDk1HlnfQchTuHX8KmHfL5p7qb3zgtPoigAADAHAQAAAIDWMVyI2LG6Cfls3TsLbP7dPmoCAABzEAAAAADEcQx3IhzDrZDPXph/8xS2swUAAMAcBAAAAAD/CJy7IKYDPrdv/v9eKu0sSgIAAHMQAAAAAMR1DF9CnMK3gM/sjvybNVQEAADmIAAAAABI4hh+a+6W91JsR4qXnaEgAAAwBwEAAABAUscwjM/hM2H+3dTwOR91GjnjCwAAzEEAAAAA4MIx/BQ4hw/W7tar5yiiHgAAMAcBAAAAgAvH8PFHR3/4tFEOAACYgwAAAADAlWO4rXAKX3AKAQCAOQgAAAAAXDuG9Yhq6T+m+Njh79lfAAAA5iAAAAAAcO0cTg6fE+/aNssh9M71Hg+fGVQCAADmIAAAAADIyklsDJ8WO1QAAMAcBAAAAPD//B9NlaN4MbXTewAAAj10RVh0TWF0aE1MADxtYXRoIHhtbG5zPSJodHRwOi8vd3d3LnczLm9yZy8xOTk4L01hdGgvTWF0aE1MIj48bXN0eWxlIG1hdGhzaXplPSIyMnB4Ij48bXN1Yj48bWkgbWF0aGNvbG9yPSIjRkZGRkZGIj55PC9taT48bWkgbWF0aGNvbG9yPSIjRkZGRkZGIj5pPC9taT48L21zdWI+PG1vIG1hdGhjb2xvcj0iI0ZGRkZGRiI+JiN4MjAwQjs8L21vPjxtbyBtYXRoY29sb3I9IiNGRkZGRkYiPig8L21vPjxtaSBtYXRoY29sb3I9IiNGRkZGRkYiPnc8L21pPjxtbyBtYXRoY29sb3I9IiNGRkZGRkYiPiYjeDIyQzU7PC9tbz48bXN1Yj48bWkgbWF0aGNvbG9yPSIjRkZGRkZGIj54PC9taT48bWkgbWF0aGNvbG9yPSIjRkZGRkZGIj5pPC9taT48L21zdWI+PG1vIG1hdGhjb2xvcj0iI0ZGRkZGRiI+JiN4MjAwQjs8L21vPjxtbyBtYXRoY29sb3I9IiNGRkZGRkYiPiYjeDIyMTI7PC9tbz48bWkgbWF0aGNvbG9yPSIjRkZGRkZGIj5iPC9taT48bW8gbWF0aGNvbG9yPSIjRkZGRkZGIj4pPC9tbz48bW8gbWF0aGNvbG9yPSIjRkZGRkZGIj4mbHQ7PC9tbz48bW4gbWF0aGNvbG9yPSIjRkZGRkZGIj4xPC9tbj48L21zdHlsZT48L21hdGg+vwp+iwAAAABJRU5ErkJggg==\&quot;,\&quot;slideId\&quot;:301,\&quot;accessibleText\&quot;:\&quot;y subscript i ​ left parenthesis w times x subscript i ​ minus b right parenthesis less than 1\&quot;,\&quot;imageHeight\&quot;:24.64},{\&quot;mathml\&quot;:\&quot;&lt;math style=\\\&quot;font-family:stix;font-size:16px;\\\&quot; xmlns=\\\&quot;http://www.w3.org/1998/Math/MathML\\\&quot;&gt;&lt;mi mathcolor=\\\&quot;#FFFFFF\\\&quot;&gt;d&lt;/mi&gt;&lt;mi mathcolor=\\\&quot;#FFFFFF\\\&quot;&gt;w&lt;/mi&gt;&lt;mo mathcolor=\\\&quot;#FFFFFF\\\&quot;&gt;=&lt;/mo&gt;&lt;mn mathcolor=\\\&quot;#FFFFFF\\\&quot;&gt;2&lt;/mn&gt;&lt;mi mathcolor=\\\&quot;#FFFFFF\\\&quot;&gt;&amp;#x3BB;&lt;/mi&gt;&lt;mi mathcolor=\\\&quot;#FFFFFF\\\&quot;&gt;w&lt;/mi&gt;&lt;mo mathcolor=\\\&quot;#FFFFFF\\\&quot;&gt;&amp;#x2212;&lt;/mo&gt;&lt;msub&gt;&lt;mi mathcolor=\\\&quot;#FFFFFF\\\&quot;&gt;y&lt;/mi&gt;&lt;mi mathcolor=\\\&quot;#FFFFFF\\\&quot;&gt;i&lt;/mi&gt;&lt;/msub&gt;&lt;mo mathcolor=\\\&quot;#FFFFFF\\\&quot;&gt;&amp;#x200B;&lt;/mo&gt;&lt;msub&gt;&lt;mi mathcolor=\\\&quot;#FFFFFF\\\&quot;&gt;x&lt;/mi&gt;&lt;mi mathcolor=\\\&quot;#FFFFFF\\\&quot;&gt;i&lt;/mi&gt;&lt;/msub&gt;&lt;mo mathcolor=\\\&quot;#FFFFFF\\\&quot;&gt;&amp;#x200B;&lt;/mo&gt;&lt;/math&gt;\&quot;,\&quot;base64Image\&quot;:\&quot;iVBORw0KGgoAAAANSUhEUgAAAr0AAABwCAYAAAATzcibAAAACXBIWXMAAA7EAAAOxAGVKw4bAAAABGJhU0UAAABFxpIngQAAGjNJREFUeNrtnQ9kV93/wB8zM5mYmSQZSSZJzCOZzEiSmcTMJEkkSTKRJMkjHo8kyUOSJBMzyTwSSZIkMkmSyCSPzMNkMjPj/u75PefzdLrfe885995z7+f+eb04nse6n/Pn/T73nPc5933e55dfKobned2/AAAAAABUxLht8dM2P4346bKf7vvpu/cvu5EQQGne5UN+euKnRT8t+empn/YgGQAAqNNkuMpPg37a56cjfropjduPflrxoulCelCRd6DPTyf9NCGNwXlpHC5LA1Es9D7J9+KyfFfaStK2dX56rXmPz9MDAACg6hP9UYNRq+MtEoSS939hDF7005eE78CyNIIHCtzGtX76bNGWw/QIAACo8qQ/5KcZuau1FHPCv44EoaT9frXcrV323PFCuAEVrJ0thh1eFTEGdNI7AACgLsZAm2IIm9iHxKCEfXwgxc6uCfHV5EKB2nohZv1xcwAAgNoZBlstJvcOJAUl69eHU7jzxGHaT+1Nbuv6BF9vZuklAABQN+Og3TA5vkJKULI+fdzLl0d+am1ie68HFqm/iTCD0uWhX+P20EdvAQCAOhkIqwwT+h9ICUrUn4e95nCnSe3tVvyVF8IO2okvNX56H1LnE/QYAACok5EwaJjMh5ASlKQvb5SGXxgiJN8lGX5sjdgFVX4n/Ns3+2m/n66JT/8JDd/DTWjzWaX8Qc1zu4piqAMAADTLUDhu8OdtRUpQkr78KqQPvxMGX4K8xCG4lzGN3vm841mLcIKy7EsWz34KumXQawAAoE6GwqRmEn+OhKAk/fhYSP+9pu7opsh3MYbheznHNvfKMj/bXJ7hP3MjaKTTcwAAoE7GwoJmAv8NCUEJ+rDwS/8nq77r57VD7uLasJhXtBO/nHFZ5nHL5w8E60rvAQCAuhgLvxom8N1ICUrQj88G+u29DMoYjBEC7UhO7X4kjfE2y+f3BG+Zo/cAAEBdjIVzhmtXW5ASFLwPtwQuoJjNaqc1xgUQUzm1fSzOtcjC3xijFwAA6mowPNVM3I+REJSgDw/n9XVCRnn4bGH0LhRUVq2Bei7RgwAAoA7GQofhcy3XlEIZ+vF9pc8+yKG8ccvd3raCygufXgAAqJ2xsN8waW9HSlDwPtyqXMwgFnC9OZTZbenbO1gCo3eBXgQAAHUwGG5pJuzvSAhK0If3NeOihYh4wEH2YvQCAAAUY/L7WzNh30NCUII+fEXps705lnurIkbvP/QiAACourHQW7TrVAES9ONnzbhZzC/vqIXRu6eA8moJ1PE9vQgAAKpuLJgO46xDSlCCfnxbXq27O+dyRyyM3i0FlFd7oI5/0YsAAKDqxsIjzWT9AQkBaN+ffQaDd6WIMa79Oq0O1PMB2gQAgCpP2OqJ9zCuISWAVEbv+4LWO3gD4yTaBACAOk/Yw0gJQPsOmcL93SlovYPXEN9FmwAAUIaJV8QLHZV+jU/89E3csCR3cRfkbWvn/dQZ+N11w9XDrQnrs1ke8BGXBXyX18G2Z2y8C3/OTQ7yOu2nj7L9Qo53RHvoZRDRXw4ajN7RgtZ7LFDPGxmWxXgAVXnfe2X/Ev3irp9eyLn2scMyxFz+WvY58b488NM2pJ9YnuLQ7oC8On5KXlW/KOX72E89KfMXed/z07zMc05GE+pC+u4VeVgatCuWN0MJZWxV8vioefaJRR2Ee0S/fEmvKJNaGPszNPjnZRlDKfOa1CwARuh1ENJnfjMsHNsLWGdxiO1DoK5nHeTLeABVea/FNeN7/XRCGrczBldAJwtcWV4UB9FMrLFovzRGvxv0JhbhHQnKWOOnh5p83xVx/C+jMtvlKvNriJDF6vCUWBU2Ds/IlenVgILFC73R0BHORJS/S64857143MhIHhMuBh0pMx1LLnaOoHLv4z1Nn5koaJ3DvvAcSJgX4wFUyVCaMsSt1/HGwUbWguFQLF8Z9DLcKWOnL8bU3bmY5fTJTUQTp9BKOoUeinghxa1Q/Ybfqv67R/x0zKCsvoh89sgdnEZ6aLGS+v86ZiCPoF/iyRR57bVow016IQT6zXtNfxkoYH2HXO68Mh5Ahd7lNmksPVb681O5wLGlP0X5my3yv4WmQmU3Il2awhanNnyOUdYO6epkwwTaSabQHiX4vop4QY/FyOey/N2U3J2JYj7BCvWyQfnLLkM3+XmtkrvWTnaPhL+zhZvI3/RGUPpMh6avzBSwvt2a3Ym9DsthPIAqvect0mXns4WRczuj8YSbE80bgsvSrhEuItuVr90dBje0BtstyumN+VULozeBMg9G7Jz8rfrnWua1Vv52weCfdC9hXWcMHWCbQ7n84bqDiZ0b0yfNjHW9y6sP9yvwbuoiN+wrYH3/ynNXmvEAKjYXd1n0aTGvrkpRxjNT/mgiUjethmcmDbK9YLFp8DnmPHcc7dgrsVUz6ArBr02Y70cLRSX17zuSx0l2YexH7MJMO9i50w1qixi9GL2Kvm7n9eneQV1N7kyrMiiT8QCqNi+vN/jdCg6nyH+tYY6mzyWXrclP/7Hmty3S1eW/Z+UX+Ba5q3wr7GsfB9nirVqeayIwbMhot6dBUoN6jSHfPzLeQXrrIO9uTf4vMXoxepVFadTk92vB6rrJ4mBHSwblMh5AFefn04Z+/TBl/p0yNJ7zw3LoTrugWIoaBwPuWhMRzzSCBgj30bNJIkLUVSlrNYdjFqMOmDk0et9l2KnuOZDPuCb/BUc66Ixwir+Wse4xesvznh4qw0ETuRNh+iS7mGH5jAdQtTm6zXByf8VFjFZ56HQeH1Gnurse1+UqcEB2Gim6N3hnM44D+Mig9Ksp85/Q5P02Zd7rTCFdMjZAd2P0YvRKXb2M+ArTVbB6/t7MwzGMB1DRudp0MOqIo3KGA/keQ/qp5Gm6QXMs8Lx6+Pcdu7duldFt2BW56qgc08nDtAHdT2Z18MMQccKpb6LcIfvJMMjiEzBGbynf1f4s3p0M6rnTUhePM6wD4wFUcb7uydLFQdPvepF+KnmujhN9Q/kyLoIJEJfboSLEgYnXuh0RL+GVwCFlLRlOnramzN8U37I7Yb4jyqcj3eJgZ0aDze859AOM3nK8ry9C2nOjYHXsjHHS+H6G9WA8gKrO28+yiuIQ0e8+IXUnevug0duM8twh1zv38EO404aXZ7OjclZlveMjd6x17Em4KGhcynFZOop7We62BU56iom1h54K3s+XvKindNsKVs8Jw3v4Rfn/uxnWg/EAqjoWmCKiuHBH3KTkdwWpO9HbXYM/dqt0NZ13uWsPPxRw3vDinM9x1+W0o3KWXA4E/m/+lL/9Kj9P3M4hDNIpDg9AyKJxNuQzd0/B6jlmeM9nAyfQb2RcH8YDqOJ4YFrQuTioOark14fUnejtoEFvuxS3BnFmYB1Scyf8AYPwP7hya5DlmeJmbnNUzhtNGRdj5vWr8tuj8m8XNfmfdNSGGWXlhx8VBMPWNPrGYMHquN7Cb39AMRwFZzKuE+MBVHVM0Lk4fE/r9y0MZ1fh9+A/mW4xffFW/v8EEnMn+M7AJ8Yw9jou824eJ7i9f+8sj+JOjHxa5InJn+ITGlZqNxzUv7+ovprQtPe1P6sT2o7r+dQwplwPGQsOZlwnxoPkZZtuhSs7bSUfF8ZNC8wUebd6P25jHWcUdqq3RYu+OYOk8h3MnmZQps6BeyKntj2Ikc855Xe/Kn/fl2U7/DyeKCv1tfRWFqghh8IuFrCeZy3cGjrks6of7EgTxzrGA4zeMo8NvYb2XUqR9yHlXM9qRmKnerOJ/LINSWW7axSkz3GZptuRxhyWdUI38VrmsUHxBbwb+LfdmvzTXj2q+j2fo7dCyAB5s4B13OaFX8WrMqg8/zCvUGuMBxi9VTV6pY4+adr3KkW+z/namJnOTGepbiIltwJ/k3fcTAt/3i6HZY2mjc2p+NX8z+6KwYB/m6LebcoA5tSfGiozOE4WsI7thq84gj81E3XWl64wHmD0VtnovWmIBrA6QZ5qtJDNjMTOdWY61D+MlNwJ+4DFQDCQQbnTefmueD9f2xd7oAv46J0J+fcWTd4LKep9MS9DAErxrg653DXMsJ6mqzU/e4GbhBRfQUF/xvVjPMDorbLRu8/Qxv0J8mwcYHvCSJyJztoMX8aOIiV3wjbtyLzJoMxV0i8oij8cl7fO0MbNmt92yTBQngw63xrxXJQj+krCOm9RXoI79NTav6d93s9X3D4q4s6/xY5FaCzcwIC/OuM6Mh5g9FbZ6G01GFA3YubXm+UGGPwn5zcuDthCuhWh4HgG5ZpcG3ZlMAjEmoSV3962+cQQEi9VZVXM+oqdorfyt3MuXT2glO9pj4wB20D41rUXsJ7qvfBR3IpYBKu0Z1xPxgOM3soavVJPT1252Hg/LpZ5xWjctHeLEHGOhPzMMABkckrTC782tcGil8Ed8oaQICMRvxlUnnloyF/nrrEzZl1/V367j55a63e0O+Dv+jLoGlCguv5lGE++hI0nAX9BL48dbMYDqPi4YToY1WGZz+a8DpiiM+1Zg8y/gNVBwBstVr0PMih3m6HM+xm1VxeD+FDI8+qhEfGpaKMh/0lN/kMx6jmg/O4uPbXW72hn4JPXm6Lu+nvmK1Ajd1CDLhE51ZfxAKo8duw0vItDlvk0Fm+vkWrTx1AOs6UU8AWLSepABuXezdudQpb7UFPm1ZDnL8bxMRafbTX5j1rWsVv5jP2FlV2t38+OwBcR4XvfXeAFtCm4+m3N70eaYPQyHkCVx48WT3/d9gWLPPo5SJ2bvtYHzmyEcQVJpRPyjEHAYjej03GZPRaxO3szau+U7YQsHfcb9fxq8ynIf+a0Jv+TlnWcLtKBAe/fO7/rwv0CvZtt3s9XT372CnopiZxcTWPJ3zqDzfsR9D5Po5fxAKo+x+tcbKZi2AgvkWbmunphMUe9QFLJBbzGQsAzGZR7y1DmpwzbrNthntR0wEOW+R9Ic1rW+/n6yEsF6ScYvc0xIqcDBuP6Ao8llyxku9eQx4UmGL2MB1D1ef6Mpg/OGX47pjy7A2lmqqfzgc1G3UYksfoTCnnEYqK65bjMXotd3psZtvmGptxp5TnVr+Z1jPyHNflPGH7br8jmZYH6CUZv/jK/p05MftpU4HFkp4Vcb8ddDOdUd8YDqPo8vz3JwSj5pelz8F2ATHT0q/KuLwRigMeKLAN6QV/N25/X4mR3pieT/bzPasp9LZ9Z66dvyt/7YuQ/YDOJhvxO9dubL9KuHkZv7vJWQ9aIvrC1wGPIamVijOKrzcE7JSRSnkYv4wFUfZ43+fUORfzugrKzyO1r2elnlYz13WBM6mw5jS82hAv7voURsMthefstylvJMkZi0G8wwLx8ZjLODlUg/44kMfb8f3tS1NOZGL25yvqyUhex4t+eU7lr5e5CS8zfTVjIdNgyrwdNMHoZD6AOc73Or/d0yPPrlEOpN5Bgprq5FfaV2/v34qEoHiG5ZML+YDFhdTkqq9P7ObB+FM8ybvOYpmxxBepQIFbwugSr6igWIn7zm+7EOEZvPYzegE/rYtw4rinLnkywizlqIc+JGPk9bILRy3gAdZjrz2n64T3NYvZ7UQ/PVkQv6sVg7zzlQh5PH2N5ycvgHoM6CPy7xaTV4qisKWXi8Jq1bW/YbV4JxO286FiuKyHPqpPqK6+YV8pi9GYv41NKHZbzDA2k+Pa/jfGb9fKzu45Yt4aFuEm0WvxGxPu+I3ziGA8AIvvgoO3B8YCP/jmkl5lORCCBf5TFxaYYOhP0I8X4Ql82WQCOyjne8JHzflyjGcXOjNs8ZGn8zHkJb7wytHGV8txGxXCYi7uLBJV5Dw8ncQdwVPYGpQ+ejPG7p6598wN+s4JOi9/8KZ/dwHgAENkHWw0HyNvkcy1yx1Ew61XkOuaC6kQNR3kwQmc6G20cKcYX+krWRq88yLEsk+kWNuPVw3LLfzLpyyhOPVpOcqdStNl49ah0Xn+bhe80lOodDO40juVYtnq18bJnGY/bEHs28pOpRb6Lcc4TSH9ZsUPyOYUMGA+gLmPNS00/3C2fGceXPBddnLJxARPunhqdTVmWtVG6zrUjeLOrgZfGn8f7977uxs6FOCW911DWtOWO2PMUdRq0aPNsGrcOw+GeIfmMGpLqLMNALd+/vYGF59Ecy96qGLzWRqr83YrFrmhXgjoFT5iPGp4/mzasIuMB1Gi8ua7phyfk5/YFDkplroctylj3UfcFydPHP1+0KEuEnXuTdVSsMgn/jcWAvz+FYudUIzWwirQ6Rarkt9tF+B7P7kKOAynlqov9ORpY5U0xDNTy3RsMLDrHMy6vRa74R2WUhJW4UVrEToHl4dekY0aQ65pnO5UF9TDjAYCxH+ri8t+VvvGNrz4bkVgmOhBj6HvlMNpWi40RHabf/xn3QHHVFWATbuhBgnx3Kg7ac43d4sBuRhiDEfntUA6DDKdsc4ehDm8dyPWo7rOv8v8fkvoJQqnfux2e+X71PJl1sFPUYDKFXFZs66WE+fmWcheW8QDqMu5s0PTDv9Me2AQrHdxR5HzM4nmTL/ZJzW8bkWnEYdzVSN88GHsJg7GPK0paUQ+meeZ7pVtD8tum7Oj87qDNbYY6DDkowyaU0zdW07V857ZaRD3Im/MW9bbxfU3k1qCUEeZudSjkuSPKv19jPABI9Y79FMmhTL6f8lzCpGzXJ5NLVEZ16JTjY6/huXNJNgfEl3KNvl5E/KZP0fVg3XWkVmaNzWE2uQrcYDGZv9R9FrTY3WoJPN+vGAj3HLY7ipeO8rc5Ec41gvWbcDYqLj9Fosdi0LKp92hK+cxGHG49Jnc8OgIxbD3TRMN4APBTXzTdiLq7RG0RLlszIW3I8zDw8UCEhfdhZzMCrp2zcXZevZ8vLApje8g807gT4VLddRRWqduWE+OCPAHYGxDukYjwRadCyjKFSPtdCklcbXpGcfZ+4nL1qanHDkf5m6JUcFClfpPNusAnxKLw2KLuD/KIb6zE8rZlkvEAIFZf1LkoTZSsLYcj2jGfx2613JSL4oOMcjMccGESdtSWmOWY4uSL+Oab5bP7lQ2Kp3XXkW4ydu1feDSirJUEeT1SY1k6avN3F77LmvzbqzKwgJP+0B2IlFAkTBESjlnkIQawNQ7kdDpGvZdcuQMwHkCNxqKxLFyTmtQW3RmhkQJtGKrsTbhbGtclbrYI+my2jnQVG3E0gf6j+zzi/W/weRN3sgiOHdKBnJ9WjTDwZ4iVV7tJpsszX8jSLOZ1h8DklxybsIYHHMmqJ0bdxxkPAGL3wyjf/LEStkXnqnEih/InYo63B1KUdSVGOXNewst6qqYjmxXgUooJdNozxPSNsTL6bnOyMUVbg0bIxQzK+BbSEblhqV4TjFihv/KKy1VD3WeyiO5ikNkdm8Uw4wFAon7YmfU7nGNbJpq80ztuOc4up11UyC/y3y3K+moKY1YnHdlUcLNnd72oinh+wDL/jRbb9HdNB2sctFO9IeljFrstgUN9S678A6FUg3KbV2y2aOp+MS+3hpBJ+b3O75/xACBxP+zI+h3OsS27I8aILzn59LZ7+lvuGv62Ox1uTOp47qW4TKyKOopT0W3ylPRfcodiSSax0ngjrfdjSYxT/zeb5G7OgsxT/PehPLjWk1P71CDc2zMqY1JRMNc5Ati/O6vl57yvcowQE8fNrHYwGA+gRu/W3sLttqVrz9mA69CnxqGunMpvlTu+L6QrWMOmeSxi6Lp2zxTjkzxYrNpPU0UeU5qtI/jlvxBC37J84eWpxTkmOADGA8YDKEhfv6Z+Va1Im9bIKAkDXoqLagAdAQAAQDUMj07FL1R8PelEKgAAAABQNaN3wnUMagAAAACAIhm8hxSD9wISAQAAAICqGby9ilvDUyQCAAAAAFUzeDtkGL5GbOg1SAUAAAAAqmb0TkmDd8U2nj4AAAAAQJkM3tOKH+9JJAIAAAAAVTN49ygG7+2KtlHceLnLT0dEG8UlCGgeHQEAAEB9DI2N8nrhxtW0rSVuS4u4qVXeJHdQXq5xX97WGASDCh0BAABATQyQNfLiicZ1r90lbssjLx599AB0BAAAAOUzKETkhfN+mpY7Zxf81KV5vttP75VIDT0lb3+fdNMQ14QfENcma4ypf+gx6AgAAADKZ0x0KQasylzYbWr+39b76YN8Rrg2bKuoXJ5GGFT36DXoCAAAAMpnOFzR7Jgt+umUPCQk0nHFh3ehylcM+237K0ImY/QadAQAAADlMxzmvPgIw7e/4nJZjGh7F70GHQEAAED5DIelmAbvXNUPCfnt2xrR9hl6DDoCAACAchoP72IYvG+FT28NZHI6ov2X6DHoCAAAAKplPASZEFEeaiKTqANSg/QYdAQAAADlNB5EwP+HGmP3i5/210geq/20EnGor4Ueg44AAACg3IbEcXmr2qJMz+Tf2momh9EI4/8+vQQdAQAAAFTFoLoXYVAdQzroCAAAAKAKxlSLjD8cRg8SQkcAAAAAVTCoBiKMqY9IBx0BAAAAVMWguhxhUF1DOugIAAAAoCoGVVTM4mGkg44AAAAAqmBMrY8wppb91IqE0BEAAABAFQyqYxEG1WOkg44AAAAAqmJQTUcYVKeRDjoCAAAAqIIx1So/kYexBQmhIwAAAIAqGFT7IoypOaSDjgAAAACqYlDdjDCo7iAddAQAAABQFYPqY4RBNYp00BEAAABAFYypqDBYK37qDHleXIN7BsmhIwAAAIAyGVRjEQbVy4jnb/hp3k9rkB46AgAAACiLQXU7wqA6E/JsI07sQSSHjgAAAADKZFA9jzCo+gLPDcm/P0Bq6AgAAACgbAbV9wiDqkV5ZljGiP3qpy6kho4AAAAAymZQRbHVT6v99JtyaGonEkNHAAAAAGU0qBY8O44gLXQEAAAAUFaD6oGFMTWOpNARAAAAQJkNqgGNIfXNTyNICR0BAAAAVMGo2uunF35alOm1ny5wIAodJeH/AEOrbmIqMGHnAAACG3RFWHRNYXRoTUwAPG1hdGggeG1sbnM9Imh0dHA6Ly93d3cudzMub3JnLzE5OTgvTWF0aC9NYXRoTUwiPjxtc3R5bGUgbWF0aHNpemU9IjE2cHgiPjxtaSBtYXRoY29sb3I9IiNGRkZGRkYiPmQ8L21pPjxtaSBtYXRoY29sb3I9IiNGRkZGRkYiPnc8L21pPjxtbyBtYXRoY29sb3I9IiNGRkZGRkYiPj08L21vPjxtbiBtYXRoY29sb3I9IiNGRkZGRkYiPjI8L21uPjxtaSBtYXRoY29sb3I9IiNGRkZGRkYiPiYjeDNCQjs8L21pPjxtaSBtYXRoY29sb3I9IiNGRkZGRkYiPnc8L21pPjxtbyBtYXRoY29sb3I9IiNGRkZGRkYiPiYjeDIyMTI7PC9tbz48bXN1Yj48bWkgbWF0aGNvbG9yPSIjRkZGRkZGIj55PC9taT48bWkgbWF0aGNvbG9yPSIjRkZGRkZGIj5pPC9taT48L21zdWI+PG1vIG1hdGhjb2xvcj0iI0ZGRkZGRiI+JiN4MjAwQjs8L21vPjxtc3ViPjxtaSBtYXRoY29sb3I9IiNGRkZGRkYiPng8L21pPjxtaSBtYXRoY29sb3I9IiNGRkZGRkYiPmk8L21pPjwvbXN1Yj48bW8gbWF0aGNvbG9yPSIjRkZGRkZGIj4mI3gyMDBCOzwvbW8+PC9tc3R5bGU+PC9tYXRoPl/BIh4AAAAASUVORK5CYII=\&quot;,\&quot;slideId\&quot;:301,\&quot;accessibleText\&quot;:\&quot;d w equals 2 lambda w minus y subscript i ​ x subscript i ​\&quot;,\&quot;imageHeight\&quot;:17.92},{\&quot;mathml\&quot;:\&quot;&lt;math style=\\\&quot;font-family:stix;font-size:22px;\\\&quot; xmlns=\\\&quot;http://www.w3.org/1998/Math/MathML\\\&quot;&gt;&lt;mi mathcolor=\\\&quot;#FFFFFF\\\&quot;&gt;d&lt;/mi&gt;&lt;mi mathcolor=\\\&quot;#FFFFFF\\\&quot;&gt;w&lt;/mi&gt;&lt;mo mathcolor=\\\&quot;#FFFFFF\\\&quot;&gt;=&lt;/mo&gt;&lt;mn mathcolor=\\\&quot;#FFFFFF\\\&quot;&gt;2&lt;/mn&gt;&lt;mi mathcolor=\\\&quot;#FFFFFF\\\&quot;&gt;&amp;#x3BB;&lt;/mi&gt;&lt;mi mathcolor=\\\&quot;#FFFFFF\\\&quot;&gt;w&lt;/mi&gt;&lt;mo mathcolor=\\\&quot;#FFFFFF\\\&quot;&gt;&amp;#x2212;&lt;/mo&gt;&lt;msub&gt;&lt;mi mathcolor=\\\&quot;#FFFFFF\\\&quot;&gt;y&lt;/mi&gt;&lt;mi mathcolor=\\\&quot;#FFFFFF\\\&quot;&gt;i&lt;/mi&gt;&lt;/msub&gt;&lt;mo mathcolor=\\\&quot;#FFFFFF\\\&quot;&gt;&amp;#x200B;&lt;/mo&gt;&lt;msub&gt;&lt;mi mathcolor=\\\&quot;#FFFFFF\\\&quot;&gt;x&lt;/mi&gt;&lt;mi mathcolor=\\\&quot;#FFFFFF\\\&quot;&gt;i&lt;/mi&gt;&lt;/msub&gt;&lt;mo mathcolor=\\\&quot;#FFFFFF\\\&quot;&gt;&amp;#x200B;&lt;/mo&gt;&lt;/math&gt;\&quot;,\&quot;base64Image\&quot;:\&quot;iVBORw0KGgoAAAANSUhEUgAAA7sAAACaCAYAAABogl/4AAAACXBIWXMAAA7EAAAOxAGVKw4bAAAABGJhU0UAAABeTPfubQAAJUNJREFUeNrtnS9U88rTgF+BQCAqEIgKREUFAlGBQCAQCAQCgUAgEAgEAoFA9BwEAoFAIBAIBAKBqEAgKhAIBAJRgUAgEAgEAlGRr7l3+X199ybNTv7ubp/nnJxzz31pMplMJjO7s7N//sBfBEFQGxxLg2N/cOygEQAAAAAAAHAtsZ0aHAuDY3dwXA+O3uDoB38zh6YAvH3/W4Nje3C0B8fx4LgYHJdDx5HyD4uDY3ZwTIy5zpaVr3weHG+Do6sGBmtYFAAAAED5wdmkCmhXVFB2PjjuBsdnkMzHuAe3AB75gunBsTE4rmIGtkx4V7/fDM83RrpbUjobpZcWVgYAAABQTDAWzjgcDo4zlcy+Do7vIBt3aBbAed+wpmYjs/oDnR81Ezznuf4ODQcGQv3OY3EAAAAA+Qdkl0H+7KJZAGd9QljN8RCUQ8fHRE8luhLC2d8prA8AAAAg36DsZHB85RzAUpYH4J4vmFHLFfpBuYTXOw2XTniix/WUOtzHCgEAAACKC9LCdbpNtc5sR826SIM21usCuPfuLxiuxy+ScHaz6bge6xn0+OlLwg8AAADgSvC2Ki1LRGsATr3j62odrQ2E61eXHNblTcb738AiAQAAAMoN4F4EwdoWGgNw5t3erKBs2aSB1aqDulzN4d5vsUoAAACAcoO4Lut1Abx7r9cL6LSc5zreBcf0+TIieX9Qe+z2DRJ9GlUBAAAAWJjsvrFeF8CJd3q+gMZ0eROu/59xRJ/LMYnrwXDyqtb0niYkvYtYKAAAAEB5gZxpGfMN2gKw/n2eUYmkZB1tV21Tdjw42kPHhVqn2iuoHPrZhZnOsPxYk/t9VLOthK2JDrBSAAAAgPICuR/W6wJ48z5fG7zLryqxbQnOW1PrVs+FyXQSbcv1WdcS/fDeZw1+F7eX8SVWCgAAAFBOINcUBKXTaAzA6vd5OeEdfhoca1mXI6htzDbU0oY8GlbVLdbpoSbrguHvlmLut4ulAgAAAJQTyO2Z7pGJtgCsfpcnVLlxXEOodt5r7tU193PY2ujMYr0O63RP+NvXiHt9x1oBAAAAygnkrlwPRgFg5MBVv+itfsLZzoylzeG64ZqFOm1os+ITwt8fR90s1goAAABQTjBnGqBuoC0Aa9/jsKz4M6ZEeL0kGWZV46a0HFio1/0h+RZS/H4t5l7pag8AAABQcCC3KNgTs4bGAKx9l/dj3t2dkuVoZtjb98lCvf42mbpP+ftGzL3WsVoAAACAYgO5A9brAnjxLvds2SpMDaKl3aZo2iKd1obuYznDeaKS/1msFgAAAKDYYM50f90TtAVg7Xu8GvHOhssTZiqU6SxlsrtjkV5bqtv0Y5ay45iBCJJdAAAAgAIDuZogAF1HYwDWvst3tr2zYaKdskPzuYfPp0uyCwAAAFBuALbGel0A59/jqYiS4QcbGiANZLhIkezeefiM7kl2AQAAAOwMRB/QFoC173HUoFXLEtnmUyS7bx4+o0uSXQAAAIByA7AP1usCOP8ed7T3tWOZfNKtiH5IdgEAAAAgS/DVEASfy2gMwNp3We/0u+RAojcSkl0AAAAAyBJ87RnGnZ82rP0DgMj3eEF7X68tlHGLZDcy2Z3EggEAAACKCb7uDePOa7QFYO17vGPjWl1NxibJ7n+TXawXAAAAoJjAa0LN2JqwgcYArH2Xr2xvJBfOYApz3Q+SXQAAAABIG3gtCwLPBhoDsDqJ+t3LdstiOSX77b54+JzuSHYBAAAAygm8TgyDznfW6wJY/z6HlRorNq8BDbcTEiS7HQ+fUVe7xy8sFwAAAKCYwOvRMOg8R1sAUHKyezwGye4bVgEAAACQf9A1Mzj6hkHnChoDgJKT3U0P7/+VZBcAAACg+KBrwzDgDBPiKTQGACUnu/UxuP9HrAIAAAAgOnCqhVuMDI5VtYfllvrvuaR1e4N/vzEMOO8KlL8xONbCGZzwXizQZyhPs4TrhF1pF9V9h4MOs1gzjInP+jb0O6+e3r9eTdO1SDb8Mf4Y/PI3EyoeXFa2PVHitWeUP/mNS5k0cduWQj85r2zpN99YLMOmlA2vq2uGNjXDE/Hb2MKP/97guFVNo0YRBpXXUV2UlQP8MAw6D3OUv66cXtgY61m7zmXFum0NdYptFnSNUO9HYVOaCD2Ha/lWsXLw2H/VBLO6px7e/1SZg4n4Y/wxjI1vDRPLJbXf+nnY3G9w9CIGF09LkKWh+sH0I2LSCx8rdjz+Xg9/H+J2UgiX5iwUZNOHI3KdZ3aJ8S9ACh3YU5COvv7RDg1T8PtWSrmnVWfYPbUHaC9hjfB3VR2f1YjVsH6XCrpOx0Dfe1g9eOrL5gV+Z8nD+4/a6u2qpGvjj/HH4L4PmVB+NJzhOlVbmb0J48FGgfKFM3CfBrt7kKTYaV8tlWA+C3r6/H4v6jnKsWNgR4EaqGzx5Nw2uhk1omLywD/VSFo3ZhSkPzzyMvjvXUMDfksKeIZK3/bViOKDocxRLFek67Ymx0YB11gV6IEZBfDRp5m+A95tdaYGLXtFz2Djj/HH4JXfmFflx2EFwr1wn/I4LgqU13SHjxfKmq2xsQVlX88Z7eomp8GcW+F1n3mK7gZFRwZr23pq9KOpB4bq/93HNUKJ2P4ijmsDed+C/DiqQN+NCF3vFnCdc4Ee3gL2NQb/fNuOof23Pbz3mzLuFX+MPwav/Eae7/MvYcI8XYCsdaEcbZ5wZXZVV1U+TznbViOjTGnlmeWpumWAKwZrcR9Ny7rUzPBfI/UqmTYdHdwwvMaldnRSOunbCnR+X0aQp9aqSNjkjQDP/NtF0R9MS+97e8S97uR8Lfwx/hj8Sna/1ATF1dA7/ZBxlrddgKyLQhm+bGiEN4Y2NRtTovyp7CqLjbUzyPSawZ6XeLJuGF9NjTQnraHalo4wqzUd/ytfEZZvzWa8r1ZM6Z4VHVhHBKGXBVxry5ZSI4CK/NyLgd13PLvnZkKVzmaJsuCP8cfglv9ojNpZQ01g3KdIDnKvVhD2ZPhlkadciV31VXJ7rZY11mP+ri78ZvRSyDJjGBuMoslTtd/oFg1mc2/SLv5WzrI/VPp8ZrqmIsdRpG+B0c6UpPeZEXrvFHC9mlAP97wd4NmAXn+cgh/VaCnpI75cskz4Y/wx+Odft1LMwq0V4O++hDJs8fQqsZdm0vak2t9KmlU1BHLUBOu84/hgmYn9Brdn4KCOsz7IoQXfP4Ith9o53uepbeUIqiQotlS8oGvuC/TQtcA+19UIMEf6YwFP948trblg8znfs8m60FYFcuGPHfTHAAn2vCNMEm4KkGGPZNdL25Is+9gWnPcmopnucfD/+0KfGeQshzwhew1nwtB4dnK63n6K0ZL1HO9XUt6yX4L+VxJGqt4KvPZtVR+iFLJuBZCVJTzeP7Z0PWazukk+prLGGvhjN/0xgIE9nwgbVU0WIINkMG2Np+aEXS0Jnum14Tn1rvuvUYO/wb/b5p3FVOKcF2HDkI/RTKuF30ns5XjNVWGAnrsTFNT9nxes/ykDWfoFXn9SW0ddiR5Idkl2S7SjKYOS0Y5H91sPzLf7mapIRvyxY/4YwPB9ehd8n7YKkmPbsKSZyid3bMu0yeG7wbmWtQHOXtJSTbXUZVc1zzpmvbfdxjJrGGScVDgqU0jZmGCt8HPBz8B05LNWoAyTqkOq1d0/SXZJdnOyo82kZCbwpAOzqtp5MLSNfoVy4o8d88cAhva8a8NadJWcJPnCaZ6YM3Z1lUevB9VHaHgg5CvwbAeGcTeUemDWWvumgC550mT3oMLE6bOoxeaqGZjpQvtGwfYwldC8pm6BzZLskuzmYUdJM2dtj+71SGAb7w682/hjS/wxgGDwxnR29ycoePufEQNaLzwtp+xKUiG6GnOOCa0hVej/l9GuP0YyY1gC8FqE41FroiTMFSCDZJ1YvYDr6y9Z5UlKqOeYYO/NErsl2SXZzWpDswkJzYsva24iSrOS6FUoK/7YMX8MILDlgyIaCmWQJ6pnwy1Pyrk8xvT7dmI48LGDZv0xkLC19rNJSVtR6xeESctXgSP5pq3xFwq49q4wSdkoyT6eIq59TLJLsuuJ/0sqU1325D7DXgwfQtt4qFhm/LFD/higoMSkU4I8C0X2pYHS7Mp0P9xujA306YPgb6L7VPXHPJC1pL8sUI5nQxn2cr5uI5DvQbdbko10I649T7JLsutJwDWqMdWZR/faSWEbtxXLjD92yB8DCG35zvDd+iq6ukZV+Biv6wRrbeoyzaRZ8N9GhB9Fl89DuYZxX3WCqeRoC4KKHQtelOOcrzu8l5dpF9KjigLOB4vsl2SXZDeL/YxqgvToUfnyXkrbuKxYbvyxQ/4YQGjLmwJftFGwLE3tes88ISdtaltgU60R3xo6KXtkFKZ7jX0X3ZEu+Hcvqsxd1HKQ47Dssprg342ph0vFm4blPRcl2MhkhCzrFtnwlBqR5Uh/TI6p/2uNeM9+iugLUOF9/qRMdo8rlh1/7JA/BhDac03gm4reYkzvG3PAE3LSppqC79u++o3ey+IETfpjEOsCg9gqQR7TcpanguVYLVOOiHV0p+r/mzQLuyrhuSxq1/wI2CAb/PCBo7acWPPkHqcEM5P3EWt6DyuWH3+MPwa//bBp7FdY13Ulhz6w1uTpOGtTpnvIXwf/3fc5/O8ptOiHIeh7SI0cMS/SwQzJZNqG/qhgOeYM5XjP6XqX2hqCmvr/JmvVuiU8l8Mq1qUBFGzXG9IujY7ep2kZ8HdMV+rtiuXHH+OPwW9fLFmKtFygHB2WBnhjUzeG9hTuLnNM+bKfRiDZTuEnKGHvPjWyYsqKRbLUMl5rKW4tsuFoZ69gXUxqsxzMIoAPPnBmxMjvvUfrdDckfRDUt6H0qh78Mf4YxtofJ239Nky7QD/zQxdmb2xK0qOiX+ZSFCjPCE4ERlBWw40FwexDGbPMpiUQzQzXmNTKC5+0znAma5g/Sw6WD3mDwAMfeB3zPj370n1RVe+Y+rE7lejWI/5t1YJ7wR875I+VLumFIDsmxtwnm+4I0ivh3eoX3aMGCrenVor+FF903/bHAOYFI2gfZdWtC7qn3ZUkj+nM93KGa7TjusLF/HscRe03HAa/w/uVvTGLAB74wLjZzrcyqlhKuscJQZf9798kMWI9qBWduvHHbvnjiBlySGZ2zP3ycZUNSrUB0Gu+lF58A6VNGbfR3PiNnpW6Fihs7FFlCUuEPBdFvhxqHVp/1PYeof6r/EgG/933eIs3CBz3f82YD+C3T81IAtk2brtDv1uO+PeGBfeDP3bIH5PskuymsJkFga62cr52XXv/l/6ADzb1KLCp53GvrvDpwUv2nuqVOWosaE61UJI8pttdHKU494Q26PAdNaMkWG/XKuD+a9rasC6OABz3f5MxTYb6RfcBKPk+W4Lqna72280yZlHwx377Y5Jdkt2C48CrnK87PDj4yNfSG3u6FLx/C2jMj4deE3Rf/qsxRwmyNWxoO59yYOAih3Pvx/yd6UjnSgH3f1J0AAdgwYcvTAo3PfPzr4Lmgw3t97tlleXij/31xyS7JLsp7ebcUFdfefklNQj6RQWbl/YkmeBjqyFPHrqkrO21zABHUB52WaJMpqP4HeF562rmYHgGfSrmb2crKumZ00o9r3iDwHH/txkz27nt2X1eCfz8dsTvj8tsuIQ/9tMfk+yS7Ka0m1WBvlo5XXN426N3Kti8sqemwJ7m0Zj7D3xWOKu7X7J8N1UEEQkyLRrK9Cg8r759xfqIvzXdcuMw53t/1JqU0ZUQXPZ/izHrdI88u0/JNkN3UUFdxOz3m0XPEH/siD8m2SXZTWk3k4KmQgc5XG9Cq4Q5+AO+2ZRpJ3+aU3nwsCVd7sJR7lqJsk0JEvHZEuWqG8r0niEYvU0aRTR0/Kc53rc+y77KGwQO+74Zba3j/8pdfRrBFw5ofsU1nVI+6a8qH0vuD3/skD8m2SXZzWA7z2n6DaS81qbmF2s8Ae/syXQy7Qxtuf2gpWt1L0uWb820YVbJck2YKkyQ1L9r6+WaBr/rldWsISJgpnwZXPd9Ud3nLz1LdCeEXSd3R5yrq/3tg0X3iD92xyZJdkl209rOiaDnQC3jtYb95gna99Ke9g3t6QVtuf2gD4QOd75k+a4N5TqtQHcfhrJNG5xLb7zQNpShW9II56SWGHxSvgwO+73JmATwyrc1WWE5tsC/34+6/4hkrmvRfeKP3bHJsJnXG4foqOO5Y7c/iyPLvtqbWuKM/v20J9PGgn2aVLn9oHsCx/FasmwzWnOQUSxVoDvTrqZzBi/bcHOcN9MRScPBgF4O93rK+gXwKNHtxCR6k57d63Jgvs1QbPny0Pl0f3xj0b3ijwHGw3+bViPup7zGhHrvKWEdD3v6sTXPgHJHNESj2znKZzrr/F1FkKqC40yji8qp6mtQNgQymJT0fOQcMFO+DC77vduoxkUeJrrTgtlOo8Cw6mUt+GP8MUDMYGVuSwa00lZmdf22pSXBgHAbjbn5kM+Fye5cyfK9GcrVqUh/ptt4bI04h77PV1dSRhl29jSUYSLlPeoBc/jfM7w94KjPu4h4Nx58bDwiWAKSWL6szhfVBOrCovvFHwOMhx833Y6yl+Lc+np9ZnX9taNJQUXQP99JtObeQ57QXmjbSphX85yRKEhG00YJ2zG/n9HanvelAwraupLcm1tEbL2xxtsDjvq8s6hgyMe154Jg8NfvzBqcM2of2SOL7hl/DDAevrwh8G814bmPmdUdGzu6FE74fQfss+zcQ14UPuTTkuXrCGSbrUiHpqP47Zjf681MTlLIYNrVciHFufe0c5w7auvz4TPgyHTMOu7vot7Vt6Q1qo7e65yg10HIXoZvRtvyZ4w/BvAzhjVdZ7ksOKe+O8kxmvbWfjaCdLTQnlsP+lj4gBdKlK0lqKHvVajDbUMZjyN+u679zXuaTm8qkTNhPcV5f7QZsClHbX2LXSsys+Swr9uJ8Cdfnia6YVnWi+C5PpuOVMckcjYlu/hjgPGJYTt5Duapc55qHc7ZV9dP25mJ6GfRz9uewI6HLQmIfsps3iKc1b2oUIemJWtX2u+iGsesppShnqV0L+acU9o6hr7Lo1kku+Ob7Kpnr3/EwiCm6alfPxH69fmM/m7HonvHHwOMTwxrulTj2vB8De1b0UbL3tqOvhzkTtDD6BoNujWq0RcERU8lyibtEL1eoR5NS9a62u+u8tKvmskxeZaHgnPe+NSBjmR3PJPdmET3x9ftA8L1m0K/vi88/56k2RP+GH8MUOD7brpu98XwfFda4zcqJ/y0G32Xlw81SLluaE9vaNGtoEjCWYmyPQhlm65Qj6bB1YOWzOvB0HxGOd7zeoYRieGd6wvySXbHL9lVH66oRHfVU59e15ormZQvTwqvceRJsos/BvDD770ZvvNJneaX01ZegFP20tTWZPd/13SrSUCr+wSB/IHvCQPdA8uClcgR+opeHOORoODfDth6+fhtDnKYlKTfGpxnXmts8+FDJ0KS3fFKdlXgEtW8ZM1jn94Vli/PpbjGheXJLv4YYLxi2cs8mgoFf++t3WNAyUtbqalnG1thIxg82UGjbjz0U2Ggu1KCTNLGKiFHFetxVhhc6VuffOcRvISBU9aBAeUI3sp+7iS7JLs5P+t5beS21AE7gZwzyi4nczjXfhmDl0H0vr02Jbv4Y4DximV3syYnEZM/q2jWS1s5T6qSEQyedNCoGw/9RhgczZUgUztFAD5fsR5Nm5H8qCC8n3bdVoIcFwYy9BLOcV+EbCS7JLslPudmTCnvgYWynknWk404z4K0/0LaBDtm9timZBd/DDBesazput2LmN9PacsObtGql3aiL2uKrJIRxIqfzP678eC7wkB3tgSH9S2U6atqY1NlcJI1cvrLUstJDpNtpL4Ev7/x6UUm2fU/2VWzem+2VX/EyLo69OE9yHCeKUHZ1S+LOX83ti3SK/4YYPzi2S+D9+0xYdCRtZj+2sdM3DrdmDjClCbatf/h94QB0kSBskwONaX6FsxSdCzRZVp2c5ThwPCaUxG/XYkYRJj1zN4XVXkKR/qjafHzrcX4tFNLZR3e5qaR4VyXQp9zlFH214hztlO+j29xASj+2G9/DJDzO29SqfgT8buWFm9eoE0v7aMj+Q4KBpC30K79D180G1CwLMPrwCR7RG4Lr1MrSP7vFIHVS54DCIF5y/Sm9ruGVvYZOv4F3hBwyJdNqdLc/zQAsnE2TEtQuxnOsy30OeLuy4bfjaMU5zkvqmQQfwwwdt8A08GlOe13T9qg0gza9M429H4W70m5QPDfrejiuMwQs2Br45TsagFbTxAkhEwLrjOvgoidqnVZRFfYwLyL9dLQb8KSv0ft3/d4O8CxRPc+ws7vLE109Q/vesrzNA1L94aTpsUc5I9aD30lPMfk0Hn2C9Ax/hhgvL4DLelMXMRg4S6a9M4u5oK/d2UwGjwUDCT3Usp1rb7fdHQuwQhehcHAdAEy6NsqLAhmdj8E1xkeLX/JOwhOocsiZDDdcmN16Df6WpUz3gxwyIfVIpKDQCW/UxbKu6KVzL2l8QMqKXoS+pz9nO4higfhOXaGftuy4NuGPwZw+1swFURvNadzMvTt+NCqXlgT75dNRA0e7hv+tlFUbqR1D6dsvgRDeBAGBK2cr1/XnM2x+v/3WTrrxQTEvaFRnTkLdLla0Ittwo76++O8OrQCVPQhe4gp1a1ZKO9ORC+CdspzSbvWP+YVyOUw8Dg8q/tRRICJPwYYy2+CyQBgR/3tiTbbN4cGvbMH3ad2JN8brUP3KNYF51wYGpR5szFW8dEQboUBwXaO19a7pr78zsTElMmlkidiLd9hQbqUdLbuFvhMTUY2jyK2Kvmiqxw4luhG+a9ekMMeqTnLujoi+WqmON+KcJuhnywNsAyT3cBU78Hf+1ne4I/xxwA5vW/nBu/btyp5/qGCwmtb2NB86nuKGVjTdbunhueb0pporvOkyjGGE2Gye5fTdZvaA//+/bCr9uCmzBkExHdlrOELZHsWtwp8piZr1R5ogAKO+664DsQHaoupKo8dNaJ8lzAy3E1x3zOC0eZMs8cpkl2TwcdpbZ3xGv4YfwyQ0/tmur1gr4jtxsAaO5jTlkem8qnacpvM63a1AfpLnlR5BrEuDJp+snYPU9tNfI5oGLBoKMvI/XVVonutjerMFKhL0+0/rgt+ps8pGrO0eRvAIb91FvjBWop7vxNeI/dS2FGl0ga/7WiDnJP4Y/wxQE7vWyPF+7Y7RvqpqxnPDdsqoEbIPCOJ3dWyxdc8+lWopDmvybdDLR+pYzvlGpGUiwzX243YEuJE+5tNQzkeEhLdC71spWBdmgZX8wXLcSN8njc0ZQCHfNahJ4muuDGVVv5r2n25WcAz+Eyz9lWV66bu4Iw/BgCDd06y7diLjY0MC9DJlCrJ7WvfhwtbZ7VVN+Se9s08GpVoqUT3Pss6XeH3zqiZoKo46LtYueOi7cTdSJqR51XhNWoxte//+bALgtnnmGtNRsx+rJegx1MDma9KkONC8Bwz77kJUKKv2hGuVbWZtvDeW4brPwufIdQCkP80qopKICMS3ZAl/DH+GCDnd07SnG5pTHRyU2b1Tw7ynicM4p7pSa+avHuK+B5NF6g7Xa6ob9+6FrccYzvVjZ5ICYOuDcMRgV2t4/Lwh306ZZASOWuhml7pxn5Ykh7bBvLOliCH6WDBF90HwSGHu+VRoitqTKX8qHQrnYcCS4Q7Br7uSg1O7McEn0/4Y/wxQAHvnOkyl7Mx0YfJft8njsn7m4fcq2/MYcQMbC4Vner8koqtFVVd2lC2OBy3dF2q3HHNdpJuZjJFw5Nf7lXZcV2da0LVda+oEe3PESPY0zHyXAqT7gsV2NxEzHyclqjHAxsMQtCgYe0PAIluFXSF9y9do1zoNhoxs7SFr1fGHwNATu/c+7g0pQrMtqkrrH9CCnlPcvrObuckz2xO8mSeZcZ2st/QRomB3sOoBy5MdkdxWuYISoKDLa3bXxg0Gehm/w+AG75p3bNEV5TYCHoYlFbNEvy7lVIWHov2zfhjgLH9Zpg0Od0cI32YNjVsWSLvfQ7f2OOcZXrOQaZlbMeOm7ouIci7SWoGEOTTabVddqlAQnC1a5Gjv6QBCjjik5ZTrFP1pjGVKoP6Ep7/tehR1uDf7YPSPpdSmnPgjwHG9ruR1Hj1bpzeOUHyuGSJvJ2M39hO3s9XLcfMwga2Y89NTeRgZKOmuXdNDFBQ9hVX1rxZkf6WR5RslznD3KhiHR9AznY8nyLRc4ETgT9+tDGRFI74Fjrijj8GgIj3rj9ibXxjzHRhWhY8Y4m8WXZcuAsK6K6t+mZ8pJRpH9uxM+G9yjm460ici1rzm6Zs8TkoYJsNgdxLMcHnfMly1EbMKNX/ALjhiz4DP2ka3n+aD367xOezmEK+27ISTfwxwFh/P958mmHLqIt1k/jZInnrKSuH7oocPAzkW/85v0TFNdtJe4PvGYO6sCvyasrrnwqu81VF2XKEzFEj+KcVyfIdoaP5PwDu+CAfuTO89+UUA34vZTdcCWR7yN4HJe5niT8GINmNWEY3MYa6CCexegkVkS3LZN4VfgOPy3i2gflWcuFg/Qq2485NbqvRkm9Bgnue9ebVta8NktwTW7qbBf92te5rwedURbI8a7MZS3z+AKAAn2dSan1Wti/EHwOMtV/6iaikqI2xThoxAwBhHL1uqczLBt+XsFposWS5jkbMPH+pyboZbMdd5xGuoQu7Nu+rmdS2KrULu4UuFFQnv6IS2nBWoKtKrNuqRG3SQj39vphhbf9shXJcDI26rP4BACjG10yoUfXviD4Nt1XOYOKPAcbSJ61X1cvAgTh+Qw0+XqjZ0xkH5G4quQ9V/L+nnnG9QplqaleC33xoX+UlE9gOjIMzCUdADqo2AtWN8KDKNcwAMHaBVEt98Ods+OjjjwHG0hd1bFi+AAAAAAAAAJBXotuwZfkCAAAAAAAAQF7J7oPWPIdGcAAAAAAAAOB0oruvlS9voxUAAAAAAABwOdFd1Jrk3Y7jNkMAAAAAAADgT6I7pW2N8mLLlpQAAAAAAAAAaZPdG22boTm0AgAAAAAAAC4nukfaOt11tAIAAAAAAAAuJ7or2jZD7KcLAAAAAAAATie69cHxPpTodmlIBQAAAAAAAC4nupOqCdUvYdI7g2aM9VcbHEuDYxZtALYDAAAAAGBPwD3ckCrcbqiFViL1FHapnh8cm4PjZHB0tNnwLbQE2A4AAAAAgB1B+MFQwP0zOFbRyT8l3eE+w1uD41jtMdzT1jPr9NmeCbAdAAAAAAA7AvMdLQjfGmNdrA+OzyA9L1gUtoPtAAAAAADkE2TPhGv9wjW3KX67qSW6B2OuyxXVlOtxcLwlzMRFcYxFYjvYDgAAAABAtuB6T5VGDpdBhuWSi4a/X1Yly78cotVIPTXU+koTltAYYDsAAAAAAOkC6AnV2GbU2r8dYaJ7jmYT9f6SkKyE+pxCU4DtAAAAAACkC5z3DWeKDqL2yB38v12txPKKvXSN9P6QoO8OWgJsBwAAAAAgfeAsaYITBtkbag/P7Yig+4xE11jvb0mDC2gJsB0AAAAAgHRBczPIjzYaNdZ7w6DhUANNAbYDAAAAAJAucF7KKdGlGZVM77sJ+nxFS4DtAAAAAACkD5wbGZPccIZpDU2K9X6ToNcztATYDgAAAABAtuD5NWWi+xSWQaPBVDr/SNDtFloCbAcAAAAAIFvwvJpiNvd0cEyivVT6XjDQ8TSaAmwHAAAAACB7EL2j7ZMbx+PgaKGxTLo+SOp4jZYA2wEAAAAAyC+Qbg2Ou5iktxuuzWVboVz03GXbGMB2AAAAAACqCaqbqlNzWDZZQyO56XXKYNuYZTQF2A4AAAAAALiUsCRt9fTNWmjAdgAAAAAAwLWE5TQhYblBS4DtAAAAAACAawnLU0LCsomWANsBAAAAAACXkhWTNZdsGwPYDgAAAAAAOJWwbCQkK29oCbAdAAAAAABwLWE5T0hYTtESYDsAAAAAAOBawvKWkLCsoCXAdgAAAAAAwKVkpcm2MYDtAAAAAACAbwnLVkLC8oCWANsBAAAAAADXEpbbhITlEC0BtgMAAAAAAK4lLJ8JCcscWgJsBwAAAAAAXEpWFhKSlVe0BNgOAAAAAAC4lrC0ExKWG7QE2A4AAAAAALiWsHQTEpZttATYDgAAAAAAuJSs1AbHT0LCUkdTgO0AAAAAAIBLCUvStjGPaAmwHQAAAAAAcC1hOU9IWA7QEmA7AAAAAADgWsLykJCwLCf8fjXpbwDbwXYAAAAAAKDMZCVcc9kfkax8D47JEb+vqz1Ww3WbNTSK7WA7AAAAAABgQ8KynDAzdzfit5Phmkz1d0doE9vBdgAAAAAAwJaEZT8hYdkd8dtr9TfPo2bwANvBdgAAAAAAoOyE5TohYWnG/O5I/XtYgjqPJrEdbAcAAAAAAGxKWHojkpX3mN8cDP3NJlrEdrAdAAAAAACwLWH5keyRGpamDjUlukSD2A62AwAAAAAANiYso/gaHFPq76YHx9VwMsNaS2wH2wEAAAAAAFsTli+DpOVRm8V7DRMYtIftYDsAAAAAAGBrwvIUyHgbHA00B9gOAAAAAADYnLDsCZKVHskKYDsAAAAAAOBCwjKZ0FU3UE2FTn7XYAJgOwAAAAAA4ELSUhsc5+F2MVqiEq6vPBscc2gJsB0AAAAAAHA5eZkZHLPMxAG28zf/B35ieiiTFnSAAAACG3RFWHRNYXRoTUwAPG1hdGggeG1sbnM9Imh0dHA6Ly93d3cudzMub3JnLzE5OTgvTWF0aC9NYXRoTUwiPjxtc3R5bGUgbWF0aHNpemU9IjIycHgiPjxtaSBtYXRoY29sb3I9IiNGRkZGRkYiPmQ8L21pPjxtaSBtYXRoY29sb3I9IiNGRkZGRkYiPnc8L21pPjxtbyBtYXRoY29sb3I9IiNGRkZGRkYiPj08L21vPjxtbiBtYXRoY29sb3I9IiNGRkZGRkYiPjI8L21uPjxtaSBtYXRoY29sb3I9IiNGRkZGRkYiPiYjeDNCQjs8L21pPjxtaSBtYXRoY29sb3I9IiNGRkZGRkYiPnc8L21pPjxtbyBtYXRoY29sb3I9IiNGRkZGRkYiPiYjeDIyMTI7PC9tbz48bXN1Yj48bWkgbWF0aGNvbG9yPSIjRkZGRkZGIj55PC9taT48bWkgbWF0aGNvbG9yPSIjRkZGRkZGIj5pPC9taT48L21zdWI+PG1vIG1hdGhjb2xvcj0iI0ZGRkZGRiI+JiN4MjAwQjs8L21vPjxtc3ViPjxtaSBtYXRoY29sb3I9IiNGRkZGRkYiPng8L21pPjxtaSBtYXRoY29sb3I9IiNGRkZGRkYiPmk8L21pPjwvbXN1Yj48bW8gbWF0aGNvbG9yPSIjRkZGRkZGIj4mI3gyMDBCOzwvbW8+PC9tc3R5bGU+PC9tYXRoPm1E2J4AAAAASUVORK5CYII=\&quot;,\&quot;slideId\&quot;:301,\&quot;accessibleText\&quot;:\&quot;d w equals 2 lambda w minus y subscript i ​ x subscript i ​\&quot;,\&quot;imageHeight\&quot;:24.64},{\&quot;mathml\&quot;:\&quot;&lt;math style=\\\&quot;font-family:stix;font-size:22px;\\\&quot; xmlns=\\\&quot;http://www.w3.org/1998/Math/MathML\\\&quot;&gt;&lt;mi mathcolor=\\\&quot;#FFFFFF\\\&quot;&gt;d&lt;/mi&gt;&lt;mi mathcolor=\\\&quot;#FFFFFF\\\&quot;&gt;b&lt;/mi&gt;&lt;mo mathcolor=\\\&quot;#FFFFFF\\\&quot;&gt;=&lt;/mo&gt;&lt;msub&gt;&lt;mi mathcolor=\\\&quot;#FFFFFF\\\&quot;&gt;y&lt;/mi&gt;&lt;mi mathcolor=\\\&quot;#FFFFFF\\\&quot;&gt;i&lt;/mi&gt;&lt;/msub&gt;&lt;/math&gt;\&quot;,\&quot;base64Image\&quot;:\&quot;iVBORw0KGgoAAAANSUhEUgAAAX8AAACaCAYAAABBukjiAAAACXBIWXMAAA7EAAAOxAGVKw4bAAAABGJhU0UAAABeTPfubQAAE5hJREFUeNrtnSFQI00Thn+BiEBEICIQEREIBAKBOBGBQCAQCAQiAoFAIBCIE1QhEAgEAoFAIBARJyIQCAQCgUAgEAhEBOIEIiIiYv/du+b7wn5Jtnt3Z3eTPE/VVl0dJNv0zL4709PT87//wTc8zyv7V92/DvxrNycbZv2r5l/r/nXkX8u0DABAuiK74l97/nXjX6/+1fO+s+jw/qVA2P1rQ0T+2r+e/KsbsuGa1gIAiCewazKav/CvW//67UXz4V8zKdhQkfs3/OvYv1r+9TxA5IexT0sCAAwW2FX/+ulf5yLub/7V8ZJxG8OOhtjQEhs+veQs0cIAAINF98pLn70YdrynbEM7jdkHAMCkiv9pSqPsfpZj2PFgCOdoIN4PAKAU4CDOvyBZO7sSgukZRTdxvF8WlKv+9cO/tmVBt+t69gEAAP8K8bpRdFuO7Ng12jFP6wEAJBPeF4PoNhzZsGCw4Z1WAwBILrz3LuP9ShuqBhtuaDUAgOzE/91Vho3sOch19gEAMG3irw37NB3aYIn5V2g1AIDkwtvNe8QtG8CI9wMAZCT8loXWOYd2vCptOKfVAACSi+6+UnRfHdpQMbyAtmg1AIDkwnud94jbsNcgCE+VaTUAgOTC+5H3iFtKUGh4pMUAAJKL7g+l6PZcjrilVr+GQ1oNACC56B4WIN5fNdQX+kGrAQAkF15tfv+pQxu0+f2flHAGAEguumVDhs2mQzu0C86/aDUAgOSiu1GQeH+bEs4AANmJ/6VSdB8c2lAzzD5qtBoAQHLh/ShAvH9HacMzLQYAkO2Ie9WhHfd5v4AAAKZJ/LUlHX47LOE8aygot0arAQAkF967vA9NCWYUhgXnEq0GAJBMdGdkRJ93SYcjpQ33tBoAQHYjbqcZNoZ4PyUdAABSEF1tEbW2w3j/vKGkwyKtBgCQXHgflaJ74dCGBiUdAACyE/6KYcS95tCOK6UNV7QaAEBy0d0yZNjMOrTjnVO7AABswhkUZFuW068acgX/XoxKifR/3lSK7q1D+6uGBedKCverySL3dshfy5wKBgV+zmfkmV6VQdtMhveuSO2vr2dllhbJpxPUZFPWL0URtE6Qmz8oS0c6k7akw0+Hf4+2hPNLzO9fkHMKbmXNIIo3/zr2ryV6G+TwfAdCW5fn4sK/WsH5GfIs93OWkdY8DggNd6QW2Dwt5r4RZqUzPHnxCBpvPfSdK4bPLzv827QpnifG763Ld3e9+Dy5LGcBUz+SX5LR9JkMTt6Nz7TL1OtFxf6fNgUW3Y4CTpWbsH7LW/p+yIwg6Cwrfd+9p+xk7w5TPEsGcV5VfudSgpfkMC6Z6kLCvr4k4Zpj2VHfTaNfOrRXmwX4wrOR/kj/eMBU7z/HKcqMYCEs0PJ/d8MOPDeMuF2WdKinueAsPut6bnj2rzl6J8Ts6+8O+mTXRZ+UfTcWjmjhdBy/pojlB2/luvL7wpu4Vo1F1IpQ0uE24nuCRe8Hzz1P1BWCBOL/KYOua0lvvpJ+m2TAcuTA1h9GGz5Jlkjm8LIs8PQiFnB3rGEYiSf2hzDWDQ1bdfg3a2cfBxHT6baXHU02mkGMvl4bNXCQQdldjP6YelhWnikrP2jl+G/atkJ05hN0vF5fqOjcZYaNYWqp3WC2NOQ7Vkash3TFZwcSa63LtS2zoZcEL4AGvRYcPReNGDOBjZRtKCkz43gmEjp6X9HYJ0nf7pIa+iWKH3lNKUOdXHWGwIjRyeeQkdC+Zk+A5C7HmTW0i7TI5duyKX83V/xrpUDtuWudjTrSJcTfUQPPKM/N3U3pfgcxRG7T4d8fu6SDzBraA0b6R1ZRloyq13Ee/RtepDCcesH04dRge9fFWpSkoOYy+5hk4Z9TLlDup3jPdePD4KRD9dmjzX7YGSDWbwOynhYS2FIxzIb+yf5B/BF/h206a5yVNhzZsaMMAa2g7NHOrCpHmqcp37dufBgeHftAm+JZDsUiw4vErTQyDQx1jvqZQ/wRf4ftumew/86hHRXFYJU06Agnzg8YtWaSURJD/A8d+uEwzgtoQKjoJi0/yYvFGv9fR/wRf4ftaumTXdfpliNCUS+oe/TbUxPqeHPRiLJ/wMKiQ19oUzxP+j6zEfrZLwcvyBOjj44Rf8TfcdseGv6GnQzsuRlw318o/HCHBTn8z8owx0oBBMLZoSmeraTDSl+YqD/u6GSz1YAXjHkxGvFH/B0MGrUp0a0M7FlxuTY5icKvrTXjcjftbhFEzRB+6siLIsiKugulWc45ss26rf0W8Uf8M2jfW8OgreTYlkHrdRWUfrCz7oowivT0pRRSSy9NaEdLfv9naGa05NhPPYOf7hF/xD+D9t02/B1bjm1ZKGrWW9EaTZsn23G9Wu79LR2hpeLQDm21wGBfwpL3vbjdfgZt9jGG4j8rIzKu+FepwDpSNoRKLxzbspZVYsg4C/9m3jm6MaeOTxlPGYexEEova3kZ1NTxbNUX7+npULDQz2+Xz0loJv7nOaV1vjuo5ulrY2QlatqUsWOHNmjDE4EA74c6dDmjtrOIf5PeDgUM7a06tKPVd58HWua7c2YMoY1gKjefgU2zho6z5tCOK+2IOvTy3Myw/Sxhn0t6PGTUL6uG9agjhzrSJctnuIMsNTmOM7JJe2Rjx/GU8d3wUswsfS1ko4Ujejxk2De1WYOvju6/FUq+YFdvn3OWDG/nYIQ5m5FdO3mnLhrj/f2pa7UM269itG+HXg8Z9k/LJsSKg/v3b/C6oUXivZkD9jK06zrvkaxxp2IuI2vPfoLRMr0eMuyfK4a+2Uj53uHzN+q0iH10/WdalmVqmWGxd8WhDfdGYX33Mj4arii7oAFSeJavU75v//6cR1riX8eUPdvJN7sZ2lbLO0XMWNIhs/TXAXaeG+xr0fMhhz56kfXgxPvvyV4NWmLwWzGKtyxHjJ6+LGwRSjrk4qOYYbsDej7k0EfXsw5LhmbEbWa8/zqmahz1H2RsXzPvkbbx5ZjXqL9sLO1Qo/dDDv3UMos+TOF+M973MvTs6O1zjmUFvpNlHFvycrUvpqpDO16Nsf48Rv2W+inUM4E8NedZ2U/vU34uPrNehytyI1hj/VcZ26ctUfzq0AZriudBTm15Y7CRzS2Qp+5o9xIlPuAltGH1FO//6xhr+uJSxvZpBe3MoQ2WDJpuHiMLye/vKG1kcwvkrTurWZR6CI36M6lGME6NYAlnvBVY0OoFGVGf59SOlrMOrun5kLPulAwRh4OY95gJ7cg/x/P/OmfFOOo/KuispONyz4GxUNpiTm1peYnX6f1QAP1puRysSEl1Rv1DnHNhFP/FjO3Tim7LoQ0LBv885NSOy5RwhjHUnz1X63mSKNJm1D98StQucMjHkgt84NCO/aLXyTGGpRj1Q1E0qGbot2Xjd58w6h/uHGsNmLOM7WsZbKs6tOO+CKGniAeoN+6jfikoeMSV6KqOoQ5p8/1XDd8ZzmA8QfGHvxlzrZkzJIzRczUlNNhhWZS6yqkdLaG75QL3R87wTU59DHVIO8jbN3znWajkC3n9IQe9GNMXSwXsEE4PIzEuiK/l0IY1QzZUq+D9EfGfTvHXxv1vDM9EL68klXFweMVYBuApQ9usGUibDm3RFknLK+SjjfVneqYA4o/4O4j7vyi/r7/0e2bnjYyTwzeMneo8Q9sejLbNObRFOztq5tCGK4YX+OEY9EnEfwrFX9pem9U3E/E9q0VIwCi6s/eNneowI7uslTPvHdpimR1t59CG2oXoR28MKhgi/lMt/ldprFl53+sFvXpU7oxcEClEPFsWV1+Mdh07tGezCLOPIbZpd/N28tp0hvgj/g7i/ruGAe06Sj/YUU1jp1rMwKajGJ19yaE92nj/S8ZtNysZDBoaY9QnEf/pFX9t3P9yxDPRv2fpFyqfPGTgPI++r/E7RpucHkHo6TfAnWfcdldJHhTEH/EvaPtrUqoflQO1Kio/3NGvxk7lUmRLfYu8HUOc3WVJh8UiZBsNsGtL6Z+Xcctt9v5uOrziSnQtTHg0ojvgc+E9QZco/GhHv1uU37Et/emKpwazdoz3KRt+d89gx1xGbaY9ba3NyAfGUJO0RRwXQ597CkUDKnhzDMQ/EPDQ6ryTRVbvb+mA357y0HnDmkg7o/aaUYbqPr0C7+IFGNHHtcUJG0P0I2APT0Y7+i3vXHoR5P44/4ph5P9huE+tb4H0RZErbDk2spVRe2kWn3seRdtgfDUpeO40dX5Ov2bysonri2dSO3WOtm6kWk75/vOhhjuR/79LczFTOshrnzguKj5j2WtwlkFb7SuFf4OeDWOuS0/aAVdooKh6tuGv434ZxX8nxXtXQ2Gnl68t2IYUxh3FfWZDnemn0j5LwbuG43ZaVyzw9rJcdAZw2N81RQo7EiLq5pVxN+5OPjWK/21K910IZRp1vjIUZEdtKvsOJEZ+22+/dkrofT/sOYpVh220qAg/ddjMAhOkS9p0334NoWqn0cmbRvHvJl1Fl1S+3yMWb7TnC4zM7xfhvwllv1SUNloL3i04ap8lxSyozeIuTJgu1Tw7e1Pkn3lJ9w6u+bhfUonh5MsERu8N2MR1GvqdbaUdDxHCfxmeIhrs3Db6pOqggesK4Q9GPjXkAiZQ4CybPf8JGU+4T4IQ9nVoYNoTrSvH+cLnGC+AdeM9yt73EqtfNMOj9yAmr7Theci9SqFQj3kDlmc/03gm5UbeVnT+a48ytTC5QmdJRqlPiU9GpZ4H65ol6xfuxBD/IPyzpXxT7YUyevpTsuYGfEZbbK4XDrfIInI4U+BnDCebdj6n2LjBjOU4IuTUZWEXpkDotDW1zqfEH5rsw1Prl5Y82wHu/dzJKHW+T7yCeNSaTEWGhS2eh+0ZMNSs+RLCSykG1xyQH3wW09HWshflFBp3QbGB645duzAlYqdZ9G1PyyKvsuBlJ87ofyvDolMPozaLGcV/ZO593HCMZz/XeCNBo85KqGtUmOe3N0aVOQFSEDtN4sf2FPnj1tleLE9/FGASmlFxasN0bxRHSeLwIsiWVM8na/xdFtuPItI4e+IP6pTAtIl/VDLKrTdFO3kNG1/rcb48CNm0HIl+R2L/Mwo7kpT07aY1GpAXgGUW8hjleAmJ7UnH7UaI/hWZPDDlL4DeiDTv2pT5QrsnqxL3BjNDsnKS0LI0lAhkL8Z9nl3k23t/zwO9Ndj0IbH7GxHwprwY2orv+JBwVZVHHxD/oYUnt6bQF5o9Wc9p3aidUPSf4u469WzHS34mDfMobarKfd5Tfjl25UWxYV6sAZg+8W9OY+E2GZi/RujIcpo325FRb8cg+BdJjRiwO3eY6J96GZ+bK/YtS6G1ZozKqF2ZGRxJ+haCD/DfZ6w0IDT6Ps0lHGTn8/sQLdx02RBLkhV0IMJ1JFkq21KGedbBfddE4O9EMK+LKJqyiW1RRu+NPv8E16H83xrhHIDYYY4gZLqCX/5o8ZYkglzKGiIJIQAwMSLXyrpsOgAA5B/e6E1b7R4AgGkX/4fQGtkSXgEAmGzhP3B1gBQAABRT+H+EMgt/cR4vAMBkC//sgGNd5/AMAMBki3+Tg9gBAKZL+I+THL4EAADjJ/xrobRO8vkBACZc+OdDNcTuWeAFAJhs4S/Jom7/qVyUKdD7ryxlbqp4AwDGSbyaofM+lvHKQD/NSl21balz1grNlhp4CQDGRdAOQzt41/HJnxDYDykCeSJ7HF4jzgDpkQ4LAOMicrshQWtMsS825XzuuLzQowAgK8GqyMFGpRif3Q4J/+GU+3JNFrkfZYOb9QTDE3okALgWqv3QSVI9CU38UH5+NXQ4y0+8OtBPNcN5vXU8BgCuxGhmQG39cNx51yj8F3g20u8vihMBKXMNAM5E6EA5Cj0clKMvJ031hzOuyeVX+f0hwt8tvAQALkXIsiD5IEcM1uX877CAnSP8ar+/R71s8RIAuBKgBS89jvCo2u81xeJvDU8BgCsRqqck/Czu2vy+F+HPN7wEAK5HoEkIRq8beNLs92aEX8/xEgC4FqK3mML/FISN8GAsn39E+LaBlwDAtRCtxxjtn8XZBAZ//L2i8DElHQAgE0HaDeXpD+ORAm2JfX0YlVGFlwAgS1Fa9q/bIS+BoETBBmmcqfj5nhRPACiqQC1IJlAQoijjkdT8OqtI8VzFUwAAkyX+Uam1HdZSAAAmT/zPIsS/iZcAACZP/J8ixH8bLwEATJbwa+L9pHgCAEyY+G9FCP87XgIAmDzxv4gQ/zO8BAAweeIfVcJ5DS8BAEyW8C+Q4gkAMH3i36CkAwDA9In/L85DAACYPvGPOipzES8BAEyW8K9wahcAwPSJ/xElHQAApk/8o0o47+AlAIDJEv6y4pCceTwFADBZ4h+V4vmIlwAAJk/8Lzi1CwBg+sT/IcmpXf7P1znZCwBgvIS/HFHCeWRJh2AtQPYHdDlKEwBgfMR/NWLUfzvis6VgPUB+7xhvAgCMj/gfRIj/3ojP3sjvPFPwDQBgvMT/JkL8F4Z87lh+HoR7lvAkAMB4if/rCOFvD/nMIef5AgCMt/h3Lfn9QRiob4H4Cg8CAIyn+I/iMzjQXX5vzr+u+18MxPkBAMZX/D8VL4DH0AzhLXgZ4D0AgPEV/yfPRnDGbw3PAQCMt/jvG4T/FeEHAJgM8S9FZPx4ssB7+hX/BwCAyXgBlKW4Wzt8epd/nXN8IwDA5L8IKv5VdT3K/z94ciUz9NTt2wAAAQN0RVh0TWF0aE1MADxtYXRoIHhtbG5zPSJodHRwOi8vd3d3LnczLm9yZy8xOTk4L01hdGgvTWF0aE1MIj48bXN0eWxlIG1hdGhzaXplPSIyMnB4Ij48bWkgbWF0aGNvbG9yPSIjRkZGRkZGIj5kPC9taT48bWkgbWF0aGNvbG9yPSIjRkZGRkZGIj5iPC9taT48bW8gbWF0aGNvbG9yPSIjRkZGRkZGIj49PC9tbz48bXN1Yj48bWkgbWF0aGNvbG9yPSIjRkZGRkZGIj55PC9taT48bWkgbWF0aGNvbG9yPSIjRkZGRkZGIj5pPC9taT48L21zdWI+PC9tc3R5bGU+PC9tYXRoPkdnbZ8AAAAASUVORK5CYII=\&quot;,\&quot;slideId\&quot;:301,\&quot;accessibleText\&quot;:\&quot;d b equals y subscript i\&quot;,\&quot;imageHeight\&quot;:24.64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</TotalTime>
  <Words>1517</Words>
  <Application>Microsoft Office PowerPoint</Application>
  <PresentationFormat>Grand écran</PresentationFormat>
  <Paragraphs>217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Century Gothic</vt:lpstr>
      <vt:lpstr>gg sans</vt:lpstr>
      <vt:lpstr>Times New Roman</vt:lpstr>
      <vt:lpstr>Wingdings</vt:lpstr>
      <vt:lpstr>Wingdings 3</vt:lpstr>
      <vt:lpstr>Ion</vt:lpstr>
      <vt:lpstr>Support Vector Machine (SVM) Algorithm</vt:lpstr>
      <vt:lpstr>CONTENTS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2 Practical Example: Classification Problem </vt:lpstr>
      <vt:lpstr>2.1 Heart Disease Dataset</vt:lpstr>
      <vt:lpstr>2.2 Features Description</vt:lpstr>
      <vt:lpstr>2.3 Implémentation de l’algorithme</vt:lpstr>
      <vt:lpstr>2.3.1 En utilisant la bibliothèque prédéfinie</vt:lpstr>
      <vt:lpstr>2.3.2 En implémentation native </vt:lpstr>
      <vt:lpstr>2.3.3 Explication du principe de fonctionnement</vt:lpstr>
      <vt:lpstr>Présentation PowerPoint</vt:lpstr>
      <vt:lpstr>2.4 Evaluation methods</vt:lpstr>
      <vt:lpstr>2.4.1 Évaluation du modèle prédéfini (scikit-learn)</vt:lpstr>
      <vt:lpstr>2.4.2 Évaluation du modèle native</vt:lpstr>
      <vt:lpstr>2.4.3 Évaluation de deux approches</vt:lpstr>
      <vt:lpstr>2.5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 (SVM)</dc:title>
  <dc:subject/>
  <dc:creator>AIT AMEUR Mohamed Ilyas</dc:creator>
  <dc:description/>
  <cp:lastModifiedBy>Abdou</cp:lastModifiedBy>
  <cp:revision>55</cp:revision>
  <dcterms:created xsi:type="dcterms:W3CDTF">2025-11-27T15:41:28Z</dcterms:created>
  <dcterms:modified xsi:type="dcterms:W3CDTF">2025-12-13T20:04:43Z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